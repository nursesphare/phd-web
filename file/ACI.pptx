
<file path=[Content_Types].xml><?xml version="1.0" encoding="utf-8"?>
<Types xmlns="http://schemas.openxmlformats.org/package/2006/content-types">
  <Default ContentType="image/jpeg" Extension="jpg"/>
  <Default ContentType="application/xml" Extension="xml"/>
  <Default ContentType="image/png" Extension="png"/>
  <Default ContentType="image/jpeg" Extension="jpeg"/>
  <Default ContentType="application/vnd.openxmlformats-package.relationships+xml" Extension="rels"/>
  <Override ContentType="application/vnd.openxmlformats-officedocument.drawingml.diagramData+xml" PartName="/ppt/diagrams/data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16.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ms-office.drawingml.diagramDrawing+xml" PartName="/ppt/diagrams/drawing1.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drawingml.diagramLayout+xml" PartName="/ppt/diagrams/layout1.xml"/>
  <Override ContentType="application/vnd.openxmlformats-officedocument.drawingml.diagramStyle+xml" PartName="/ppt/diagrams/quickStyle1.xml"/>
  <Override ContentType="application/vnd.openxmlformats-officedocument.presentationml.notesMaster+xml" PartName="/ppt/notesMasters/notesMaster1.xml"/>
  <Override ContentType="application/vnd.openxmlformats-officedocument.presentationml.presProps+xml" PartName="/ppt/presProps1.xml"/>
  <Override ContentType="application/vnd.openxmlformats-officedocument.drawingml.diagramColors+xml" PartName="/ppt/diagrams/colors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D67BBF-5F64-4A6C-9C9A-818D47561BE3}" type="doc">
      <dgm:prSet loTypeId="urn:microsoft.com/office/officeart/2005/8/layout/list1" loCatId="list" qsTypeId="urn:microsoft.com/office/officeart/2005/8/quickstyle/simple3" qsCatId="simple" csTypeId="urn:microsoft.com/office/officeart/2005/8/colors/colorful1" csCatId="colorful" phldr="1"/>
      <dgm:spPr/>
      <dgm:t>
        <a:bodyPr/>
        <a:lstStyle/>
        <a:p>
          <a:endParaRPr lang="en-GB"/>
        </a:p>
      </dgm:t>
    </dgm:pt>
    <dgm:pt modelId="{5A71886F-0B05-42DE-87FA-53185AB04122}">
      <dgm:prSet phldrT="[Text]" custT="1"/>
      <dgm:spPr/>
      <dgm:t>
        <a:bodyPr/>
        <a:lstStyle/>
        <a:p>
          <a:r>
            <a:rPr lang="en-GB" sz="2800" b="1" dirty="0"/>
            <a:t>Safety culture</a:t>
          </a:r>
        </a:p>
      </dgm:t>
    </dgm:pt>
    <dgm:pt modelId="{EA64A8FA-2B3A-4D57-96E3-40A08A7A59F1}" type="parTrans" cxnId="{9E864E17-B890-42E3-9142-D757B77C7C58}">
      <dgm:prSet/>
      <dgm:spPr/>
      <dgm:t>
        <a:bodyPr/>
        <a:lstStyle/>
        <a:p>
          <a:endParaRPr lang="en-GB"/>
        </a:p>
      </dgm:t>
    </dgm:pt>
    <dgm:pt modelId="{1E632D1B-F663-4220-A6FC-B6FBDBE8A086}" type="sibTrans" cxnId="{9E864E17-B890-42E3-9142-D757B77C7C58}">
      <dgm:prSet/>
      <dgm:spPr/>
      <dgm:t>
        <a:bodyPr/>
        <a:lstStyle/>
        <a:p>
          <a:endParaRPr lang="en-GB"/>
        </a:p>
      </dgm:t>
    </dgm:pt>
    <dgm:pt modelId="{DE486778-7E07-4040-BB1F-935CE15C5A04}">
      <dgm:prSet phldrT="[Text]" custT="1"/>
      <dgm:spPr/>
      <dgm:t>
        <a:bodyPr/>
        <a:lstStyle/>
        <a:p>
          <a:pPr marL="0" lvl="0" indent="0" algn="l" defTabSz="1244600">
            <a:lnSpc>
              <a:spcPct val="90000"/>
            </a:lnSpc>
            <a:spcBef>
              <a:spcPct val="0"/>
            </a:spcBef>
            <a:spcAft>
              <a:spcPct val="35000"/>
            </a:spcAft>
            <a:buNone/>
          </a:pPr>
          <a:r>
            <a:rPr lang="en-GB" sz="2800" b="1" kern="1200" dirty="0">
              <a:solidFill>
                <a:prstClr val="black"/>
              </a:solidFill>
              <a:latin typeface="Trebuchet MS" panose="020B0603020202020204"/>
              <a:ea typeface="+mn-ea"/>
              <a:cs typeface="+mn-cs"/>
            </a:rPr>
            <a:t>Communication</a:t>
          </a:r>
        </a:p>
      </dgm:t>
    </dgm:pt>
    <dgm:pt modelId="{AD08BEA9-C3D5-4A48-B313-C529B109EC53}" type="parTrans" cxnId="{744462C0-35C4-455A-A976-1D751214AADA}">
      <dgm:prSet/>
      <dgm:spPr/>
      <dgm:t>
        <a:bodyPr/>
        <a:lstStyle/>
        <a:p>
          <a:endParaRPr lang="en-GB"/>
        </a:p>
      </dgm:t>
    </dgm:pt>
    <dgm:pt modelId="{E9CB09B7-2D7F-4086-80C9-789F2FC90AB8}" type="sibTrans" cxnId="{744462C0-35C4-455A-A976-1D751214AADA}">
      <dgm:prSet/>
      <dgm:spPr/>
      <dgm:t>
        <a:bodyPr/>
        <a:lstStyle/>
        <a:p>
          <a:endParaRPr lang="en-GB"/>
        </a:p>
      </dgm:t>
    </dgm:pt>
    <dgm:pt modelId="{E0320049-4799-4257-AC3E-FB76C84C6584}">
      <dgm:prSet phldrT="[Text]" custT="1"/>
      <dgm:spPr/>
      <dgm:t>
        <a:bodyPr/>
        <a:lstStyle/>
        <a:p>
          <a:r>
            <a:rPr lang="en-GB" sz="2800" b="1" dirty="0"/>
            <a:t>Medication Use</a:t>
          </a:r>
        </a:p>
      </dgm:t>
    </dgm:pt>
    <dgm:pt modelId="{B9358023-DCD6-4772-BDDF-75385C37C6BB}" type="parTrans" cxnId="{A1EC9425-A748-4A06-863C-BEDE07A85C7D}">
      <dgm:prSet/>
      <dgm:spPr/>
      <dgm:t>
        <a:bodyPr/>
        <a:lstStyle/>
        <a:p>
          <a:endParaRPr lang="en-GB"/>
        </a:p>
      </dgm:t>
    </dgm:pt>
    <dgm:pt modelId="{81D19710-669B-4371-8B7C-FB35F87A9BC5}" type="sibTrans" cxnId="{A1EC9425-A748-4A06-863C-BEDE07A85C7D}">
      <dgm:prSet/>
      <dgm:spPr/>
      <dgm:t>
        <a:bodyPr/>
        <a:lstStyle/>
        <a:p>
          <a:endParaRPr lang="en-GB"/>
        </a:p>
      </dgm:t>
    </dgm:pt>
    <dgm:pt modelId="{C53C7DD3-80C5-4434-A00B-F94226DC7D36}">
      <dgm:prSet custT="1"/>
      <dgm:spPr/>
      <dgm:t>
        <a:bodyPr/>
        <a:lstStyle/>
        <a:p>
          <a:r>
            <a:rPr lang="en-GB" sz="2800" b="1" kern="1200" dirty="0">
              <a:solidFill>
                <a:prstClr val="black"/>
              </a:solidFill>
              <a:latin typeface="Trebuchet MS" panose="020B0603020202020204"/>
              <a:ea typeface="+mn-ea"/>
              <a:cs typeface="+mn-cs"/>
            </a:rPr>
            <a:t>Work life/Workforce</a:t>
          </a:r>
        </a:p>
      </dgm:t>
    </dgm:pt>
    <dgm:pt modelId="{193C30E3-8C67-4554-921D-A0260B7CFA23}" type="parTrans" cxnId="{C62F8258-41BE-4D66-B76C-E59A111670D5}">
      <dgm:prSet/>
      <dgm:spPr/>
      <dgm:t>
        <a:bodyPr/>
        <a:lstStyle/>
        <a:p>
          <a:endParaRPr lang="en-GB"/>
        </a:p>
      </dgm:t>
    </dgm:pt>
    <dgm:pt modelId="{C3ADDD14-B554-4E0D-A432-84F68FF0D6B1}" type="sibTrans" cxnId="{C62F8258-41BE-4D66-B76C-E59A111670D5}">
      <dgm:prSet/>
      <dgm:spPr/>
      <dgm:t>
        <a:bodyPr/>
        <a:lstStyle/>
        <a:p>
          <a:endParaRPr lang="en-GB"/>
        </a:p>
      </dgm:t>
    </dgm:pt>
    <dgm:pt modelId="{FE473F43-E100-40DD-A643-A305C567E369}">
      <dgm:prSet custT="1"/>
      <dgm:spPr/>
      <dgm:t>
        <a:bodyPr/>
        <a:lstStyle/>
        <a:p>
          <a:pPr marL="0" lvl="0" indent="0" algn="l" defTabSz="1244600">
            <a:lnSpc>
              <a:spcPct val="90000"/>
            </a:lnSpc>
            <a:spcBef>
              <a:spcPct val="0"/>
            </a:spcBef>
            <a:spcAft>
              <a:spcPct val="35000"/>
            </a:spcAft>
            <a:buNone/>
          </a:pPr>
          <a:r>
            <a:rPr lang="en-GB" sz="2800" b="1" kern="1200" dirty="0">
              <a:solidFill>
                <a:prstClr val="black"/>
              </a:solidFill>
              <a:latin typeface="Trebuchet MS" panose="020B0603020202020204"/>
              <a:ea typeface="+mn-ea"/>
              <a:cs typeface="+mn-cs"/>
            </a:rPr>
            <a:t>Infection control</a:t>
          </a:r>
        </a:p>
      </dgm:t>
    </dgm:pt>
    <dgm:pt modelId="{1A94B75E-9D6F-482D-A971-D4715AFB6245}" type="parTrans" cxnId="{DBBD561D-C95B-421F-8D38-D3548C22EE7D}">
      <dgm:prSet/>
      <dgm:spPr/>
      <dgm:t>
        <a:bodyPr/>
        <a:lstStyle/>
        <a:p>
          <a:endParaRPr lang="en-GB"/>
        </a:p>
      </dgm:t>
    </dgm:pt>
    <dgm:pt modelId="{D645549E-ED5D-4D7D-90B3-FF0DF5ACA73E}" type="sibTrans" cxnId="{DBBD561D-C95B-421F-8D38-D3548C22EE7D}">
      <dgm:prSet/>
      <dgm:spPr/>
      <dgm:t>
        <a:bodyPr/>
        <a:lstStyle/>
        <a:p>
          <a:endParaRPr lang="en-GB"/>
        </a:p>
      </dgm:t>
    </dgm:pt>
    <dgm:pt modelId="{528EE0AF-BF72-49A4-8E04-84824788C9A0}">
      <dgm:prSet custT="1"/>
      <dgm:spPr/>
      <dgm:t>
        <a:bodyPr/>
        <a:lstStyle/>
        <a:p>
          <a:pPr marL="0" lvl="0" indent="0" algn="l" defTabSz="1244600">
            <a:lnSpc>
              <a:spcPct val="90000"/>
            </a:lnSpc>
            <a:spcBef>
              <a:spcPct val="0"/>
            </a:spcBef>
            <a:spcAft>
              <a:spcPct val="35000"/>
            </a:spcAft>
            <a:buNone/>
          </a:pPr>
          <a:r>
            <a:rPr lang="en-GB" sz="2800" b="1" kern="1200" dirty="0">
              <a:solidFill>
                <a:prstClr val="black"/>
              </a:solidFill>
              <a:latin typeface="Trebuchet MS" panose="020B0603020202020204"/>
              <a:ea typeface="+mn-ea"/>
              <a:cs typeface="+mn-cs"/>
            </a:rPr>
            <a:t>Risk assessment</a:t>
          </a:r>
        </a:p>
      </dgm:t>
    </dgm:pt>
    <dgm:pt modelId="{1A881D47-4C91-4840-9B4A-5271F8CB0A9D}" type="parTrans" cxnId="{88EC197E-4A58-4D4E-9D31-DC7726054E02}">
      <dgm:prSet/>
      <dgm:spPr/>
      <dgm:t>
        <a:bodyPr/>
        <a:lstStyle/>
        <a:p>
          <a:endParaRPr lang="en-GB"/>
        </a:p>
      </dgm:t>
    </dgm:pt>
    <dgm:pt modelId="{638CCF22-68CF-4F90-98EF-7E39ADF5B203}" type="sibTrans" cxnId="{88EC197E-4A58-4D4E-9D31-DC7726054E02}">
      <dgm:prSet/>
      <dgm:spPr/>
      <dgm:t>
        <a:bodyPr/>
        <a:lstStyle/>
        <a:p>
          <a:endParaRPr lang="en-GB"/>
        </a:p>
      </dgm:t>
    </dgm:pt>
    <dgm:pt modelId="{6E5491D4-AF51-4192-BC8E-3E80865DA3EA}" type="pres">
      <dgm:prSet presAssocID="{37D67BBF-5F64-4A6C-9C9A-818D47561BE3}" presName="linear" presStyleCnt="0">
        <dgm:presLayoutVars>
          <dgm:dir/>
          <dgm:animLvl val="lvl"/>
          <dgm:resizeHandles val="exact"/>
        </dgm:presLayoutVars>
      </dgm:prSet>
      <dgm:spPr/>
      <dgm:t>
        <a:bodyPr/>
        <a:lstStyle/>
        <a:p>
          <a:endParaRPr lang="en-US"/>
        </a:p>
      </dgm:t>
    </dgm:pt>
    <dgm:pt modelId="{10534247-FFF7-45B2-984C-4CB1CBC5EB1A}" type="pres">
      <dgm:prSet presAssocID="{5A71886F-0B05-42DE-87FA-53185AB04122}" presName="parentLin" presStyleCnt="0"/>
      <dgm:spPr/>
    </dgm:pt>
    <dgm:pt modelId="{1530D387-B43A-41C1-BF02-49BF4B6C317A}" type="pres">
      <dgm:prSet presAssocID="{5A71886F-0B05-42DE-87FA-53185AB04122}" presName="parentLeftMargin" presStyleLbl="node1" presStyleIdx="0" presStyleCnt="6"/>
      <dgm:spPr/>
      <dgm:t>
        <a:bodyPr/>
        <a:lstStyle/>
        <a:p>
          <a:endParaRPr lang="en-US"/>
        </a:p>
      </dgm:t>
    </dgm:pt>
    <dgm:pt modelId="{C3C14676-B91F-445E-B0A6-211E82B4C8C4}" type="pres">
      <dgm:prSet presAssocID="{5A71886F-0B05-42DE-87FA-53185AB04122}" presName="parentText" presStyleLbl="node1" presStyleIdx="0" presStyleCnt="6">
        <dgm:presLayoutVars>
          <dgm:chMax val="0"/>
          <dgm:bulletEnabled val="1"/>
        </dgm:presLayoutVars>
      </dgm:prSet>
      <dgm:spPr/>
      <dgm:t>
        <a:bodyPr/>
        <a:lstStyle/>
        <a:p>
          <a:endParaRPr lang="en-US"/>
        </a:p>
      </dgm:t>
    </dgm:pt>
    <dgm:pt modelId="{BB318D60-CB7E-4068-A8AB-04E3E920C3B1}" type="pres">
      <dgm:prSet presAssocID="{5A71886F-0B05-42DE-87FA-53185AB04122}" presName="negativeSpace" presStyleCnt="0"/>
      <dgm:spPr/>
    </dgm:pt>
    <dgm:pt modelId="{F4ACFF40-6A21-4079-AA7F-4F82C570203D}" type="pres">
      <dgm:prSet presAssocID="{5A71886F-0B05-42DE-87FA-53185AB04122}" presName="childText" presStyleLbl="conFgAcc1" presStyleIdx="0" presStyleCnt="6">
        <dgm:presLayoutVars>
          <dgm:bulletEnabled val="1"/>
        </dgm:presLayoutVars>
      </dgm:prSet>
      <dgm:spPr/>
    </dgm:pt>
    <dgm:pt modelId="{34FDFFFA-FB58-420D-B985-854687B05207}" type="pres">
      <dgm:prSet presAssocID="{1E632D1B-F663-4220-A6FC-B6FBDBE8A086}" presName="spaceBetweenRectangles" presStyleCnt="0"/>
      <dgm:spPr/>
    </dgm:pt>
    <dgm:pt modelId="{35AA11DD-C398-4497-B364-15F3072EB6B7}" type="pres">
      <dgm:prSet presAssocID="{DE486778-7E07-4040-BB1F-935CE15C5A04}" presName="parentLin" presStyleCnt="0"/>
      <dgm:spPr/>
    </dgm:pt>
    <dgm:pt modelId="{BAAC1387-5758-4405-8677-E53D1E12234C}" type="pres">
      <dgm:prSet presAssocID="{DE486778-7E07-4040-BB1F-935CE15C5A04}" presName="parentLeftMargin" presStyleLbl="node1" presStyleIdx="0" presStyleCnt="6"/>
      <dgm:spPr/>
      <dgm:t>
        <a:bodyPr/>
        <a:lstStyle/>
        <a:p>
          <a:endParaRPr lang="en-US"/>
        </a:p>
      </dgm:t>
    </dgm:pt>
    <dgm:pt modelId="{BD2527DF-2C29-4C9E-A455-D94B6992F489}" type="pres">
      <dgm:prSet presAssocID="{DE486778-7E07-4040-BB1F-935CE15C5A04}" presName="parentText" presStyleLbl="node1" presStyleIdx="1" presStyleCnt="6">
        <dgm:presLayoutVars>
          <dgm:chMax val="0"/>
          <dgm:bulletEnabled val="1"/>
        </dgm:presLayoutVars>
      </dgm:prSet>
      <dgm:spPr/>
      <dgm:t>
        <a:bodyPr/>
        <a:lstStyle/>
        <a:p>
          <a:endParaRPr lang="en-US"/>
        </a:p>
      </dgm:t>
    </dgm:pt>
    <dgm:pt modelId="{D2A00BD4-6B30-418E-8CC4-3ACF65D4CBB3}" type="pres">
      <dgm:prSet presAssocID="{DE486778-7E07-4040-BB1F-935CE15C5A04}" presName="negativeSpace" presStyleCnt="0"/>
      <dgm:spPr/>
    </dgm:pt>
    <dgm:pt modelId="{88DE22B2-EA69-4FFF-99B3-013204F8D119}" type="pres">
      <dgm:prSet presAssocID="{DE486778-7E07-4040-BB1F-935CE15C5A04}" presName="childText" presStyleLbl="conFgAcc1" presStyleIdx="1" presStyleCnt="6">
        <dgm:presLayoutVars>
          <dgm:bulletEnabled val="1"/>
        </dgm:presLayoutVars>
      </dgm:prSet>
      <dgm:spPr/>
    </dgm:pt>
    <dgm:pt modelId="{0212E994-376C-498F-8B26-E06BE942CF16}" type="pres">
      <dgm:prSet presAssocID="{E9CB09B7-2D7F-4086-80C9-789F2FC90AB8}" presName="spaceBetweenRectangles" presStyleCnt="0"/>
      <dgm:spPr/>
    </dgm:pt>
    <dgm:pt modelId="{FDCAF46B-113A-454B-B849-D70590DA41EA}" type="pres">
      <dgm:prSet presAssocID="{E0320049-4799-4257-AC3E-FB76C84C6584}" presName="parentLin" presStyleCnt="0"/>
      <dgm:spPr/>
    </dgm:pt>
    <dgm:pt modelId="{DDF01E00-A2D8-48D2-AA5A-C7ECCB083B03}" type="pres">
      <dgm:prSet presAssocID="{E0320049-4799-4257-AC3E-FB76C84C6584}" presName="parentLeftMargin" presStyleLbl="node1" presStyleIdx="1" presStyleCnt="6"/>
      <dgm:spPr/>
      <dgm:t>
        <a:bodyPr/>
        <a:lstStyle/>
        <a:p>
          <a:endParaRPr lang="en-US"/>
        </a:p>
      </dgm:t>
    </dgm:pt>
    <dgm:pt modelId="{64367282-3AF4-44B6-8E02-A0CF0AAD135F}" type="pres">
      <dgm:prSet presAssocID="{E0320049-4799-4257-AC3E-FB76C84C6584}" presName="parentText" presStyleLbl="node1" presStyleIdx="2" presStyleCnt="6" custLinFactNeighborX="-16004">
        <dgm:presLayoutVars>
          <dgm:chMax val="0"/>
          <dgm:bulletEnabled val="1"/>
        </dgm:presLayoutVars>
      </dgm:prSet>
      <dgm:spPr/>
      <dgm:t>
        <a:bodyPr/>
        <a:lstStyle/>
        <a:p>
          <a:endParaRPr lang="en-US"/>
        </a:p>
      </dgm:t>
    </dgm:pt>
    <dgm:pt modelId="{8AD7147E-1B85-4C5E-9CAD-5C8CDC1E1C23}" type="pres">
      <dgm:prSet presAssocID="{E0320049-4799-4257-AC3E-FB76C84C6584}" presName="negativeSpace" presStyleCnt="0"/>
      <dgm:spPr/>
    </dgm:pt>
    <dgm:pt modelId="{6CF4CE92-FEC9-47F5-A3E9-6848A1F765C3}" type="pres">
      <dgm:prSet presAssocID="{E0320049-4799-4257-AC3E-FB76C84C6584}" presName="childText" presStyleLbl="conFgAcc1" presStyleIdx="2" presStyleCnt="6">
        <dgm:presLayoutVars>
          <dgm:bulletEnabled val="1"/>
        </dgm:presLayoutVars>
      </dgm:prSet>
      <dgm:spPr/>
    </dgm:pt>
    <dgm:pt modelId="{C88845A3-109B-465A-8A55-0CDFE2BE23EF}" type="pres">
      <dgm:prSet presAssocID="{81D19710-669B-4371-8B7C-FB35F87A9BC5}" presName="spaceBetweenRectangles" presStyleCnt="0"/>
      <dgm:spPr/>
    </dgm:pt>
    <dgm:pt modelId="{4F2A9CBA-3C38-492E-93AC-A4E9DF4C4DEE}" type="pres">
      <dgm:prSet presAssocID="{C53C7DD3-80C5-4434-A00B-F94226DC7D36}" presName="parentLin" presStyleCnt="0"/>
      <dgm:spPr/>
    </dgm:pt>
    <dgm:pt modelId="{F5633E72-6937-40F4-AF6B-264C7A7C9669}" type="pres">
      <dgm:prSet presAssocID="{C53C7DD3-80C5-4434-A00B-F94226DC7D36}" presName="parentLeftMargin" presStyleLbl="node1" presStyleIdx="2" presStyleCnt="6"/>
      <dgm:spPr/>
      <dgm:t>
        <a:bodyPr/>
        <a:lstStyle/>
        <a:p>
          <a:endParaRPr lang="en-US"/>
        </a:p>
      </dgm:t>
    </dgm:pt>
    <dgm:pt modelId="{AAD8D5F1-F969-4BAD-AB76-1DB6CBAD43EE}" type="pres">
      <dgm:prSet presAssocID="{C53C7DD3-80C5-4434-A00B-F94226DC7D36}" presName="parentText" presStyleLbl="node1" presStyleIdx="3" presStyleCnt="6" custLinFactNeighborX="8002" custLinFactNeighborY="-13444">
        <dgm:presLayoutVars>
          <dgm:chMax val="0"/>
          <dgm:bulletEnabled val="1"/>
        </dgm:presLayoutVars>
      </dgm:prSet>
      <dgm:spPr/>
      <dgm:t>
        <a:bodyPr/>
        <a:lstStyle/>
        <a:p>
          <a:endParaRPr lang="en-US"/>
        </a:p>
      </dgm:t>
    </dgm:pt>
    <dgm:pt modelId="{119227FE-6BFC-44AC-87B7-05B76ACD38C1}" type="pres">
      <dgm:prSet presAssocID="{C53C7DD3-80C5-4434-A00B-F94226DC7D36}" presName="negativeSpace" presStyleCnt="0"/>
      <dgm:spPr/>
    </dgm:pt>
    <dgm:pt modelId="{6C8012CC-FC01-4D00-9960-54E03E21D06F}" type="pres">
      <dgm:prSet presAssocID="{C53C7DD3-80C5-4434-A00B-F94226DC7D36}" presName="childText" presStyleLbl="conFgAcc1" presStyleIdx="3" presStyleCnt="6">
        <dgm:presLayoutVars>
          <dgm:bulletEnabled val="1"/>
        </dgm:presLayoutVars>
      </dgm:prSet>
      <dgm:spPr/>
    </dgm:pt>
    <dgm:pt modelId="{49D006B7-7CB6-434A-A304-546ED71D0FF9}" type="pres">
      <dgm:prSet presAssocID="{C3ADDD14-B554-4E0D-A432-84F68FF0D6B1}" presName="spaceBetweenRectangles" presStyleCnt="0"/>
      <dgm:spPr/>
    </dgm:pt>
    <dgm:pt modelId="{67BD836F-9659-40B7-BE5A-B12CDB7811F0}" type="pres">
      <dgm:prSet presAssocID="{FE473F43-E100-40DD-A643-A305C567E369}" presName="parentLin" presStyleCnt="0"/>
      <dgm:spPr/>
    </dgm:pt>
    <dgm:pt modelId="{3CCE3DFC-FFD7-41DE-B098-0A1D82E53E21}" type="pres">
      <dgm:prSet presAssocID="{FE473F43-E100-40DD-A643-A305C567E369}" presName="parentLeftMargin" presStyleLbl="node1" presStyleIdx="3" presStyleCnt="6"/>
      <dgm:spPr/>
      <dgm:t>
        <a:bodyPr/>
        <a:lstStyle/>
        <a:p>
          <a:endParaRPr lang="en-US"/>
        </a:p>
      </dgm:t>
    </dgm:pt>
    <dgm:pt modelId="{F94FCEBB-FC60-4FDC-A272-DE4209AFB34A}" type="pres">
      <dgm:prSet presAssocID="{FE473F43-E100-40DD-A643-A305C567E369}" presName="parentText" presStyleLbl="node1" presStyleIdx="4" presStyleCnt="6">
        <dgm:presLayoutVars>
          <dgm:chMax val="0"/>
          <dgm:bulletEnabled val="1"/>
        </dgm:presLayoutVars>
      </dgm:prSet>
      <dgm:spPr/>
      <dgm:t>
        <a:bodyPr/>
        <a:lstStyle/>
        <a:p>
          <a:endParaRPr lang="en-US"/>
        </a:p>
      </dgm:t>
    </dgm:pt>
    <dgm:pt modelId="{2E23A53F-82DE-4711-BA00-51E416C022BA}" type="pres">
      <dgm:prSet presAssocID="{FE473F43-E100-40DD-A643-A305C567E369}" presName="negativeSpace" presStyleCnt="0"/>
      <dgm:spPr/>
    </dgm:pt>
    <dgm:pt modelId="{2075B72E-1590-474B-928C-852506B097A1}" type="pres">
      <dgm:prSet presAssocID="{FE473F43-E100-40DD-A643-A305C567E369}" presName="childText" presStyleLbl="conFgAcc1" presStyleIdx="4" presStyleCnt="6">
        <dgm:presLayoutVars>
          <dgm:bulletEnabled val="1"/>
        </dgm:presLayoutVars>
      </dgm:prSet>
      <dgm:spPr/>
    </dgm:pt>
    <dgm:pt modelId="{2B7BA423-C210-45C3-AAEA-B08EC309A867}" type="pres">
      <dgm:prSet presAssocID="{D645549E-ED5D-4D7D-90B3-FF0DF5ACA73E}" presName="spaceBetweenRectangles" presStyleCnt="0"/>
      <dgm:spPr/>
    </dgm:pt>
    <dgm:pt modelId="{86D6E36D-08A5-4046-A778-919750F11F76}" type="pres">
      <dgm:prSet presAssocID="{528EE0AF-BF72-49A4-8E04-84824788C9A0}" presName="parentLin" presStyleCnt="0"/>
      <dgm:spPr/>
    </dgm:pt>
    <dgm:pt modelId="{876A775A-0AA8-4948-9925-E48988E6D285}" type="pres">
      <dgm:prSet presAssocID="{528EE0AF-BF72-49A4-8E04-84824788C9A0}" presName="parentLeftMargin" presStyleLbl="node1" presStyleIdx="4" presStyleCnt="6"/>
      <dgm:spPr/>
      <dgm:t>
        <a:bodyPr/>
        <a:lstStyle/>
        <a:p>
          <a:endParaRPr lang="en-US"/>
        </a:p>
      </dgm:t>
    </dgm:pt>
    <dgm:pt modelId="{5B3CCF11-D9AD-4A8E-8DFE-1BA641EDE60A}" type="pres">
      <dgm:prSet presAssocID="{528EE0AF-BF72-49A4-8E04-84824788C9A0}" presName="parentText" presStyleLbl="node1" presStyleIdx="5" presStyleCnt="6">
        <dgm:presLayoutVars>
          <dgm:chMax val="0"/>
          <dgm:bulletEnabled val="1"/>
        </dgm:presLayoutVars>
      </dgm:prSet>
      <dgm:spPr/>
      <dgm:t>
        <a:bodyPr/>
        <a:lstStyle/>
        <a:p>
          <a:endParaRPr lang="en-US"/>
        </a:p>
      </dgm:t>
    </dgm:pt>
    <dgm:pt modelId="{9C4E8E00-5FB8-4940-881F-E2B476DCBE57}" type="pres">
      <dgm:prSet presAssocID="{528EE0AF-BF72-49A4-8E04-84824788C9A0}" presName="negativeSpace" presStyleCnt="0"/>
      <dgm:spPr/>
    </dgm:pt>
    <dgm:pt modelId="{0FFA194E-14AD-4E2B-A870-2DB0266686C6}" type="pres">
      <dgm:prSet presAssocID="{528EE0AF-BF72-49A4-8E04-84824788C9A0}" presName="childText" presStyleLbl="conFgAcc1" presStyleIdx="5" presStyleCnt="6">
        <dgm:presLayoutVars>
          <dgm:bulletEnabled val="1"/>
        </dgm:presLayoutVars>
      </dgm:prSet>
      <dgm:spPr/>
    </dgm:pt>
  </dgm:ptLst>
  <dgm:cxnLst>
    <dgm:cxn modelId="{EDA4C85F-69FB-4B26-8E31-267D16ABA5C2}" type="presOf" srcId="{C53C7DD3-80C5-4434-A00B-F94226DC7D36}" destId="{F5633E72-6937-40F4-AF6B-264C7A7C9669}" srcOrd="0" destOrd="0" presId="urn:microsoft.com/office/officeart/2005/8/layout/list1"/>
    <dgm:cxn modelId="{5BD7A7B1-AEE7-4395-91AB-55B96F8D78CD}" type="presOf" srcId="{DE486778-7E07-4040-BB1F-935CE15C5A04}" destId="{BAAC1387-5758-4405-8677-E53D1E12234C}" srcOrd="0" destOrd="0" presId="urn:microsoft.com/office/officeart/2005/8/layout/list1"/>
    <dgm:cxn modelId="{DDB096EC-074C-4CE8-B09E-8748B921173B}" type="presOf" srcId="{37D67BBF-5F64-4A6C-9C9A-818D47561BE3}" destId="{6E5491D4-AF51-4192-BC8E-3E80865DA3EA}" srcOrd="0" destOrd="0" presId="urn:microsoft.com/office/officeart/2005/8/layout/list1"/>
    <dgm:cxn modelId="{9E864E17-B890-42E3-9142-D757B77C7C58}" srcId="{37D67BBF-5F64-4A6C-9C9A-818D47561BE3}" destId="{5A71886F-0B05-42DE-87FA-53185AB04122}" srcOrd="0" destOrd="0" parTransId="{EA64A8FA-2B3A-4D57-96E3-40A08A7A59F1}" sibTransId="{1E632D1B-F663-4220-A6FC-B6FBDBE8A086}"/>
    <dgm:cxn modelId="{DBBD561D-C95B-421F-8D38-D3548C22EE7D}" srcId="{37D67BBF-5F64-4A6C-9C9A-818D47561BE3}" destId="{FE473F43-E100-40DD-A643-A305C567E369}" srcOrd="4" destOrd="0" parTransId="{1A94B75E-9D6F-482D-A971-D4715AFB6245}" sibTransId="{D645549E-ED5D-4D7D-90B3-FF0DF5ACA73E}"/>
    <dgm:cxn modelId="{F159D2B8-330F-40CD-9F38-2381466ECDD3}" type="presOf" srcId="{5A71886F-0B05-42DE-87FA-53185AB04122}" destId="{1530D387-B43A-41C1-BF02-49BF4B6C317A}" srcOrd="0" destOrd="0" presId="urn:microsoft.com/office/officeart/2005/8/layout/list1"/>
    <dgm:cxn modelId="{9A4F024D-5F1A-4F25-AA67-716832990AF5}" type="presOf" srcId="{C53C7DD3-80C5-4434-A00B-F94226DC7D36}" destId="{AAD8D5F1-F969-4BAD-AB76-1DB6CBAD43EE}" srcOrd="1" destOrd="0" presId="urn:microsoft.com/office/officeart/2005/8/layout/list1"/>
    <dgm:cxn modelId="{11381A25-3B85-4F36-A70F-0C68CC7F7520}" type="presOf" srcId="{5A71886F-0B05-42DE-87FA-53185AB04122}" destId="{C3C14676-B91F-445E-B0A6-211E82B4C8C4}" srcOrd="1" destOrd="0" presId="urn:microsoft.com/office/officeart/2005/8/layout/list1"/>
    <dgm:cxn modelId="{F5726871-2FFF-466F-93DF-310E3D0E2B74}" type="presOf" srcId="{528EE0AF-BF72-49A4-8E04-84824788C9A0}" destId="{5B3CCF11-D9AD-4A8E-8DFE-1BA641EDE60A}" srcOrd="1" destOrd="0" presId="urn:microsoft.com/office/officeart/2005/8/layout/list1"/>
    <dgm:cxn modelId="{AFA564DB-E3FC-4FEF-89E1-950CC4CD7EA5}" type="presOf" srcId="{DE486778-7E07-4040-BB1F-935CE15C5A04}" destId="{BD2527DF-2C29-4C9E-A455-D94B6992F489}" srcOrd="1" destOrd="0" presId="urn:microsoft.com/office/officeart/2005/8/layout/list1"/>
    <dgm:cxn modelId="{C7FBD402-C697-44F6-9D1E-3BF5023A7AC8}" type="presOf" srcId="{E0320049-4799-4257-AC3E-FB76C84C6584}" destId="{DDF01E00-A2D8-48D2-AA5A-C7ECCB083B03}" srcOrd="0" destOrd="0" presId="urn:microsoft.com/office/officeart/2005/8/layout/list1"/>
    <dgm:cxn modelId="{A1EC9425-A748-4A06-863C-BEDE07A85C7D}" srcId="{37D67BBF-5F64-4A6C-9C9A-818D47561BE3}" destId="{E0320049-4799-4257-AC3E-FB76C84C6584}" srcOrd="2" destOrd="0" parTransId="{B9358023-DCD6-4772-BDDF-75385C37C6BB}" sibTransId="{81D19710-669B-4371-8B7C-FB35F87A9BC5}"/>
    <dgm:cxn modelId="{744462C0-35C4-455A-A976-1D751214AADA}" srcId="{37D67BBF-5F64-4A6C-9C9A-818D47561BE3}" destId="{DE486778-7E07-4040-BB1F-935CE15C5A04}" srcOrd="1" destOrd="0" parTransId="{AD08BEA9-C3D5-4A48-B313-C529B109EC53}" sibTransId="{E9CB09B7-2D7F-4086-80C9-789F2FC90AB8}"/>
    <dgm:cxn modelId="{7A81BF40-5AFF-430B-9480-80592B84E3A0}" type="presOf" srcId="{FE473F43-E100-40DD-A643-A305C567E369}" destId="{3CCE3DFC-FFD7-41DE-B098-0A1D82E53E21}" srcOrd="0" destOrd="0" presId="urn:microsoft.com/office/officeart/2005/8/layout/list1"/>
    <dgm:cxn modelId="{C62F8258-41BE-4D66-B76C-E59A111670D5}" srcId="{37D67BBF-5F64-4A6C-9C9A-818D47561BE3}" destId="{C53C7DD3-80C5-4434-A00B-F94226DC7D36}" srcOrd="3" destOrd="0" parTransId="{193C30E3-8C67-4554-921D-A0260B7CFA23}" sibTransId="{C3ADDD14-B554-4E0D-A432-84F68FF0D6B1}"/>
    <dgm:cxn modelId="{BAC832D8-11B8-4C59-8757-D30CA4030054}" type="presOf" srcId="{E0320049-4799-4257-AC3E-FB76C84C6584}" destId="{64367282-3AF4-44B6-8E02-A0CF0AAD135F}" srcOrd="1" destOrd="0" presId="urn:microsoft.com/office/officeart/2005/8/layout/list1"/>
    <dgm:cxn modelId="{EC100296-3E78-4E94-9190-10DD791E233D}" type="presOf" srcId="{528EE0AF-BF72-49A4-8E04-84824788C9A0}" destId="{876A775A-0AA8-4948-9925-E48988E6D285}" srcOrd="0" destOrd="0" presId="urn:microsoft.com/office/officeart/2005/8/layout/list1"/>
    <dgm:cxn modelId="{29AA0DF2-00DB-4CB9-BCC9-7AA03CA30324}" type="presOf" srcId="{FE473F43-E100-40DD-A643-A305C567E369}" destId="{F94FCEBB-FC60-4FDC-A272-DE4209AFB34A}" srcOrd="1" destOrd="0" presId="urn:microsoft.com/office/officeart/2005/8/layout/list1"/>
    <dgm:cxn modelId="{88EC197E-4A58-4D4E-9D31-DC7726054E02}" srcId="{37D67BBF-5F64-4A6C-9C9A-818D47561BE3}" destId="{528EE0AF-BF72-49A4-8E04-84824788C9A0}" srcOrd="5" destOrd="0" parTransId="{1A881D47-4C91-4840-9B4A-5271F8CB0A9D}" sibTransId="{638CCF22-68CF-4F90-98EF-7E39ADF5B203}"/>
    <dgm:cxn modelId="{9CCCA6E0-9679-4F24-97F5-4BBE968116FA}" type="presParOf" srcId="{6E5491D4-AF51-4192-BC8E-3E80865DA3EA}" destId="{10534247-FFF7-45B2-984C-4CB1CBC5EB1A}" srcOrd="0" destOrd="0" presId="urn:microsoft.com/office/officeart/2005/8/layout/list1"/>
    <dgm:cxn modelId="{D6B46BCE-7E4E-48FB-A30B-3412F51E05DE}" type="presParOf" srcId="{10534247-FFF7-45B2-984C-4CB1CBC5EB1A}" destId="{1530D387-B43A-41C1-BF02-49BF4B6C317A}" srcOrd="0" destOrd="0" presId="urn:microsoft.com/office/officeart/2005/8/layout/list1"/>
    <dgm:cxn modelId="{1FABE92C-7ED8-421B-913A-4C9E9C5E1079}" type="presParOf" srcId="{10534247-FFF7-45B2-984C-4CB1CBC5EB1A}" destId="{C3C14676-B91F-445E-B0A6-211E82B4C8C4}" srcOrd="1" destOrd="0" presId="urn:microsoft.com/office/officeart/2005/8/layout/list1"/>
    <dgm:cxn modelId="{6DA2B129-A9F1-4CBB-9600-DB57B2B460D8}" type="presParOf" srcId="{6E5491D4-AF51-4192-BC8E-3E80865DA3EA}" destId="{BB318D60-CB7E-4068-A8AB-04E3E920C3B1}" srcOrd="1" destOrd="0" presId="urn:microsoft.com/office/officeart/2005/8/layout/list1"/>
    <dgm:cxn modelId="{A734FD90-0D59-4B77-99C1-44AED398DFF5}" type="presParOf" srcId="{6E5491D4-AF51-4192-BC8E-3E80865DA3EA}" destId="{F4ACFF40-6A21-4079-AA7F-4F82C570203D}" srcOrd="2" destOrd="0" presId="urn:microsoft.com/office/officeart/2005/8/layout/list1"/>
    <dgm:cxn modelId="{167DF9F4-C506-4DE0-B2C5-FA934AA918A9}" type="presParOf" srcId="{6E5491D4-AF51-4192-BC8E-3E80865DA3EA}" destId="{34FDFFFA-FB58-420D-B985-854687B05207}" srcOrd="3" destOrd="0" presId="urn:microsoft.com/office/officeart/2005/8/layout/list1"/>
    <dgm:cxn modelId="{6AE16E72-DEA4-4986-81AA-3C38CC199A08}" type="presParOf" srcId="{6E5491D4-AF51-4192-BC8E-3E80865DA3EA}" destId="{35AA11DD-C398-4497-B364-15F3072EB6B7}" srcOrd="4" destOrd="0" presId="urn:microsoft.com/office/officeart/2005/8/layout/list1"/>
    <dgm:cxn modelId="{881C2FEC-22F9-47A5-845D-B546F8BC1292}" type="presParOf" srcId="{35AA11DD-C398-4497-B364-15F3072EB6B7}" destId="{BAAC1387-5758-4405-8677-E53D1E12234C}" srcOrd="0" destOrd="0" presId="urn:microsoft.com/office/officeart/2005/8/layout/list1"/>
    <dgm:cxn modelId="{1190DC82-40F7-4F41-9F76-0BB360550A87}" type="presParOf" srcId="{35AA11DD-C398-4497-B364-15F3072EB6B7}" destId="{BD2527DF-2C29-4C9E-A455-D94B6992F489}" srcOrd="1" destOrd="0" presId="urn:microsoft.com/office/officeart/2005/8/layout/list1"/>
    <dgm:cxn modelId="{70C3DF13-C6F8-418B-844C-6F4F75195FA6}" type="presParOf" srcId="{6E5491D4-AF51-4192-BC8E-3E80865DA3EA}" destId="{D2A00BD4-6B30-418E-8CC4-3ACF65D4CBB3}" srcOrd="5" destOrd="0" presId="urn:microsoft.com/office/officeart/2005/8/layout/list1"/>
    <dgm:cxn modelId="{AB2570B3-5D18-477F-A724-36AAC94DDDFA}" type="presParOf" srcId="{6E5491D4-AF51-4192-BC8E-3E80865DA3EA}" destId="{88DE22B2-EA69-4FFF-99B3-013204F8D119}" srcOrd="6" destOrd="0" presId="urn:microsoft.com/office/officeart/2005/8/layout/list1"/>
    <dgm:cxn modelId="{7ED6BE5B-D770-4066-933C-D13749C6E0CD}" type="presParOf" srcId="{6E5491D4-AF51-4192-BC8E-3E80865DA3EA}" destId="{0212E994-376C-498F-8B26-E06BE942CF16}" srcOrd="7" destOrd="0" presId="urn:microsoft.com/office/officeart/2005/8/layout/list1"/>
    <dgm:cxn modelId="{6A8C391A-BB5C-471B-ACF1-F334C6885736}" type="presParOf" srcId="{6E5491D4-AF51-4192-BC8E-3E80865DA3EA}" destId="{FDCAF46B-113A-454B-B849-D70590DA41EA}" srcOrd="8" destOrd="0" presId="urn:microsoft.com/office/officeart/2005/8/layout/list1"/>
    <dgm:cxn modelId="{EA39DFA0-F6EA-4EBE-AB23-7F6A84FD3224}" type="presParOf" srcId="{FDCAF46B-113A-454B-B849-D70590DA41EA}" destId="{DDF01E00-A2D8-48D2-AA5A-C7ECCB083B03}" srcOrd="0" destOrd="0" presId="urn:microsoft.com/office/officeart/2005/8/layout/list1"/>
    <dgm:cxn modelId="{3F3EA37B-76C8-4BE5-9DE3-16E016B2DFE9}" type="presParOf" srcId="{FDCAF46B-113A-454B-B849-D70590DA41EA}" destId="{64367282-3AF4-44B6-8E02-A0CF0AAD135F}" srcOrd="1" destOrd="0" presId="urn:microsoft.com/office/officeart/2005/8/layout/list1"/>
    <dgm:cxn modelId="{931B126D-557F-429D-BA53-4C22EAA38B75}" type="presParOf" srcId="{6E5491D4-AF51-4192-BC8E-3E80865DA3EA}" destId="{8AD7147E-1B85-4C5E-9CAD-5C8CDC1E1C23}" srcOrd="9" destOrd="0" presId="urn:microsoft.com/office/officeart/2005/8/layout/list1"/>
    <dgm:cxn modelId="{C3D50B81-A918-4FAB-8081-4BEBDABE52E0}" type="presParOf" srcId="{6E5491D4-AF51-4192-BC8E-3E80865DA3EA}" destId="{6CF4CE92-FEC9-47F5-A3E9-6848A1F765C3}" srcOrd="10" destOrd="0" presId="urn:microsoft.com/office/officeart/2005/8/layout/list1"/>
    <dgm:cxn modelId="{F60CDDF5-CA33-4387-99D2-C3B7156FB8C6}" type="presParOf" srcId="{6E5491D4-AF51-4192-BC8E-3E80865DA3EA}" destId="{C88845A3-109B-465A-8A55-0CDFE2BE23EF}" srcOrd="11" destOrd="0" presId="urn:microsoft.com/office/officeart/2005/8/layout/list1"/>
    <dgm:cxn modelId="{0973E9DC-8AF7-4758-8DC1-F99E1A5BCD96}" type="presParOf" srcId="{6E5491D4-AF51-4192-BC8E-3E80865DA3EA}" destId="{4F2A9CBA-3C38-492E-93AC-A4E9DF4C4DEE}" srcOrd="12" destOrd="0" presId="urn:microsoft.com/office/officeart/2005/8/layout/list1"/>
    <dgm:cxn modelId="{5F36FD81-9C73-4686-A837-E63A629FBD45}" type="presParOf" srcId="{4F2A9CBA-3C38-492E-93AC-A4E9DF4C4DEE}" destId="{F5633E72-6937-40F4-AF6B-264C7A7C9669}" srcOrd="0" destOrd="0" presId="urn:microsoft.com/office/officeart/2005/8/layout/list1"/>
    <dgm:cxn modelId="{68AE7EC5-A006-4E4F-AF22-5773DE2B76E8}" type="presParOf" srcId="{4F2A9CBA-3C38-492E-93AC-A4E9DF4C4DEE}" destId="{AAD8D5F1-F969-4BAD-AB76-1DB6CBAD43EE}" srcOrd="1" destOrd="0" presId="urn:microsoft.com/office/officeart/2005/8/layout/list1"/>
    <dgm:cxn modelId="{D125CB49-E7B4-42A4-BF5E-BEDF0034C33A}" type="presParOf" srcId="{6E5491D4-AF51-4192-BC8E-3E80865DA3EA}" destId="{119227FE-6BFC-44AC-87B7-05B76ACD38C1}" srcOrd="13" destOrd="0" presId="urn:microsoft.com/office/officeart/2005/8/layout/list1"/>
    <dgm:cxn modelId="{5123233B-B294-419D-9EFC-16BFB1983E0F}" type="presParOf" srcId="{6E5491D4-AF51-4192-BC8E-3E80865DA3EA}" destId="{6C8012CC-FC01-4D00-9960-54E03E21D06F}" srcOrd="14" destOrd="0" presId="urn:microsoft.com/office/officeart/2005/8/layout/list1"/>
    <dgm:cxn modelId="{6715DFE5-4625-4465-B859-BAB66032FAA2}" type="presParOf" srcId="{6E5491D4-AF51-4192-BC8E-3E80865DA3EA}" destId="{49D006B7-7CB6-434A-A304-546ED71D0FF9}" srcOrd="15" destOrd="0" presId="urn:microsoft.com/office/officeart/2005/8/layout/list1"/>
    <dgm:cxn modelId="{A467456C-4414-4991-AB82-AB39FA01D73F}" type="presParOf" srcId="{6E5491D4-AF51-4192-BC8E-3E80865DA3EA}" destId="{67BD836F-9659-40B7-BE5A-B12CDB7811F0}" srcOrd="16" destOrd="0" presId="urn:microsoft.com/office/officeart/2005/8/layout/list1"/>
    <dgm:cxn modelId="{EC8EA3DD-C780-48A7-8EBB-A9D951EE3CF0}" type="presParOf" srcId="{67BD836F-9659-40B7-BE5A-B12CDB7811F0}" destId="{3CCE3DFC-FFD7-41DE-B098-0A1D82E53E21}" srcOrd="0" destOrd="0" presId="urn:microsoft.com/office/officeart/2005/8/layout/list1"/>
    <dgm:cxn modelId="{62B6BA85-E8A8-4DE3-A0DB-6D03CD767C95}" type="presParOf" srcId="{67BD836F-9659-40B7-BE5A-B12CDB7811F0}" destId="{F94FCEBB-FC60-4FDC-A272-DE4209AFB34A}" srcOrd="1" destOrd="0" presId="urn:microsoft.com/office/officeart/2005/8/layout/list1"/>
    <dgm:cxn modelId="{CC5B14D9-49FB-4DB9-877D-852329BE0E02}" type="presParOf" srcId="{6E5491D4-AF51-4192-BC8E-3E80865DA3EA}" destId="{2E23A53F-82DE-4711-BA00-51E416C022BA}" srcOrd="17" destOrd="0" presId="urn:microsoft.com/office/officeart/2005/8/layout/list1"/>
    <dgm:cxn modelId="{2ED6FE67-947E-4516-A2E7-50BA23B1A826}" type="presParOf" srcId="{6E5491D4-AF51-4192-BC8E-3E80865DA3EA}" destId="{2075B72E-1590-474B-928C-852506B097A1}" srcOrd="18" destOrd="0" presId="urn:microsoft.com/office/officeart/2005/8/layout/list1"/>
    <dgm:cxn modelId="{149723F6-F1DC-4C41-9BFB-A07E1177D703}" type="presParOf" srcId="{6E5491D4-AF51-4192-BC8E-3E80865DA3EA}" destId="{2B7BA423-C210-45C3-AAEA-B08EC309A867}" srcOrd="19" destOrd="0" presId="urn:microsoft.com/office/officeart/2005/8/layout/list1"/>
    <dgm:cxn modelId="{ADF5A3B1-8E35-4F7F-8717-FD2A99320DC9}" type="presParOf" srcId="{6E5491D4-AF51-4192-BC8E-3E80865DA3EA}" destId="{86D6E36D-08A5-4046-A778-919750F11F76}" srcOrd="20" destOrd="0" presId="urn:microsoft.com/office/officeart/2005/8/layout/list1"/>
    <dgm:cxn modelId="{9DB57CA9-7622-4DD9-B76E-7B8B7AE98159}" type="presParOf" srcId="{86D6E36D-08A5-4046-A778-919750F11F76}" destId="{876A775A-0AA8-4948-9925-E48988E6D285}" srcOrd="0" destOrd="0" presId="urn:microsoft.com/office/officeart/2005/8/layout/list1"/>
    <dgm:cxn modelId="{409030D5-24BB-4B6B-8D8A-024328B0DFFF}" type="presParOf" srcId="{86D6E36D-08A5-4046-A778-919750F11F76}" destId="{5B3CCF11-D9AD-4A8E-8DFE-1BA641EDE60A}" srcOrd="1" destOrd="0" presId="urn:microsoft.com/office/officeart/2005/8/layout/list1"/>
    <dgm:cxn modelId="{DBD290EB-CA76-4C9A-B605-84024FDE0E12}" type="presParOf" srcId="{6E5491D4-AF51-4192-BC8E-3E80865DA3EA}" destId="{9C4E8E00-5FB8-4940-881F-E2B476DCBE57}" srcOrd="21" destOrd="0" presId="urn:microsoft.com/office/officeart/2005/8/layout/list1"/>
    <dgm:cxn modelId="{98D71E69-B6C9-46FA-827D-C8C84AAD396C}" type="presParOf" srcId="{6E5491D4-AF51-4192-BC8E-3E80865DA3EA}" destId="{0FFA194E-14AD-4E2B-A870-2DB0266686C6}"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ACFF40-6A21-4079-AA7F-4F82C570203D}">
      <dsp:nvSpPr>
        <dsp:cNvPr id="0" name=""/>
        <dsp:cNvSpPr/>
      </dsp:nvSpPr>
      <dsp:spPr>
        <a:xfrm>
          <a:off x="0" y="298385"/>
          <a:ext cx="6348412" cy="4032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3C14676-B91F-445E-B0A6-211E82B4C8C4}">
      <dsp:nvSpPr>
        <dsp:cNvPr id="0" name=""/>
        <dsp:cNvSpPr/>
      </dsp:nvSpPr>
      <dsp:spPr>
        <a:xfrm>
          <a:off x="317420" y="62225"/>
          <a:ext cx="4443889" cy="472320"/>
        </a:xfrm>
        <a:prstGeom prst="roundRect">
          <a:avLst/>
        </a:prstGeom>
        <a:gradFill rotWithShape="0">
          <a:gsLst>
            <a:gs pos="0">
              <a:schemeClr val="accent2">
                <a:hueOff val="0"/>
                <a:satOff val="0"/>
                <a:lumOff val="0"/>
                <a:alphaOff val="0"/>
                <a:tint val="62000"/>
                <a:satMod val="180000"/>
              </a:schemeClr>
            </a:gs>
            <a:gs pos="65000">
              <a:schemeClr val="accent2">
                <a:hueOff val="0"/>
                <a:satOff val="0"/>
                <a:lumOff val="0"/>
                <a:alphaOff val="0"/>
                <a:tint val="32000"/>
                <a:satMod val="250000"/>
              </a:schemeClr>
            </a:gs>
            <a:gs pos="100000">
              <a:schemeClr val="accent2">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7968" tIns="0" rIns="167968" bIns="0" numCol="1" spcCol="1270" anchor="ctr" anchorCtr="0">
          <a:noAutofit/>
        </a:bodyPr>
        <a:lstStyle/>
        <a:p>
          <a:pPr lvl="0" algn="l" defTabSz="1244600">
            <a:lnSpc>
              <a:spcPct val="90000"/>
            </a:lnSpc>
            <a:spcBef>
              <a:spcPct val="0"/>
            </a:spcBef>
            <a:spcAft>
              <a:spcPct val="35000"/>
            </a:spcAft>
          </a:pPr>
          <a:r>
            <a:rPr lang="en-GB" sz="2800" b="1" kern="1200" dirty="0"/>
            <a:t>Safety culture</a:t>
          </a:r>
        </a:p>
      </dsp:txBody>
      <dsp:txXfrm>
        <a:off x="340477" y="85282"/>
        <a:ext cx="4397775" cy="426206"/>
      </dsp:txXfrm>
    </dsp:sp>
    <dsp:sp modelId="{88DE22B2-EA69-4FFF-99B3-013204F8D119}">
      <dsp:nvSpPr>
        <dsp:cNvPr id="0" name=""/>
        <dsp:cNvSpPr/>
      </dsp:nvSpPr>
      <dsp:spPr>
        <a:xfrm>
          <a:off x="0" y="1024145"/>
          <a:ext cx="6348412" cy="403200"/>
        </a:xfrm>
        <a:prstGeom prst="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BD2527DF-2C29-4C9E-A455-D94B6992F489}">
      <dsp:nvSpPr>
        <dsp:cNvPr id="0" name=""/>
        <dsp:cNvSpPr/>
      </dsp:nvSpPr>
      <dsp:spPr>
        <a:xfrm>
          <a:off x="317420" y="787985"/>
          <a:ext cx="4443889" cy="472320"/>
        </a:xfrm>
        <a:prstGeom prst="roundRect">
          <a:avLst/>
        </a:prstGeom>
        <a:gradFill rotWithShape="0">
          <a:gsLst>
            <a:gs pos="0">
              <a:schemeClr val="accent3">
                <a:hueOff val="0"/>
                <a:satOff val="0"/>
                <a:lumOff val="0"/>
                <a:alphaOff val="0"/>
                <a:tint val="62000"/>
                <a:satMod val="180000"/>
              </a:schemeClr>
            </a:gs>
            <a:gs pos="65000">
              <a:schemeClr val="accent3">
                <a:hueOff val="0"/>
                <a:satOff val="0"/>
                <a:lumOff val="0"/>
                <a:alphaOff val="0"/>
                <a:tint val="32000"/>
                <a:satMod val="250000"/>
              </a:schemeClr>
            </a:gs>
            <a:gs pos="100000">
              <a:schemeClr val="accent3">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7968" tIns="0" rIns="167968" bIns="0" numCol="1" spcCol="1270" anchor="ctr" anchorCtr="0">
          <a:noAutofit/>
        </a:bodyPr>
        <a:lstStyle/>
        <a:p>
          <a:pPr marL="0" lvl="0" indent="0" algn="l" defTabSz="1244600">
            <a:lnSpc>
              <a:spcPct val="90000"/>
            </a:lnSpc>
            <a:spcBef>
              <a:spcPct val="0"/>
            </a:spcBef>
            <a:spcAft>
              <a:spcPct val="35000"/>
            </a:spcAft>
            <a:buNone/>
          </a:pPr>
          <a:r>
            <a:rPr lang="en-GB" sz="2800" b="1" kern="1200" dirty="0">
              <a:solidFill>
                <a:prstClr val="black"/>
              </a:solidFill>
              <a:latin typeface="Trebuchet MS" panose="020B0603020202020204"/>
              <a:ea typeface="+mn-ea"/>
              <a:cs typeface="+mn-cs"/>
            </a:rPr>
            <a:t>Communication</a:t>
          </a:r>
        </a:p>
      </dsp:txBody>
      <dsp:txXfrm>
        <a:off x="340477" y="811042"/>
        <a:ext cx="4397775" cy="426206"/>
      </dsp:txXfrm>
    </dsp:sp>
    <dsp:sp modelId="{6CF4CE92-FEC9-47F5-A3E9-6848A1F765C3}">
      <dsp:nvSpPr>
        <dsp:cNvPr id="0" name=""/>
        <dsp:cNvSpPr/>
      </dsp:nvSpPr>
      <dsp:spPr>
        <a:xfrm>
          <a:off x="0" y="1749905"/>
          <a:ext cx="6348412" cy="403200"/>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4367282-3AF4-44B6-8E02-A0CF0AAD135F}">
      <dsp:nvSpPr>
        <dsp:cNvPr id="0" name=""/>
        <dsp:cNvSpPr/>
      </dsp:nvSpPr>
      <dsp:spPr>
        <a:xfrm>
          <a:off x="266620" y="1513745"/>
          <a:ext cx="4443889" cy="472320"/>
        </a:xfrm>
        <a:prstGeom prst="roundRect">
          <a:avLst/>
        </a:prstGeom>
        <a:gradFill rotWithShape="0">
          <a:gsLst>
            <a:gs pos="0">
              <a:schemeClr val="accent4">
                <a:hueOff val="0"/>
                <a:satOff val="0"/>
                <a:lumOff val="0"/>
                <a:alphaOff val="0"/>
                <a:tint val="62000"/>
                <a:satMod val="180000"/>
              </a:schemeClr>
            </a:gs>
            <a:gs pos="65000">
              <a:schemeClr val="accent4">
                <a:hueOff val="0"/>
                <a:satOff val="0"/>
                <a:lumOff val="0"/>
                <a:alphaOff val="0"/>
                <a:tint val="32000"/>
                <a:satMod val="250000"/>
              </a:schemeClr>
            </a:gs>
            <a:gs pos="100000">
              <a:schemeClr val="accent4">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7968" tIns="0" rIns="167968" bIns="0" numCol="1" spcCol="1270" anchor="ctr" anchorCtr="0">
          <a:noAutofit/>
        </a:bodyPr>
        <a:lstStyle/>
        <a:p>
          <a:pPr lvl="0" algn="l" defTabSz="1244600">
            <a:lnSpc>
              <a:spcPct val="90000"/>
            </a:lnSpc>
            <a:spcBef>
              <a:spcPct val="0"/>
            </a:spcBef>
            <a:spcAft>
              <a:spcPct val="35000"/>
            </a:spcAft>
          </a:pPr>
          <a:r>
            <a:rPr lang="en-GB" sz="2800" b="1" kern="1200" dirty="0"/>
            <a:t>Medication Use</a:t>
          </a:r>
        </a:p>
      </dsp:txBody>
      <dsp:txXfrm>
        <a:off x="289677" y="1536802"/>
        <a:ext cx="4397775" cy="426206"/>
      </dsp:txXfrm>
    </dsp:sp>
    <dsp:sp modelId="{6C8012CC-FC01-4D00-9960-54E03E21D06F}">
      <dsp:nvSpPr>
        <dsp:cNvPr id="0" name=""/>
        <dsp:cNvSpPr/>
      </dsp:nvSpPr>
      <dsp:spPr>
        <a:xfrm>
          <a:off x="0" y="2475665"/>
          <a:ext cx="6348412" cy="403200"/>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AD8D5F1-F969-4BAD-AB76-1DB6CBAD43EE}">
      <dsp:nvSpPr>
        <dsp:cNvPr id="0" name=""/>
        <dsp:cNvSpPr/>
      </dsp:nvSpPr>
      <dsp:spPr>
        <a:xfrm>
          <a:off x="342820" y="2176007"/>
          <a:ext cx="4443889" cy="472320"/>
        </a:xfrm>
        <a:prstGeom prst="roundRect">
          <a:avLst/>
        </a:prstGeom>
        <a:gradFill rotWithShape="0">
          <a:gsLst>
            <a:gs pos="0">
              <a:schemeClr val="accent5">
                <a:hueOff val="0"/>
                <a:satOff val="0"/>
                <a:lumOff val="0"/>
                <a:alphaOff val="0"/>
                <a:tint val="62000"/>
                <a:satMod val="180000"/>
              </a:schemeClr>
            </a:gs>
            <a:gs pos="65000">
              <a:schemeClr val="accent5">
                <a:hueOff val="0"/>
                <a:satOff val="0"/>
                <a:lumOff val="0"/>
                <a:alphaOff val="0"/>
                <a:tint val="32000"/>
                <a:satMod val="250000"/>
              </a:schemeClr>
            </a:gs>
            <a:gs pos="100000">
              <a:schemeClr val="accent5">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7968" tIns="0" rIns="167968" bIns="0" numCol="1" spcCol="1270" anchor="ctr" anchorCtr="0">
          <a:noAutofit/>
        </a:bodyPr>
        <a:lstStyle/>
        <a:p>
          <a:pPr lvl="0" algn="l" defTabSz="1244600">
            <a:lnSpc>
              <a:spcPct val="90000"/>
            </a:lnSpc>
            <a:spcBef>
              <a:spcPct val="0"/>
            </a:spcBef>
            <a:spcAft>
              <a:spcPct val="35000"/>
            </a:spcAft>
          </a:pPr>
          <a:r>
            <a:rPr lang="en-GB" sz="2800" b="1" kern="1200" dirty="0">
              <a:solidFill>
                <a:prstClr val="black"/>
              </a:solidFill>
              <a:latin typeface="Trebuchet MS" panose="020B0603020202020204"/>
              <a:ea typeface="+mn-ea"/>
              <a:cs typeface="+mn-cs"/>
            </a:rPr>
            <a:t>Work life/Workforce</a:t>
          </a:r>
        </a:p>
      </dsp:txBody>
      <dsp:txXfrm>
        <a:off x="365877" y="2199064"/>
        <a:ext cx="4397775" cy="426206"/>
      </dsp:txXfrm>
    </dsp:sp>
    <dsp:sp modelId="{2075B72E-1590-474B-928C-852506B097A1}">
      <dsp:nvSpPr>
        <dsp:cNvPr id="0" name=""/>
        <dsp:cNvSpPr/>
      </dsp:nvSpPr>
      <dsp:spPr>
        <a:xfrm>
          <a:off x="0" y="3201425"/>
          <a:ext cx="6348412" cy="403200"/>
        </a:xfrm>
        <a:prstGeom prst="rect">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94FCEBB-FC60-4FDC-A272-DE4209AFB34A}">
      <dsp:nvSpPr>
        <dsp:cNvPr id="0" name=""/>
        <dsp:cNvSpPr/>
      </dsp:nvSpPr>
      <dsp:spPr>
        <a:xfrm>
          <a:off x="317420" y="2965265"/>
          <a:ext cx="4443889" cy="472320"/>
        </a:xfrm>
        <a:prstGeom prst="roundRect">
          <a:avLst/>
        </a:prstGeom>
        <a:gradFill rotWithShape="0">
          <a:gsLst>
            <a:gs pos="0">
              <a:schemeClr val="accent6">
                <a:hueOff val="0"/>
                <a:satOff val="0"/>
                <a:lumOff val="0"/>
                <a:alphaOff val="0"/>
                <a:tint val="62000"/>
                <a:satMod val="180000"/>
              </a:schemeClr>
            </a:gs>
            <a:gs pos="65000">
              <a:schemeClr val="accent6">
                <a:hueOff val="0"/>
                <a:satOff val="0"/>
                <a:lumOff val="0"/>
                <a:alphaOff val="0"/>
                <a:tint val="32000"/>
                <a:satMod val="250000"/>
              </a:schemeClr>
            </a:gs>
            <a:gs pos="100000">
              <a:schemeClr val="accent6">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7968" tIns="0" rIns="167968" bIns="0" numCol="1" spcCol="1270" anchor="ctr" anchorCtr="0">
          <a:noAutofit/>
        </a:bodyPr>
        <a:lstStyle/>
        <a:p>
          <a:pPr marL="0" lvl="0" indent="0" algn="l" defTabSz="1244600">
            <a:lnSpc>
              <a:spcPct val="90000"/>
            </a:lnSpc>
            <a:spcBef>
              <a:spcPct val="0"/>
            </a:spcBef>
            <a:spcAft>
              <a:spcPct val="35000"/>
            </a:spcAft>
            <a:buNone/>
          </a:pPr>
          <a:r>
            <a:rPr lang="en-GB" sz="2800" b="1" kern="1200" dirty="0">
              <a:solidFill>
                <a:prstClr val="black"/>
              </a:solidFill>
              <a:latin typeface="Trebuchet MS" panose="020B0603020202020204"/>
              <a:ea typeface="+mn-ea"/>
              <a:cs typeface="+mn-cs"/>
            </a:rPr>
            <a:t>Infection control</a:t>
          </a:r>
        </a:p>
      </dsp:txBody>
      <dsp:txXfrm>
        <a:off x="340477" y="2988322"/>
        <a:ext cx="4397775" cy="426206"/>
      </dsp:txXfrm>
    </dsp:sp>
    <dsp:sp modelId="{0FFA194E-14AD-4E2B-A870-2DB0266686C6}">
      <dsp:nvSpPr>
        <dsp:cNvPr id="0" name=""/>
        <dsp:cNvSpPr/>
      </dsp:nvSpPr>
      <dsp:spPr>
        <a:xfrm>
          <a:off x="0" y="3927186"/>
          <a:ext cx="6348412" cy="4032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B3CCF11-D9AD-4A8E-8DFE-1BA641EDE60A}">
      <dsp:nvSpPr>
        <dsp:cNvPr id="0" name=""/>
        <dsp:cNvSpPr/>
      </dsp:nvSpPr>
      <dsp:spPr>
        <a:xfrm>
          <a:off x="317420" y="3691026"/>
          <a:ext cx="4443889" cy="472320"/>
        </a:xfrm>
        <a:prstGeom prst="roundRect">
          <a:avLst/>
        </a:prstGeom>
        <a:gradFill rotWithShape="0">
          <a:gsLst>
            <a:gs pos="0">
              <a:schemeClr val="accent2">
                <a:hueOff val="0"/>
                <a:satOff val="0"/>
                <a:lumOff val="0"/>
                <a:alphaOff val="0"/>
                <a:tint val="62000"/>
                <a:satMod val="180000"/>
              </a:schemeClr>
            </a:gs>
            <a:gs pos="65000">
              <a:schemeClr val="accent2">
                <a:hueOff val="0"/>
                <a:satOff val="0"/>
                <a:lumOff val="0"/>
                <a:alphaOff val="0"/>
                <a:tint val="32000"/>
                <a:satMod val="250000"/>
              </a:schemeClr>
            </a:gs>
            <a:gs pos="100000">
              <a:schemeClr val="accent2">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7968" tIns="0" rIns="167968" bIns="0" numCol="1" spcCol="1270" anchor="ctr" anchorCtr="0">
          <a:noAutofit/>
        </a:bodyPr>
        <a:lstStyle/>
        <a:p>
          <a:pPr marL="0" lvl="0" indent="0" algn="l" defTabSz="1244600">
            <a:lnSpc>
              <a:spcPct val="90000"/>
            </a:lnSpc>
            <a:spcBef>
              <a:spcPct val="0"/>
            </a:spcBef>
            <a:spcAft>
              <a:spcPct val="35000"/>
            </a:spcAft>
            <a:buNone/>
          </a:pPr>
          <a:r>
            <a:rPr lang="en-GB" sz="2800" b="1" kern="1200" dirty="0">
              <a:solidFill>
                <a:prstClr val="black"/>
              </a:solidFill>
              <a:latin typeface="Trebuchet MS" panose="020B0603020202020204"/>
              <a:ea typeface="+mn-ea"/>
              <a:cs typeface="+mn-cs"/>
            </a:rPr>
            <a:t>Risk assessment</a:t>
          </a:r>
        </a:p>
      </dsp:txBody>
      <dsp:txXfrm>
        <a:off x="340477" y="3714083"/>
        <a:ext cx="4397775"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CA9FDC-4EEE-4AD5-93BB-7AD37CF51A6D}" type="datetimeFigureOut">
              <a:rPr lang="en-GB" smtClean="0"/>
              <a:t>23/09/2019</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811FC-AB26-4C21-BB8B-0C819F08FEF3}" type="slidenum">
              <a:rPr lang="en-GB" smtClean="0"/>
              <a:t>‹#›</a:t>
            </a:fld>
            <a:endParaRPr lang="en-GB"/>
          </a:p>
        </p:txBody>
      </p:sp>
    </p:spTree>
    <p:extLst>
      <p:ext uri="{BB962C8B-B14F-4D97-AF65-F5344CB8AC3E}">
        <p14:creationId xmlns:p14="http://schemas.microsoft.com/office/powerpoint/2010/main" val="1980727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Legend Levels</a:t>
            </a:r>
          </a:p>
          <a:p>
            <a:r>
              <a:rPr lang="en-GB" b="1" dirty="0"/>
              <a:t>Gold addresses basic structures and processes linked to the foundational elements of safety and quality improvement. Platinum builds on the elements of quality and safety, and emphasizes key elements of client-centred care, creating consistency in the delivery of services through standardized processes, and involving clients and staff in decision-making. Diamond focuses on the achievement of quality by monitoring outcomes, using evidence and best practice to improve services, and benchmarking with peer organizations to drive system-level improvements.</a:t>
            </a:r>
          </a:p>
          <a:p>
            <a:endParaRPr lang="en-GB" b="1" dirty="0"/>
          </a:p>
        </p:txBody>
      </p:sp>
      <p:sp>
        <p:nvSpPr>
          <p:cNvPr id="4" name="Slide Number Placeholder 3"/>
          <p:cNvSpPr>
            <a:spLocks noGrp="1"/>
          </p:cNvSpPr>
          <p:nvPr>
            <p:ph type="sldNum" sz="quarter" idx="5"/>
          </p:nvPr>
        </p:nvSpPr>
        <p:spPr/>
        <p:txBody>
          <a:bodyPr/>
          <a:lstStyle/>
          <a:p>
            <a:fld id="{3E9811FC-AB26-4C21-BB8B-0C819F08FEF3}" type="slidenum">
              <a:rPr lang="en-GB" smtClean="0"/>
              <a:t>3</a:t>
            </a:fld>
            <a:endParaRPr lang="en-GB"/>
          </a:p>
        </p:txBody>
      </p:sp>
    </p:spTree>
    <p:extLst>
      <p:ext uri="{BB962C8B-B14F-4D97-AF65-F5344CB8AC3E}">
        <p14:creationId xmlns:p14="http://schemas.microsoft.com/office/powerpoint/2010/main" val="8126494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4B1114DC-867B-4BDB-923D-F4A957D1FAD4}" type="datetimeFigureOut">
              <a:rPr lang="en-GB" smtClean="0"/>
              <a:t>23/09/2019</a:t>
            </a:fld>
            <a:endParaRPr lang="en-GB"/>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GB"/>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D6D61ACC-111D-40D3-B9C3-7FF7BB7D0A03}"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B1114DC-867B-4BDB-923D-F4A957D1FAD4}" type="datetimeFigureOut">
              <a:rPr lang="en-GB" smtClean="0"/>
              <a:t>23/09/2019</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D6D61ACC-111D-40D3-B9C3-7FF7BB7D0A03}" type="slidenum">
              <a:rPr lang="en-GB" smtClean="0"/>
              <a:t>‹#›</a:t>
            </a:fld>
            <a:endParaRPr lang="en-GB"/>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4B1114DC-867B-4BDB-923D-F4A957D1FAD4}" type="datetimeFigureOut">
              <a:rPr lang="en-GB" smtClean="0"/>
              <a:t>23/09/2019</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D6D61ACC-111D-40D3-B9C3-7FF7BB7D0A03}" type="slidenum">
              <a:rPr lang="en-GB" smtClean="0"/>
              <a:t>‹#›</a:t>
            </a:fld>
            <a:endParaRPr lang="en-GB"/>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B1114DC-867B-4BDB-923D-F4A957D1FAD4}" type="datetimeFigureOut">
              <a:rPr lang="en-GB" smtClean="0"/>
              <a:t>23/09/2019</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D6D61ACC-111D-40D3-B9C3-7FF7BB7D0A03}" type="slidenum">
              <a:rPr lang="en-GB" smtClean="0"/>
              <a:t>‹#›</a:t>
            </a:fld>
            <a:endParaRPr lang="en-GB"/>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4B1114DC-867B-4BDB-923D-F4A957D1FAD4}" type="datetimeFigureOut">
              <a:rPr lang="en-GB" smtClean="0"/>
              <a:t>23/09/2019</a:t>
            </a:fld>
            <a:endParaRPr lang="en-GB"/>
          </a:p>
        </p:txBody>
      </p:sp>
      <p:sp>
        <p:nvSpPr>
          <p:cNvPr id="8" name="Footer Placeholder 7"/>
          <p:cNvSpPr>
            <a:spLocks noGrp="1"/>
          </p:cNvSpPr>
          <p:nvPr>
            <p:ph type="ftr" sz="quarter" idx="11"/>
          </p:nvPr>
        </p:nvSpPr>
        <p:spPr/>
        <p:txBody>
          <a:bodyPr/>
          <a:lstStyle>
            <a:extLst/>
          </a:lstStyle>
          <a:p>
            <a:endParaRPr lang="en-GB"/>
          </a:p>
        </p:txBody>
      </p:sp>
      <p:sp>
        <p:nvSpPr>
          <p:cNvPr id="9" name="Slide Number Placeholder 8"/>
          <p:cNvSpPr>
            <a:spLocks noGrp="1"/>
          </p:cNvSpPr>
          <p:nvPr>
            <p:ph type="sldNum" sz="quarter" idx="12"/>
          </p:nvPr>
        </p:nvSpPr>
        <p:spPr/>
        <p:txBody>
          <a:bodyPr/>
          <a:lstStyle>
            <a:extLst/>
          </a:lstStyle>
          <a:p>
            <a:fld id="{D6D61ACC-111D-40D3-B9C3-7FF7BB7D0A03}" type="slidenum">
              <a:rPr lang="en-GB" smtClean="0"/>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4B1114DC-867B-4BDB-923D-F4A957D1FAD4}" type="datetimeFigureOut">
              <a:rPr lang="en-GB" smtClean="0"/>
              <a:t>23/09/2019</a:t>
            </a:fld>
            <a:endParaRPr lang="en-GB"/>
          </a:p>
        </p:txBody>
      </p:sp>
      <p:sp>
        <p:nvSpPr>
          <p:cNvPr id="4" name="Footer Placeholder 3"/>
          <p:cNvSpPr>
            <a:spLocks noGrp="1"/>
          </p:cNvSpPr>
          <p:nvPr>
            <p:ph type="ftr" sz="quarter" idx="11"/>
          </p:nvPr>
        </p:nvSpPr>
        <p:spPr/>
        <p:txBody>
          <a:bodyPr/>
          <a:lstStyle>
            <a:extLst/>
          </a:lstStyle>
          <a:p>
            <a:endParaRPr lang="en-GB"/>
          </a:p>
        </p:txBody>
      </p:sp>
      <p:sp>
        <p:nvSpPr>
          <p:cNvPr id="5" name="Slide Number Placeholder 4"/>
          <p:cNvSpPr>
            <a:spLocks noGrp="1"/>
          </p:cNvSpPr>
          <p:nvPr>
            <p:ph type="sldNum" sz="quarter" idx="12"/>
          </p:nvPr>
        </p:nvSpPr>
        <p:spPr/>
        <p:txBody>
          <a:bodyPr/>
          <a:lstStyle>
            <a:extLst/>
          </a:lstStyle>
          <a:p>
            <a:fld id="{D6D61ACC-111D-40D3-B9C3-7FF7BB7D0A03}" type="slidenum">
              <a:rPr lang="en-GB" smtClean="0"/>
              <a:t>‹#›</a:t>
            </a:fld>
            <a:endParaRPr lang="en-GB"/>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4B1114DC-867B-4BDB-923D-F4A957D1FAD4}" type="datetimeFigureOut">
              <a:rPr lang="en-GB" smtClean="0"/>
              <a:t>23/09/2019</a:t>
            </a:fld>
            <a:endParaRPr lang="en-GB"/>
          </a:p>
        </p:txBody>
      </p:sp>
      <p:sp>
        <p:nvSpPr>
          <p:cNvPr id="3" name="Footer Placeholder 2"/>
          <p:cNvSpPr>
            <a:spLocks noGrp="1"/>
          </p:cNvSpPr>
          <p:nvPr>
            <p:ph type="ftr" sz="quarter" idx="11"/>
          </p:nvPr>
        </p:nvSpPr>
        <p:spPr/>
        <p:txBody>
          <a:bodyPr/>
          <a:lstStyle>
            <a:extLst/>
          </a:lstStyle>
          <a:p>
            <a:endParaRPr lang="en-GB"/>
          </a:p>
        </p:txBody>
      </p:sp>
      <p:sp>
        <p:nvSpPr>
          <p:cNvPr id="4" name="Slide Number Placeholder 3"/>
          <p:cNvSpPr>
            <a:spLocks noGrp="1"/>
          </p:cNvSpPr>
          <p:nvPr>
            <p:ph type="sldNum" sz="quarter" idx="12"/>
          </p:nvPr>
        </p:nvSpPr>
        <p:spPr/>
        <p:txBody>
          <a:bodyPr/>
          <a:lstStyle>
            <a:extLst/>
          </a:lstStyle>
          <a:p>
            <a:fld id="{D6D61ACC-111D-40D3-B9C3-7FF7BB7D0A03}"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4B1114DC-867B-4BDB-923D-F4A957D1FAD4}" type="datetimeFigureOut">
              <a:rPr lang="en-GB" smtClean="0"/>
              <a:t>23/09/2019</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D6D61ACC-111D-40D3-B9C3-7FF7BB7D0A03}" type="slidenum">
              <a:rPr lang="en-GB" smtClean="0"/>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4B1114DC-867B-4BDB-923D-F4A957D1FAD4}" type="datetimeFigureOut">
              <a:rPr lang="en-GB" smtClean="0"/>
              <a:t>23/09/2019</a:t>
            </a:fld>
            <a:endParaRPr lang="en-GB"/>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GB"/>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D6D61ACC-111D-40D3-B9C3-7FF7BB7D0A03}" type="slidenum">
              <a:rPr lang="en-GB" smtClean="0"/>
              <a:t>‹#›</a:t>
            </a:fld>
            <a:endParaRPr lang="en-GB"/>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B1114DC-867B-4BDB-923D-F4A957D1FAD4}" type="datetimeFigureOut">
              <a:rPr lang="en-GB" smtClean="0"/>
              <a:t>23/09/2019</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D6D61ACC-111D-40D3-B9C3-7FF7BB7D0A03}"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B1114DC-867B-4BDB-923D-F4A957D1FAD4}" type="datetimeFigureOut">
              <a:rPr lang="en-GB" smtClean="0"/>
              <a:t>23/09/2019</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D6D61ACC-111D-40D3-B9C3-7FF7BB7D0A03}"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4B1114DC-867B-4BDB-923D-F4A957D1FAD4}" type="datetimeFigureOut">
              <a:rPr lang="en-GB" smtClean="0"/>
              <a:t>23/09/2019</a:t>
            </a:fld>
            <a:endParaRPr lang="en-GB"/>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GB"/>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D6D61ACC-111D-40D3-B9C3-7FF7BB7D0A03}"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4AFD48-CF66-416A-ADE1-75D118450CA5}"/>
              </a:ext>
            </a:extLst>
          </p:cNvPr>
          <p:cNvSpPr>
            <a:spLocks noGrp="1"/>
          </p:cNvSpPr>
          <p:nvPr>
            <p:ph type="ctrTitle"/>
          </p:nvPr>
        </p:nvSpPr>
        <p:spPr>
          <a:xfrm>
            <a:off x="1130595" y="523875"/>
            <a:ext cx="5826719" cy="3298361"/>
          </a:xfrm>
        </p:spPr>
        <p:txBody>
          <a:bodyPr>
            <a:normAutofit/>
          </a:bodyPr>
          <a:lstStyle/>
          <a:p>
            <a:pPr algn="ctr"/>
            <a:r>
              <a:rPr lang="en-GB" b="1" dirty="0">
                <a:solidFill>
                  <a:schemeClr val="tx1"/>
                </a:solidFill>
              </a:rPr>
              <a:t>Accreditation </a:t>
            </a:r>
            <a:br>
              <a:rPr lang="en-GB" b="1" dirty="0">
                <a:solidFill>
                  <a:schemeClr val="tx1"/>
                </a:solidFill>
              </a:rPr>
            </a:br>
            <a:r>
              <a:rPr lang="en-GB" b="1" dirty="0">
                <a:solidFill>
                  <a:schemeClr val="tx1"/>
                </a:solidFill>
              </a:rPr>
              <a:t>Canada </a:t>
            </a:r>
            <a:br>
              <a:rPr lang="en-GB" b="1" dirty="0">
                <a:solidFill>
                  <a:schemeClr val="tx1"/>
                </a:solidFill>
              </a:rPr>
            </a:br>
            <a:r>
              <a:rPr lang="en-GB" b="1" dirty="0">
                <a:solidFill>
                  <a:schemeClr val="tx1"/>
                </a:solidFill>
              </a:rPr>
              <a:t>International </a:t>
            </a:r>
            <a:br>
              <a:rPr lang="en-GB" b="1" dirty="0">
                <a:solidFill>
                  <a:schemeClr val="tx1"/>
                </a:solidFill>
              </a:rPr>
            </a:br>
            <a:r>
              <a:rPr lang="en-GB" b="1" dirty="0">
                <a:solidFill>
                  <a:srgbClr val="00B050"/>
                </a:solidFill>
              </a:rPr>
              <a:t>(ACI)</a:t>
            </a:r>
          </a:p>
        </p:txBody>
      </p:sp>
      <p:sp>
        <p:nvSpPr>
          <p:cNvPr id="3" name="Subtitle 2">
            <a:extLst>
              <a:ext uri="{FF2B5EF4-FFF2-40B4-BE49-F238E27FC236}">
                <a16:creationId xmlns="" xmlns:a16="http://schemas.microsoft.com/office/drawing/2014/main" id="{9A87C8D1-DADC-4C55-8D45-5CB0684770C9}"/>
              </a:ext>
            </a:extLst>
          </p:cNvPr>
          <p:cNvSpPr>
            <a:spLocks noGrp="1"/>
          </p:cNvSpPr>
          <p:nvPr>
            <p:ph type="subTitle" idx="1"/>
          </p:nvPr>
        </p:nvSpPr>
        <p:spPr/>
        <p:txBody>
          <a:bodyPr>
            <a:normAutofit/>
          </a:bodyPr>
          <a:lstStyle/>
          <a:p>
            <a:pPr algn="ctr"/>
            <a:r>
              <a:rPr lang="en-GB" sz="2400" b="1" dirty="0" smtClean="0">
                <a:solidFill>
                  <a:schemeClr val="tx1">
                    <a:lumMod val="65000"/>
                    <a:lumOff val="35000"/>
                  </a:schemeClr>
                </a:solidFill>
              </a:rPr>
              <a:t>Critical care </a:t>
            </a:r>
            <a:r>
              <a:rPr lang="en-GB" sz="2400" b="1" dirty="0">
                <a:solidFill>
                  <a:schemeClr val="tx1">
                    <a:lumMod val="65000"/>
                    <a:lumOff val="35000"/>
                  </a:schemeClr>
                </a:solidFill>
              </a:rPr>
              <a:t>Standards </a:t>
            </a:r>
          </a:p>
          <a:p>
            <a:pPr algn="ctr"/>
            <a:r>
              <a:rPr lang="en-GB" sz="2400" b="1" dirty="0" smtClean="0">
                <a:solidFill>
                  <a:schemeClr val="tx1">
                    <a:lumMod val="65000"/>
                    <a:lumOff val="35000"/>
                  </a:schemeClr>
                </a:solidFill>
              </a:rPr>
              <a:t>(PICU&amp;PHD)</a:t>
            </a:r>
            <a:endParaRPr lang="en-GB" sz="2400" b="1" dirty="0">
              <a:solidFill>
                <a:schemeClr val="tx1">
                  <a:lumMod val="65000"/>
                  <a:lumOff val="35000"/>
                </a:schemeClr>
              </a:solidFill>
            </a:endParaRPr>
          </a:p>
        </p:txBody>
      </p:sp>
    </p:spTree>
    <p:extLst>
      <p:ext uri="{BB962C8B-B14F-4D97-AF65-F5344CB8AC3E}">
        <p14:creationId xmlns:p14="http://schemas.microsoft.com/office/powerpoint/2010/main" val="7574427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Title 39">
            <a:extLst>
              <a:ext uri="{FF2B5EF4-FFF2-40B4-BE49-F238E27FC236}">
                <a16:creationId xmlns="" xmlns:a16="http://schemas.microsoft.com/office/drawing/2014/main" id="{64742ABA-0BC3-4E28-B450-CEA0E9C93C4C}"/>
              </a:ext>
            </a:extLst>
          </p:cNvPr>
          <p:cNvSpPr>
            <a:spLocks noGrp="1"/>
          </p:cNvSpPr>
          <p:nvPr>
            <p:ph type="ctrTitle"/>
          </p:nvPr>
        </p:nvSpPr>
        <p:spPr/>
        <p:txBody>
          <a:bodyPr/>
          <a:lstStyle/>
          <a:p>
            <a:endParaRPr lang="en-GB"/>
          </a:p>
        </p:txBody>
      </p:sp>
      <p:sp>
        <p:nvSpPr>
          <p:cNvPr id="42" name="Subtitle 41">
            <a:extLst>
              <a:ext uri="{FF2B5EF4-FFF2-40B4-BE49-F238E27FC236}">
                <a16:creationId xmlns="" xmlns:a16="http://schemas.microsoft.com/office/drawing/2014/main" id="{FFB09783-C597-4C57-887A-1B868A12CD02}"/>
              </a:ext>
            </a:extLst>
          </p:cNvPr>
          <p:cNvSpPr>
            <a:spLocks noGrp="1"/>
          </p:cNvSpPr>
          <p:nvPr>
            <p:ph type="subTitle" idx="1"/>
          </p:nvPr>
        </p:nvSpPr>
        <p:spPr/>
        <p:txBody>
          <a:bodyPr/>
          <a:lstStyle/>
          <a:p>
            <a:endParaRPr lang="en-GB"/>
          </a:p>
        </p:txBody>
      </p:sp>
      <p:pic>
        <p:nvPicPr>
          <p:cNvPr id="29" name="Content Placeholder 28" descr="A close up of text on a white background&#10;&#10;Description automatically generated">
            <a:extLst>
              <a:ext uri="{FF2B5EF4-FFF2-40B4-BE49-F238E27FC236}">
                <a16:creationId xmlns="" xmlns:a16="http://schemas.microsoft.com/office/drawing/2014/main" id="{3170356E-D8D3-4E5F-A183-AD3338E957F9}"/>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0" y="0"/>
            <a:ext cx="4927600" cy="6923088"/>
          </a:xfrm>
        </p:spPr>
      </p:pic>
    </p:spTree>
    <p:extLst>
      <p:ext uri="{BB962C8B-B14F-4D97-AF65-F5344CB8AC3E}">
        <p14:creationId xmlns:p14="http://schemas.microsoft.com/office/powerpoint/2010/main" val="13450386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270A07-0C04-4660-B0D1-C722757A92E0}"/>
              </a:ext>
            </a:extLst>
          </p:cNvPr>
          <p:cNvSpPr>
            <a:spLocks noGrp="1"/>
          </p:cNvSpPr>
          <p:nvPr>
            <p:ph type="title"/>
          </p:nvPr>
        </p:nvSpPr>
        <p:spPr>
          <a:xfrm>
            <a:off x="618497" y="152400"/>
            <a:ext cx="6347713" cy="914400"/>
          </a:xfrm>
        </p:spPr>
        <p:txBody>
          <a:bodyPr>
            <a:normAutofit/>
          </a:bodyPr>
          <a:lstStyle/>
          <a:p>
            <a:r>
              <a:rPr lang="en-GB" sz="4000" b="1" dirty="0"/>
              <a:t>ACI accreditation; 2016</a:t>
            </a:r>
          </a:p>
        </p:txBody>
      </p:sp>
      <p:sp>
        <p:nvSpPr>
          <p:cNvPr id="4" name="Text Placeholder 3">
            <a:extLst>
              <a:ext uri="{FF2B5EF4-FFF2-40B4-BE49-F238E27FC236}">
                <a16:creationId xmlns="" xmlns:a16="http://schemas.microsoft.com/office/drawing/2014/main" id="{5DD559EF-BC59-4AFB-AA3F-BA6D2B86493E}"/>
              </a:ext>
            </a:extLst>
          </p:cNvPr>
          <p:cNvSpPr>
            <a:spLocks noGrp="1"/>
          </p:cNvSpPr>
          <p:nvPr>
            <p:ph type="body" idx="1"/>
          </p:nvPr>
        </p:nvSpPr>
        <p:spPr>
          <a:xfrm>
            <a:off x="175501" y="823356"/>
            <a:ext cx="3090672" cy="576262"/>
          </a:xfrm>
        </p:spPr>
        <p:txBody>
          <a:bodyPr/>
          <a:lstStyle/>
          <a:p>
            <a:r>
              <a:rPr lang="en-GB" dirty="0"/>
              <a:t>Gold</a:t>
            </a:r>
          </a:p>
        </p:txBody>
      </p:sp>
      <p:sp>
        <p:nvSpPr>
          <p:cNvPr id="6" name="Text Placeholder 5">
            <a:extLst>
              <a:ext uri="{FF2B5EF4-FFF2-40B4-BE49-F238E27FC236}">
                <a16:creationId xmlns="" xmlns:a16="http://schemas.microsoft.com/office/drawing/2014/main" id="{DD1140DA-6247-4A64-B307-8877649A2899}"/>
              </a:ext>
            </a:extLst>
          </p:cNvPr>
          <p:cNvSpPr>
            <a:spLocks noGrp="1"/>
          </p:cNvSpPr>
          <p:nvPr>
            <p:ph type="body" sz="half" idx="3"/>
          </p:nvPr>
        </p:nvSpPr>
        <p:spPr>
          <a:xfrm>
            <a:off x="3657600" y="931068"/>
            <a:ext cx="3090672" cy="576262"/>
          </a:xfrm>
        </p:spPr>
        <p:txBody>
          <a:bodyPr/>
          <a:lstStyle/>
          <a:p>
            <a:r>
              <a:rPr lang="en-GB" dirty="0"/>
              <a:t>Platinum</a:t>
            </a:r>
          </a:p>
        </p:txBody>
      </p:sp>
      <p:pic>
        <p:nvPicPr>
          <p:cNvPr id="9" name="Content Placeholder 8" descr="A close up of a device&#10;&#10;Description automatically generated">
            <a:extLst>
              <a:ext uri="{FF2B5EF4-FFF2-40B4-BE49-F238E27FC236}">
                <a16:creationId xmlns="" xmlns:a16="http://schemas.microsoft.com/office/drawing/2014/main" id="{2CA5F3EB-A074-41AF-AC7D-C8F5696A73AA}"/>
              </a:ext>
            </a:extLst>
          </p:cNvPr>
          <p:cNvPicPr>
            <a:picLocks noGrp="1" noChangeAspect="1"/>
          </p:cNvPicPr>
          <p:nvPr>
            <p:ph sz="quarter" idx="2"/>
          </p:nvPr>
        </p:nvPicPr>
        <p:blipFill>
          <a:blip r:embed="rId3">
            <a:extLst>
              <a:ext uri="{28A0092B-C50C-407E-A947-70E740481C1C}">
                <a14:useLocalDpi xmlns:a14="http://schemas.microsoft.com/office/drawing/2010/main" val="0"/>
              </a:ext>
            </a:extLst>
          </a:blip>
          <a:stretch>
            <a:fillRect/>
          </a:stretch>
        </p:blipFill>
        <p:spPr>
          <a:xfrm>
            <a:off x="345056" y="1399618"/>
            <a:ext cx="1748288" cy="2051415"/>
          </a:xfrm>
        </p:spPr>
      </p:pic>
      <p:pic>
        <p:nvPicPr>
          <p:cNvPr id="11" name="Content Placeholder 10" descr="A close up of a device&#10;&#10;Description automatically generated">
            <a:extLst>
              <a:ext uri="{FF2B5EF4-FFF2-40B4-BE49-F238E27FC236}">
                <a16:creationId xmlns="" xmlns:a16="http://schemas.microsoft.com/office/drawing/2014/main" id="{A98F1CA6-1D36-400E-8CEC-18DFACF5FA51}"/>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2710129" y="1524000"/>
            <a:ext cx="2090471" cy="2057400"/>
          </a:xfrm>
        </p:spPr>
      </p:pic>
      <p:sp>
        <p:nvSpPr>
          <p:cNvPr id="12" name="Arrow: Right 11">
            <a:extLst>
              <a:ext uri="{FF2B5EF4-FFF2-40B4-BE49-F238E27FC236}">
                <a16:creationId xmlns="" xmlns:a16="http://schemas.microsoft.com/office/drawing/2014/main" id="{A8331CBE-F841-4634-BF23-766B50278FA0}"/>
              </a:ext>
            </a:extLst>
          </p:cNvPr>
          <p:cNvSpPr/>
          <p:nvPr/>
        </p:nvSpPr>
        <p:spPr>
          <a:xfrm>
            <a:off x="1524000" y="1012504"/>
            <a:ext cx="1742173" cy="360837"/>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endParaRPr>
          </a:p>
        </p:txBody>
      </p:sp>
      <p:sp>
        <p:nvSpPr>
          <p:cNvPr id="5" name="TextBox 4"/>
          <p:cNvSpPr txBox="1"/>
          <p:nvPr/>
        </p:nvSpPr>
        <p:spPr>
          <a:xfrm>
            <a:off x="337686" y="3698207"/>
            <a:ext cx="1752600"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elements of safety and quality improvement</a:t>
            </a:r>
          </a:p>
        </p:txBody>
      </p:sp>
      <p:sp>
        <p:nvSpPr>
          <p:cNvPr id="7" name="TextBox 6"/>
          <p:cNvSpPr txBox="1"/>
          <p:nvPr/>
        </p:nvSpPr>
        <p:spPr>
          <a:xfrm>
            <a:off x="4800600" y="1713048"/>
            <a:ext cx="2743200" cy="2585323"/>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builds on the elements of quality and safety, and emphasizes key elements </a:t>
            </a:r>
            <a:r>
              <a:rPr lang="en-US" dirty="0" smtClean="0"/>
              <a:t>of</a:t>
            </a:r>
          </a:p>
          <a:p>
            <a:pPr marL="342900" indent="-342900">
              <a:buAutoNum type="arabicPeriod"/>
            </a:pPr>
            <a:r>
              <a:rPr lang="en-US" dirty="0" smtClean="0"/>
              <a:t>FAMILY-</a:t>
            </a:r>
            <a:r>
              <a:rPr lang="en-US" dirty="0" err="1" smtClean="0"/>
              <a:t>centred</a:t>
            </a:r>
            <a:r>
              <a:rPr lang="en-US" dirty="0" smtClean="0"/>
              <a:t> care</a:t>
            </a:r>
          </a:p>
          <a:p>
            <a:pPr marL="342900" indent="-342900">
              <a:buAutoNum type="arabicPeriod"/>
            </a:pPr>
            <a:r>
              <a:rPr lang="en-US" dirty="0"/>
              <a:t>I</a:t>
            </a:r>
            <a:r>
              <a:rPr lang="en-US" dirty="0" smtClean="0"/>
              <a:t>nvolving family </a:t>
            </a:r>
            <a:r>
              <a:rPr lang="en-US" dirty="0"/>
              <a:t>and staff in decision-making</a:t>
            </a:r>
            <a:endParaRPr lang="en-US" dirty="0" smtClean="0"/>
          </a:p>
          <a:p>
            <a:pPr marL="342900" indent="-342900">
              <a:buAutoNum type="arabicPeriod"/>
            </a:pPr>
            <a:endParaRPr lang="en-US" dirty="0"/>
          </a:p>
        </p:txBody>
      </p:sp>
      <p:sp>
        <p:nvSpPr>
          <p:cNvPr id="8" name="TextBox 7"/>
          <p:cNvSpPr txBox="1"/>
          <p:nvPr/>
        </p:nvSpPr>
        <p:spPr>
          <a:xfrm>
            <a:off x="337686" y="5334000"/>
            <a:ext cx="1414914" cy="369332"/>
          </a:xfrm>
          <a:prstGeom prst="rect">
            <a:avLst/>
          </a:prstGeom>
          <a:noFill/>
        </p:spPr>
        <p:txBody>
          <a:bodyPr wrap="square" rtlCol="0">
            <a:spAutoFit/>
          </a:bodyPr>
          <a:lstStyle/>
          <a:p>
            <a:r>
              <a:rPr lang="en-US" dirty="0" smtClean="0"/>
              <a:t>Diamond</a:t>
            </a:r>
            <a:endParaRPr lang="en-US" dirty="0"/>
          </a:p>
        </p:txBody>
      </p:sp>
      <p:sp>
        <p:nvSpPr>
          <p:cNvPr id="10" name="TextBox 9"/>
          <p:cNvSpPr txBox="1"/>
          <p:nvPr/>
        </p:nvSpPr>
        <p:spPr>
          <a:xfrm>
            <a:off x="2076638" y="4898536"/>
            <a:ext cx="5009962" cy="1477328"/>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smtClean="0"/>
              <a:t>focuses </a:t>
            </a:r>
            <a:r>
              <a:rPr lang="en-US" dirty="0"/>
              <a:t>on the achievement of quality by monitoring outcomes, using </a:t>
            </a:r>
            <a:r>
              <a:rPr lang="en-US" b="1" dirty="0">
                <a:solidFill>
                  <a:srgbClr val="FF0000"/>
                </a:solidFill>
              </a:rPr>
              <a:t>evidence and best practice to improve services</a:t>
            </a:r>
            <a:r>
              <a:rPr lang="en-US" dirty="0"/>
              <a:t>, and benchmarking with peer organizations to drive system-level improvements.</a:t>
            </a:r>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386" y="5703332"/>
            <a:ext cx="1219199" cy="997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53314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9489CD8D-F0F2-4C72-B0FA-AECEFF8B86B9}"/>
              </a:ext>
            </a:extLst>
          </p:cNvPr>
          <p:cNvSpPr>
            <a:spLocks noGrp="1"/>
          </p:cNvSpPr>
          <p:nvPr>
            <p:ph type="ctrTitle"/>
          </p:nvPr>
        </p:nvSpPr>
        <p:spPr>
          <a:xfrm>
            <a:off x="1045535" y="1805620"/>
            <a:ext cx="5826719" cy="1096899"/>
          </a:xfrm>
        </p:spPr>
        <p:txBody>
          <a:bodyPr>
            <a:normAutofit fontScale="90000"/>
          </a:bodyPr>
          <a:lstStyle/>
          <a:p>
            <a:pPr algn="ctr"/>
            <a:r>
              <a:rPr lang="en-GB" sz="7200" dirty="0"/>
              <a:t>What is ROP?</a:t>
            </a:r>
          </a:p>
        </p:txBody>
      </p:sp>
      <p:sp>
        <p:nvSpPr>
          <p:cNvPr id="5" name="Subtitle 4">
            <a:extLst>
              <a:ext uri="{FF2B5EF4-FFF2-40B4-BE49-F238E27FC236}">
                <a16:creationId xmlns="" xmlns:a16="http://schemas.microsoft.com/office/drawing/2014/main" id="{B4D592B5-AA8B-4C3D-9AF0-F8371C52BC94}"/>
              </a:ext>
            </a:extLst>
          </p:cNvPr>
          <p:cNvSpPr>
            <a:spLocks noGrp="1"/>
          </p:cNvSpPr>
          <p:nvPr>
            <p:ph type="subTitle" idx="1"/>
          </p:nvPr>
        </p:nvSpPr>
        <p:spPr/>
        <p:txBody>
          <a:bodyPr>
            <a:noAutofit/>
          </a:bodyPr>
          <a:lstStyle/>
          <a:p>
            <a:pPr algn="ctr">
              <a:lnSpc>
                <a:spcPct val="120000"/>
              </a:lnSpc>
            </a:pPr>
            <a:r>
              <a:rPr lang="en-GB" sz="2800" dirty="0">
                <a:solidFill>
                  <a:srgbClr val="0070C0"/>
                </a:solidFill>
              </a:rPr>
              <a:t>Evidence-based practices addressing high priority areas important for </a:t>
            </a:r>
            <a:r>
              <a:rPr lang="en-GB" sz="2800" b="1" dirty="0">
                <a:solidFill>
                  <a:srgbClr val="0070C0"/>
                </a:solidFill>
              </a:rPr>
              <a:t>Quality &amp; Safety</a:t>
            </a:r>
          </a:p>
        </p:txBody>
      </p:sp>
    </p:spTree>
    <p:extLst>
      <p:ext uri="{BB962C8B-B14F-4D97-AF65-F5344CB8AC3E}">
        <p14:creationId xmlns:p14="http://schemas.microsoft.com/office/powerpoint/2010/main" val="1253002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 xmlns:a16="http://schemas.microsoft.com/office/drawing/2014/main" id="{74677603-C04A-499E-9C17-2B9AA849D1BC}"/>
              </a:ext>
            </a:extLst>
          </p:cNvPr>
          <p:cNvGraphicFramePr>
            <a:graphicFrameLocks noGrp="1"/>
          </p:cNvGraphicFramePr>
          <p:nvPr>
            <p:ph idx="1"/>
            <p:extLst>
              <p:ext uri="{D42A27DB-BD31-4B8C-83A1-F6EECF244321}">
                <p14:modId xmlns:p14="http://schemas.microsoft.com/office/powerpoint/2010/main" val="1952335305"/>
              </p:ext>
            </p:extLst>
          </p:nvPr>
        </p:nvGraphicFramePr>
        <p:xfrm>
          <a:off x="609600" y="2160588"/>
          <a:ext cx="6348413" cy="4392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 xmlns:a16="http://schemas.microsoft.com/office/drawing/2014/main" id="{9D54E2CE-3B9D-48D7-BD96-0A1405CEB2E1}"/>
              </a:ext>
            </a:extLst>
          </p:cNvPr>
          <p:cNvSpPr>
            <a:spLocks noGrp="1"/>
          </p:cNvSpPr>
          <p:nvPr>
            <p:ph type="title"/>
          </p:nvPr>
        </p:nvSpPr>
        <p:spPr/>
        <p:txBody>
          <a:bodyPr>
            <a:noAutofit/>
          </a:bodyPr>
          <a:lstStyle/>
          <a:p>
            <a:pPr algn="ctr"/>
            <a:r>
              <a:rPr lang="en-GB" sz="4100" b="1" dirty="0">
                <a:solidFill>
                  <a:srgbClr val="00B050"/>
                </a:solidFill>
              </a:rPr>
              <a:t>R</a:t>
            </a:r>
            <a:r>
              <a:rPr lang="en-GB" sz="4100" b="1" dirty="0"/>
              <a:t>equired </a:t>
            </a:r>
            <a:r>
              <a:rPr lang="en-GB" sz="4100" b="1" dirty="0">
                <a:solidFill>
                  <a:srgbClr val="00B050"/>
                </a:solidFill>
              </a:rPr>
              <a:t>O</a:t>
            </a:r>
            <a:r>
              <a:rPr lang="en-GB" sz="4100" b="1" dirty="0"/>
              <a:t>rganisational </a:t>
            </a:r>
            <a:r>
              <a:rPr lang="en-GB" sz="4100" b="1" dirty="0">
                <a:solidFill>
                  <a:srgbClr val="00B050"/>
                </a:solidFill>
              </a:rPr>
              <a:t>P</a:t>
            </a:r>
            <a:r>
              <a:rPr lang="en-GB" sz="4100" b="1" dirty="0"/>
              <a:t>ractices</a:t>
            </a:r>
          </a:p>
        </p:txBody>
      </p:sp>
    </p:spTree>
    <p:extLst>
      <p:ext uri="{BB962C8B-B14F-4D97-AF65-F5344CB8AC3E}">
        <p14:creationId xmlns:p14="http://schemas.microsoft.com/office/powerpoint/2010/main" val="6337052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2" name="Title 1"/>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970758"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36780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Title 2"/>
          <p:cNvSpPr>
            <a:spLocks noGrp="1"/>
          </p:cNvSpPr>
          <p:nvPr>
            <p:ph type="title"/>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799" y="228600"/>
            <a:ext cx="8620125"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01333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Title 2"/>
          <p:cNvSpPr>
            <a:spLocks noGrp="1"/>
          </p:cNvSpPr>
          <p:nvPr>
            <p:ph type="title"/>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619" y="838200"/>
            <a:ext cx="850582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619" y="2590800"/>
            <a:ext cx="850582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93554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6F2E289-EF62-4DE9-A1E3-56073E540F76}"/>
              </a:ext>
            </a:extLst>
          </p:cNvPr>
          <p:cNvSpPr>
            <a:spLocks noGrp="1"/>
          </p:cNvSpPr>
          <p:nvPr>
            <p:ph idx="1"/>
          </p:nvPr>
        </p:nvSpPr>
        <p:spPr>
          <a:xfrm>
            <a:off x="524538" y="1660860"/>
            <a:ext cx="6347714" cy="4587540"/>
          </a:xfrm>
        </p:spPr>
        <p:txBody>
          <a:bodyPr>
            <a:normAutofit/>
          </a:bodyPr>
          <a:lstStyle/>
          <a:p>
            <a:r>
              <a:rPr lang="en-GB" sz="2700" dirty="0"/>
              <a:t>Transfer of clients information at transition points</a:t>
            </a:r>
          </a:p>
          <a:p>
            <a:r>
              <a:rPr lang="en-GB" sz="2700" b="1" dirty="0">
                <a:solidFill>
                  <a:srgbClr val="FF0000"/>
                </a:solidFill>
              </a:rPr>
              <a:t>Antimicrobial stewardship</a:t>
            </a:r>
          </a:p>
          <a:p>
            <a:r>
              <a:rPr lang="en-GB" sz="2700" dirty="0"/>
              <a:t>Heparin Safety</a:t>
            </a:r>
          </a:p>
          <a:p>
            <a:r>
              <a:rPr lang="en-GB" sz="2700" b="1" dirty="0">
                <a:solidFill>
                  <a:srgbClr val="FF0000"/>
                </a:solidFill>
              </a:rPr>
              <a:t>High alert medications</a:t>
            </a:r>
          </a:p>
          <a:p>
            <a:r>
              <a:rPr lang="en-GB" sz="2700" b="1" dirty="0" smtClean="0">
                <a:solidFill>
                  <a:srgbClr val="FF0000"/>
                </a:solidFill>
              </a:rPr>
              <a:t>Narcotics </a:t>
            </a:r>
            <a:r>
              <a:rPr lang="en-GB" sz="2700" b="1" dirty="0">
                <a:solidFill>
                  <a:srgbClr val="FF0000"/>
                </a:solidFill>
              </a:rPr>
              <a:t>safety</a:t>
            </a:r>
          </a:p>
          <a:p>
            <a:r>
              <a:rPr lang="en-GB" sz="2700" dirty="0"/>
              <a:t>Antibiotics prophylaxis during surgery</a:t>
            </a:r>
          </a:p>
          <a:p>
            <a:pPr marL="0" indent="0">
              <a:buNone/>
            </a:pPr>
            <a:endParaRPr lang="en-GB" dirty="0"/>
          </a:p>
          <a:p>
            <a:pPr marL="0" indent="0">
              <a:buNone/>
            </a:pPr>
            <a:endParaRPr lang="en-GB" dirty="0"/>
          </a:p>
          <a:p>
            <a:pPr marL="0" indent="0">
              <a:buNone/>
            </a:pPr>
            <a:endParaRPr lang="en-GB" dirty="0"/>
          </a:p>
          <a:p>
            <a:endParaRPr lang="en-GB" dirty="0"/>
          </a:p>
          <a:p>
            <a:endParaRPr lang="en-GB" dirty="0"/>
          </a:p>
        </p:txBody>
      </p:sp>
      <p:sp>
        <p:nvSpPr>
          <p:cNvPr id="2" name="Title 1">
            <a:extLst>
              <a:ext uri="{FF2B5EF4-FFF2-40B4-BE49-F238E27FC236}">
                <a16:creationId xmlns="" xmlns:a16="http://schemas.microsoft.com/office/drawing/2014/main" id="{FE57B38B-1132-4DEC-A384-89A81C312F64}"/>
              </a:ext>
            </a:extLst>
          </p:cNvPr>
          <p:cNvSpPr>
            <a:spLocks noGrp="1"/>
          </p:cNvSpPr>
          <p:nvPr>
            <p:ph type="title"/>
          </p:nvPr>
        </p:nvSpPr>
        <p:spPr/>
        <p:txBody>
          <a:bodyPr>
            <a:normAutofit/>
          </a:bodyPr>
          <a:lstStyle/>
          <a:p>
            <a:r>
              <a:rPr lang="en-GB" sz="5400" b="1" dirty="0" smtClean="0"/>
              <a:t>Platinum </a:t>
            </a:r>
            <a:r>
              <a:rPr lang="en-GB" sz="5400" b="1" dirty="0"/>
              <a:t>ROP</a:t>
            </a:r>
          </a:p>
        </p:txBody>
      </p:sp>
    </p:spTree>
    <p:extLst>
      <p:ext uri="{BB962C8B-B14F-4D97-AF65-F5344CB8AC3E}">
        <p14:creationId xmlns:p14="http://schemas.microsoft.com/office/powerpoint/2010/main" val="28065118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2CF3FAB-44FA-4548-97D3-2A0C09BCC621}"/>
              </a:ext>
            </a:extLst>
          </p:cNvPr>
          <p:cNvSpPr>
            <a:spLocks noGrp="1"/>
          </p:cNvSpPr>
          <p:nvPr>
            <p:ph idx="1"/>
          </p:nvPr>
        </p:nvSpPr>
        <p:spPr>
          <a:xfrm>
            <a:off x="660399" y="713118"/>
            <a:ext cx="6347714" cy="5431763"/>
          </a:xfrm>
        </p:spPr>
        <p:txBody>
          <a:bodyPr/>
          <a:lstStyle/>
          <a:p>
            <a:r>
              <a:rPr lang="en-GB" sz="3200" b="1" dirty="0">
                <a:solidFill>
                  <a:srgbClr val="FF0000"/>
                </a:solidFill>
              </a:rPr>
              <a:t>Hand hygiene compliance</a:t>
            </a:r>
          </a:p>
          <a:p>
            <a:r>
              <a:rPr lang="en-GB" sz="3200" dirty="0"/>
              <a:t>Safe injection practices</a:t>
            </a:r>
          </a:p>
          <a:p>
            <a:r>
              <a:rPr lang="en-GB" sz="3200" b="1" dirty="0">
                <a:solidFill>
                  <a:srgbClr val="FF0000"/>
                </a:solidFill>
              </a:rPr>
              <a:t>Falls prevention strategy</a:t>
            </a:r>
          </a:p>
          <a:p>
            <a:r>
              <a:rPr lang="en-GB" sz="3200" dirty="0"/>
              <a:t>Home safety risk assessment</a:t>
            </a:r>
          </a:p>
          <a:p>
            <a:r>
              <a:rPr lang="en-GB" sz="3200" b="1" dirty="0">
                <a:solidFill>
                  <a:srgbClr val="FF0000"/>
                </a:solidFill>
              </a:rPr>
              <a:t>Pressure ulcer </a:t>
            </a:r>
            <a:r>
              <a:rPr lang="en-GB" sz="3200" b="1" dirty="0" smtClean="0">
                <a:solidFill>
                  <a:srgbClr val="FF0000"/>
                </a:solidFill>
              </a:rPr>
              <a:t>prevention</a:t>
            </a:r>
          </a:p>
          <a:p>
            <a:pPr marL="109728" indent="0">
              <a:buNone/>
            </a:pPr>
            <a:endParaRPr lang="en-GB" sz="3200" b="1" dirty="0">
              <a:solidFill>
                <a:srgbClr val="FF0000"/>
              </a:solidFill>
            </a:endParaRPr>
          </a:p>
        </p:txBody>
      </p:sp>
    </p:spTree>
    <p:extLst>
      <p:ext uri="{BB962C8B-B14F-4D97-AF65-F5344CB8AC3E}">
        <p14:creationId xmlns:p14="http://schemas.microsoft.com/office/powerpoint/2010/main" val="22910255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Critical care consent</a:t>
            </a:r>
          </a:p>
          <a:p>
            <a:r>
              <a:rPr lang="en-US" dirty="0"/>
              <a:t> Clients and families are provided with information about how to file a complaint or report violations of their rights</a:t>
            </a:r>
            <a:r>
              <a:rPr lang="en-US" dirty="0" smtClean="0"/>
              <a:t>.</a:t>
            </a:r>
          </a:p>
          <a:p>
            <a:r>
              <a:rPr lang="en-US" dirty="0" smtClean="0"/>
              <a:t>Organ tissue donation </a:t>
            </a:r>
          </a:p>
          <a:p>
            <a:r>
              <a:rPr lang="en-US" dirty="0" smtClean="0"/>
              <a:t>Fire safety and evacuation plan </a:t>
            </a:r>
          </a:p>
          <a:p>
            <a:r>
              <a:rPr lang="en-US" dirty="0" smtClean="0"/>
              <a:t>Quiet time </a:t>
            </a:r>
            <a:endParaRPr lang="en-US" dirty="0"/>
          </a:p>
        </p:txBody>
      </p:sp>
      <p:sp>
        <p:nvSpPr>
          <p:cNvPr id="3" name="Title 2"/>
          <p:cNvSpPr>
            <a:spLocks noGrp="1"/>
          </p:cNvSpPr>
          <p:nvPr>
            <p:ph type="title"/>
          </p:nvPr>
        </p:nvSpPr>
        <p:spPr/>
        <p:txBody>
          <a:bodyPr/>
          <a:lstStyle/>
          <a:p>
            <a:r>
              <a:rPr lang="en-US" dirty="0" smtClean="0">
                <a:solidFill>
                  <a:srgbClr val="0070C0"/>
                </a:solidFill>
              </a:rPr>
              <a:t>Gold critical care </a:t>
            </a:r>
            <a:endParaRPr lang="en-US" dirty="0">
              <a:solidFill>
                <a:srgbClr val="0070C0"/>
              </a:solidFill>
            </a:endParaRPr>
          </a:p>
        </p:txBody>
      </p:sp>
    </p:spTree>
    <p:extLst>
      <p:ext uri="{BB962C8B-B14F-4D97-AF65-F5344CB8AC3E}">
        <p14:creationId xmlns:p14="http://schemas.microsoft.com/office/powerpoint/2010/main" val="32969072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A comprehensive nutritional </a:t>
            </a:r>
            <a:r>
              <a:rPr lang="en-US" dirty="0" smtClean="0"/>
              <a:t>assessment </a:t>
            </a:r>
          </a:p>
          <a:p>
            <a:r>
              <a:rPr lang="en-US" dirty="0" smtClean="0"/>
              <a:t>CLABSI &amp;VAP prevention </a:t>
            </a:r>
          </a:p>
          <a:p>
            <a:r>
              <a:rPr lang="en-US" dirty="0" smtClean="0"/>
              <a:t>Sedation policy </a:t>
            </a:r>
          </a:p>
          <a:p>
            <a:r>
              <a:rPr lang="en-US" dirty="0" smtClean="0"/>
              <a:t>Delirium &amp; withdrawal prevention </a:t>
            </a:r>
          </a:p>
          <a:p>
            <a:r>
              <a:rPr lang="en-US" dirty="0"/>
              <a:t> Infusion pump </a:t>
            </a:r>
            <a:r>
              <a:rPr lang="en-US" dirty="0" smtClean="0"/>
              <a:t>training</a:t>
            </a:r>
          </a:p>
          <a:p>
            <a:r>
              <a:rPr lang="en-US" dirty="0" smtClean="0"/>
              <a:t>Fall &amp; pressure ulcer prevention </a:t>
            </a:r>
          </a:p>
          <a:p>
            <a:r>
              <a:rPr lang="en-US" dirty="0" smtClean="0"/>
              <a:t>Holistic approach of Psychosocial assessment</a:t>
            </a:r>
          </a:p>
          <a:p>
            <a:endParaRPr lang="en-US" dirty="0"/>
          </a:p>
        </p:txBody>
      </p:sp>
      <p:sp>
        <p:nvSpPr>
          <p:cNvPr id="3" name="Title 2"/>
          <p:cNvSpPr>
            <a:spLocks noGrp="1"/>
          </p:cNvSpPr>
          <p:nvPr>
            <p:ph type="title"/>
          </p:nvPr>
        </p:nvSpPr>
        <p:spPr/>
        <p:txBody>
          <a:bodyPr/>
          <a:lstStyle/>
          <a:p>
            <a:r>
              <a:rPr lang="en-US" dirty="0" smtClean="0">
                <a:solidFill>
                  <a:srgbClr val="FF0000"/>
                </a:solidFill>
              </a:rPr>
              <a:t>Platinum Critical care  </a:t>
            </a:r>
            <a:endParaRPr lang="en-US" dirty="0">
              <a:solidFill>
                <a:srgbClr val="FF0000"/>
              </a:solidFill>
            </a:endParaRPr>
          </a:p>
        </p:txBody>
      </p:sp>
    </p:spTree>
    <p:extLst>
      <p:ext uri="{BB962C8B-B14F-4D97-AF65-F5344CB8AC3E}">
        <p14:creationId xmlns:p14="http://schemas.microsoft.com/office/powerpoint/2010/main" val="36697315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Daily rounds are conducted by the team in partnership with </a:t>
            </a:r>
            <a:r>
              <a:rPr lang="en-US" dirty="0" smtClean="0"/>
              <a:t>family.</a:t>
            </a:r>
          </a:p>
          <a:p>
            <a:r>
              <a:rPr lang="en-US" dirty="0" smtClean="0"/>
              <a:t>Restraint policy </a:t>
            </a:r>
          </a:p>
          <a:p>
            <a:r>
              <a:rPr lang="en-US" dirty="0" smtClean="0"/>
              <a:t>Screening for hypo/hyper </a:t>
            </a:r>
            <a:r>
              <a:rPr lang="en-US" dirty="0" err="1" smtClean="0"/>
              <a:t>glycemia</a:t>
            </a:r>
            <a:r>
              <a:rPr lang="en-US" dirty="0" smtClean="0"/>
              <a:t> </a:t>
            </a:r>
          </a:p>
          <a:p>
            <a:r>
              <a:rPr lang="en-US" dirty="0"/>
              <a:t> catheter-associated urinary tract </a:t>
            </a:r>
            <a:r>
              <a:rPr lang="en-US" dirty="0" smtClean="0"/>
              <a:t>infection prevention </a:t>
            </a:r>
          </a:p>
          <a:p>
            <a:r>
              <a:rPr lang="en-US" dirty="0" smtClean="0"/>
              <a:t>Sepsis bundle </a:t>
            </a:r>
          </a:p>
          <a:p>
            <a:endParaRPr lang="en-US" dirty="0"/>
          </a:p>
        </p:txBody>
      </p:sp>
      <p:sp>
        <p:nvSpPr>
          <p:cNvPr id="3" name="Title 2"/>
          <p:cNvSpPr>
            <a:spLocks noGrp="1"/>
          </p:cNvSpPr>
          <p:nvPr>
            <p:ph type="title"/>
          </p:nvPr>
        </p:nvSpPr>
        <p:spPr/>
        <p:txBody>
          <a:bodyPr/>
          <a:lstStyle/>
          <a:p>
            <a:r>
              <a:rPr lang="en-US" dirty="0" smtClean="0">
                <a:solidFill>
                  <a:srgbClr val="FF0000"/>
                </a:solidFill>
              </a:rPr>
              <a:t>Platinum critical care </a:t>
            </a:r>
            <a:endParaRPr lang="en-US" dirty="0">
              <a:solidFill>
                <a:srgbClr val="FF0000"/>
              </a:solidFill>
            </a:endParaRPr>
          </a:p>
        </p:txBody>
      </p:sp>
    </p:spTree>
    <p:extLst>
      <p:ext uri="{BB962C8B-B14F-4D97-AF65-F5344CB8AC3E}">
        <p14:creationId xmlns:p14="http://schemas.microsoft.com/office/powerpoint/2010/main" val="16795908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Support for the family, team members, and other clients is provided throughout and following the death of a client</a:t>
            </a:r>
            <a:r>
              <a:rPr lang="en-US" dirty="0" smtClean="0"/>
              <a:t>.</a:t>
            </a:r>
          </a:p>
          <a:p>
            <a:r>
              <a:rPr lang="en-US" dirty="0"/>
              <a:t>Spiritual care </a:t>
            </a:r>
          </a:p>
          <a:p>
            <a:r>
              <a:rPr lang="en-US" dirty="0"/>
              <a:t>Transport </a:t>
            </a:r>
            <a:r>
              <a:rPr lang="en-US" dirty="0" smtClean="0"/>
              <a:t>safety</a:t>
            </a:r>
          </a:p>
          <a:p>
            <a:r>
              <a:rPr lang="en-US" dirty="0"/>
              <a:t> Parents presence and involvement with care- family centered care </a:t>
            </a:r>
          </a:p>
          <a:p>
            <a:r>
              <a:rPr lang="en-US" dirty="0"/>
              <a:t> An assessment of the client’s palliative and end-of-life care needs</a:t>
            </a:r>
          </a:p>
          <a:p>
            <a:endParaRPr lang="en-US" dirty="0"/>
          </a:p>
          <a:p>
            <a:endParaRPr lang="en-US" dirty="0"/>
          </a:p>
        </p:txBody>
      </p:sp>
      <p:sp>
        <p:nvSpPr>
          <p:cNvPr id="3" name="Title 2"/>
          <p:cNvSpPr>
            <a:spLocks noGrp="1"/>
          </p:cNvSpPr>
          <p:nvPr>
            <p:ph type="title"/>
          </p:nvPr>
        </p:nvSpPr>
        <p:spPr/>
        <p:txBody>
          <a:bodyPr/>
          <a:lstStyle/>
          <a:p>
            <a:r>
              <a:rPr lang="en-US" dirty="0" smtClean="0">
                <a:solidFill>
                  <a:srgbClr val="FF0000"/>
                </a:solidFill>
              </a:rPr>
              <a:t>Platinum critical care </a:t>
            </a:r>
            <a:endParaRPr lang="en-US" dirty="0">
              <a:solidFill>
                <a:srgbClr val="FF0000"/>
              </a:solidFill>
            </a:endParaRPr>
          </a:p>
        </p:txBody>
      </p:sp>
    </p:spTree>
    <p:extLst>
      <p:ext uri="{BB962C8B-B14F-4D97-AF65-F5344CB8AC3E}">
        <p14:creationId xmlns:p14="http://schemas.microsoft.com/office/powerpoint/2010/main" val="18452237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Outreach team ( PRRT, Home ventilation )</a:t>
            </a:r>
          </a:p>
          <a:p>
            <a:r>
              <a:rPr lang="en-US" dirty="0" smtClean="0"/>
              <a:t>Transition </a:t>
            </a:r>
            <a:r>
              <a:rPr lang="en-US" dirty="0"/>
              <a:t>planning, with input from clients and families</a:t>
            </a:r>
            <a:r>
              <a:rPr lang="en-US" dirty="0" smtClean="0"/>
              <a:t>.</a:t>
            </a:r>
          </a:p>
          <a:p>
            <a:r>
              <a:rPr lang="en-US" dirty="0"/>
              <a:t>Medication reconciliation is conducted in partnership with clients and families</a:t>
            </a:r>
            <a:endParaRPr lang="en-US" dirty="0" smtClean="0"/>
          </a:p>
          <a:p>
            <a:endParaRPr lang="en-US" dirty="0"/>
          </a:p>
        </p:txBody>
      </p:sp>
      <p:sp>
        <p:nvSpPr>
          <p:cNvPr id="3" name="Title 2"/>
          <p:cNvSpPr>
            <a:spLocks noGrp="1"/>
          </p:cNvSpPr>
          <p:nvPr>
            <p:ph type="title"/>
          </p:nvPr>
        </p:nvSpPr>
        <p:spPr/>
        <p:txBody>
          <a:bodyPr/>
          <a:lstStyle/>
          <a:p>
            <a:r>
              <a:rPr lang="en-US" dirty="0" smtClean="0">
                <a:solidFill>
                  <a:schemeClr val="bg1">
                    <a:lumMod val="65000"/>
                  </a:schemeClr>
                </a:solidFill>
              </a:rPr>
              <a:t>Diamond critical care </a:t>
            </a:r>
            <a:endParaRPr lang="en-US" dirty="0">
              <a:solidFill>
                <a:schemeClr val="bg1">
                  <a:lumMod val="65000"/>
                </a:schemeClr>
              </a:solidFill>
            </a:endParaRPr>
          </a:p>
        </p:txBody>
      </p:sp>
    </p:spTree>
    <p:extLst>
      <p:ext uri="{BB962C8B-B14F-4D97-AF65-F5344CB8AC3E}">
        <p14:creationId xmlns:p14="http://schemas.microsoft.com/office/powerpoint/2010/main" val="24565396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1A20001D-6CA3-415B-AA5D-B0D7C21D4397}"/>
              </a:ext>
            </a:extLst>
          </p:cNvPr>
          <p:cNvSpPr>
            <a:spLocks noGrp="1"/>
          </p:cNvSpPr>
          <p:nvPr>
            <p:ph type="title"/>
          </p:nvPr>
        </p:nvSpPr>
        <p:spPr>
          <a:xfrm>
            <a:off x="3820852" y="2677886"/>
            <a:ext cx="3752790" cy="1320800"/>
          </a:xfrm>
        </p:spPr>
        <p:txBody>
          <a:bodyPr>
            <a:normAutofit/>
          </a:bodyPr>
          <a:lstStyle/>
          <a:p>
            <a:r>
              <a:rPr lang="en-GB" sz="4400" b="1" dirty="0"/>
              <a:t>Questions?</a:t>
            </a:r>
          </a:p>
        </p:txBody>
      </p:sp>
      <p:pic>
        <p:nvPicPr>
          <p:cNvPr id="11" name="Content Placeholder 10" descr="A picture containing person, indoor, child, baby&#10;&#10;Description automatically generated">
            <a:extLst>
              <a:ext uri="{FF2B5EF4-FFF2-40B4-BE49-F238E27FC236}">
                <a16:creationId xmlns="" xmlns:a16="http://schemas.microsoft.com/office/drawing/2014/main" id="{9F54C387-8847-4FF3-881F-1626D2335DAA}"/>
              </a:ext>
            </a:extLst>
          </p:cNvPr>
          <p:cNvPicPr>
            <a:picLocks noChangeAspect="1"/>
          </p:cNvPicPr>
          <p:nvPr/>
        </p:nvPicPr>
        <p:blipFill rotWithShape="1">
          <a:blip r:embed="rId2">
            <a:extLst>
              <a:ext uri="{28A0092B-C50C-407E-A947-70E740481C1C}">
                <a14:useLocalDpi xmlns:a14="http://schemas.microsoft.com/office/drawing/2010/main" val="0"/>
              </a:ext>
            </a:extLst>
          </a:blip>
          <a:srcRect l="34272" r="6728" b="-1"/>
          <a:stretch/>
        </p:blipFill>
        <p:spPr>
          <a:xfrm>
            <a:off x="403760" y="0"/>
            <a:ext cx="3417092" cy="6858000"/>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8" name="Isosceles Triangle 17">
            <a:extLst>
              <a:ext uri="{FF2B5EF4-FFF2-40B4-BE49-F238E27FC236}">
                <a16:creationId xmlns="" xmlns:a16="http://schemas.microsoft.com/office/drawing/2014/main" id="{3BCB5F6A-9EB0-40B0-9D13-3023E9A205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427053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