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5732" name="Shape 3145732"/>
        <p:cNvGrpSpPr/>
        <p:nvPr/>
      </p:nvGrpSpPr>
      <p:grpSpPr>
        <a:xfrm>
          <a:off x="0" y="0"/>
          <a:ext cx="0" cy="0"/>
          <a:chOff x="0" y="0"/>
          <a:chExt cx="0" cy="0"/>
        </a:xfrm>
      </p:grpSpPr>
      <p:sp>
        <p:nvSpPr>
          <p:cNvPr id="3145733" name="Google Shape;3145733;n"/>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45734" name="Google Shape;3145734;n"/>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45735" name="Google Shape;314573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5736" name="Google Shape;3145736;n"/>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3145737" name="Google Shape;3145737;n"/>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45738" name="Google Shape;3145738;n"/>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873" name="Shape 3145873"/>
        <p:cNvGrpSpPr/>
        <p:nvPr/>
      </p:nvGrpSpPr>
      <p:grpSpPr>
        <a:xfrm>
          <a:off x="0" y="0"/>
          <a:ext cx="0" cy="0"/>
          <a:chOff x="0" y="0"/>
          <a:chExt cx="0" cy="0"/>
        </a:xfrm>
      </p:grpSpPr>
      <p:sp>
        <p:nvSpPr>
          <p:cNvPr id="3145874" name="Google Shape;3145874;p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875" name="Google Shape;31458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879" name="Shape 3145879"/>
        <p:cNvGrpSpPr/>
        <p:nvPr/>
      </p:nvGrpSpPr>
      <p:grpSpPr>
        <a:xfrm>
          <a:off x="0" y="0"/>
          <a:ext cx="0" cy="0"/>
          <a:chOff x="0" y="0"/>
          <a:chExt cx="0" cy="0"/>
        </a:xfrm>
      </p:grpSpPr>
      <p:sp>
        <p:nvSpPr>
          <p:cNvPr id="3145880" name="Google Shape;3145880;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881" name="Google Shape;314588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888" name="Shape 3145888"/>
        <p:cNvGrpSpPr/>
        <p:nvPr/>
      </p:nvGrpSpPr>
      <p:grpSpPr>
        <a:xfrm>
          <a:off x="0" y="0"/>
          <a:ext cx="0" cy="0"/>
          <a:chOff x="0" y="0"/>
          <a:chExt cx="0" cy="0"/>
        </a:xfrm>
      </p:grpSpPr>
      <p:sp>
        <p:nvSpPr>
          <p:cNvPr id="3145889" name="Google Shape;3145889;p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890" name="Google Shape;31458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897" name="Shape 3145897"/>
        <p:cNvGrpSpPr/>
        <p:nvPr/>
      </p:nvGrpSpPr>
      <p:grpSpPr>
        <a:xfrm>
          <a:off x="0" y="0"/>
          <a:ext cx="0" cy="0"/>
          <a:chOff x="0" y="0"/>
          <a:chExt cx="0" cy="0"/>
        </a:xfrm>
      </p:grpSpPr>
      <p:sp>
        <p:nvSpPr>
          <p:cNvPr id="3145898" name="Google Shape;3145898;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899" name="Google Shape;31458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06" name="Shape 3145906"/>
        <p:cNvGrpSpPr/>
        <p:nvPr/>
      </p:nvGrpSpPr>
      <p:grpSpPr>
        <a:xfrm>
          <a:off x="0" y="0"/>
          <a:ext cx="0" cy="0"/>
          <a:chOff x="0" y="0"/>
          <a:chExt cx="0" cy="0"/>
        </a:xfrm>
      </p:grpSpPr>
      <p:sp>
        <p:nvSpPr>
          <p:cNvPr id="3145907" name="Google Shape;3145907;p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08" name="Google Shape;31459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13" name="Shape 3145913"/>
        <p:cNvGrpSpPr/>
        <p:nvPr/>
      </p:nvGrpSpPr>
      <p:grpSpPr>
        <a:xfrm>
          <a:off x="0" y="0"/>
          <a:ext cx="0" cy="0"/>
          <a:chOff x="0" y="0"/>
          <a:chExt cx="0" cy="0"/>
        </a:xfrm>
      </p:grpSpPr>
      <p:sp>
        <p:nvSpPr>
          <p:cNvPr id="3145914" name="Google Shape;3145914;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15" name="Google Shape;31459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21" name="Shape 3145921"/>
        <p:cNvGrpSpPr/>
        <p:nvPr/>
      </p:nvGrpSpPr>
      <p:grpSpPr>
        <a:xfrm>
          <a:off x="0" y="0"/>
          <a:ext cx="0" cy="0"/>
          <a:chOff x="0" y="0"/>
          <a:chExt cx="0" cy="0"/>
        </a:xfrm>
      </p:grpSpPr>
      <p:sp>
        <p:nvSpPr>
          <p:cNvPr id="3145922" name="Google Shape;3145922;p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23" name="Google Shape;31459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30" name="Shape 3145930"/>
        <p:cNvGrpSpPr/>
        <p:nvPr/>
      </p:nvGrpSpPr>
      <p:grpSpPr>
        <a:xfrm>
          <a:off x="0" y="0"/>
          <a:ext cx="0" cy="0"/>
          <a:chOff x="0" y="0"/>
          <a:chExt cx="0" cy="0"/>
        </a:xfrm>
      </p:grpSpPr>
      <p:sp>
        <p:nvSpPr>
          <p:cNvPr id="3145931" name="Google Shape;3145931;p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32" name="Google Shape;31459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38" name="Shape 3145938"/>
        <p:cNvGrpSpPr/>
        <p:nvPr/>
      </p:nvGrpSpPr>
      <p:grpSpPr>
        <a:xfrm>
          <a:off x="0" y="0"/>
          <a:ext cx="0" cy="0"/>
          <a:chOff x="0" y="0"/>
          <a:chExt cx="0" cy="0"/>
        </a:xfrm>
      </p:grpSpPr>
      <p:sp>
        <p:nvSpPr>
          <p:cNvPr id="3145939" name="Google Shape;3145939;p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40" name="Google Shape;31459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46" name="Shape 3145946"/>
        <p:cNvGrpSpPr/>
        <p:nvPr/>
      </p:nvGrpSpPr>
      <p:grpSpPr>
        <a:xfrm>
          <a:off x="0" y="0"/>
          <a:ext cx="0" cy="0"/>
          <a:chOff x="0" y="0"/>
          <a:chExt cx="0" cy="0"/>
        </a:xfrm>
      </p:grpSpPr>
      <p:sp>
        <p:nvSpPr>
          <p:cNvPr id="3145947" name="Google Shape;3145947;p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48" name="Google Shape;31459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54" name="Shape 3145954"/>
        <p:cNvGrpSpPr/>
        <p:nvPr/>
      </p:nvGrpSpPr>
      <p:grpSpPr>
        <a:xfrm>
          <a:off x="0" y="0"/>
          <a:ext cx="0" cy="0"/>
          <a:chOff x="0" y="0"/>
          <a:chExt cx="0" cy="0"/>
        </a:xfrm>
      </p:grpSpPr>
      <p:sp>
        <p:nvSpPr>
          <p:cNvPr id="3145955" name="Google Shape;3145955;p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56" name="Google Shape;31459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63" name="Shape 3145963"/>
        <p:cNvGrpSpPr/>
        <p:nvPr/>
      </p:nvGrpSpPr>
      <p:grpSpPr>
        <a:xfrm>
          <a:off x="0" y="0"/>
          <a:ext cx="0" cy="0"/>
          <a:chOff x="0" y="0"/>
          <a:chExt cx="0" cy="0"/>
        </a:xfrm>
      </p:grpSpPr>
      <p:sp>
        <p:nvSpPr>
          <p:cNvPr id="3145964" name="Google Shape;3145964;p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65" name="Google Shape;31459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71" name="Shape 3145971"/>
        <p:cNvGrpSpPr/>
        <p:nvPr/>
      </p:nvGrpSpPr>
      <p:grpSpPr>
        <a:xfrm>
          <a:off x="0" y="0"/>
          <a:ext cx="0" cy="0"/>
          <a:chOff x="0" y="0"/>
          <a:chExt cx="0" cy="0"/>
        </a:xfrm>
      </p:grpSpPr>
      <p:sp>
        <p:nvSpPr>
          <p:cNvPr id="3145972" name="Google Shape;3145972;p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73" name="Google Shape;31459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79" name="Shape 3145979"/>
        <p:cNvGrpSpPr/>
        <p:nvPr/>
      </p:nvGrpSpPr>
      <p:grpSpPr>
        <a:xfrm>
          <a:off x="0" y="0"/>
          <a:ext cx="0" cy="0"/>
          <a:chOff x="0" y="0"/>
          <a:chExt cx="0" cy="0"/>
        </a:xfrm>
      </p:grpSpPr>
      <p:sp>
        <p:nvSpPr>
          <p:cNvPr id="3145980" name="Google Shape;3145980;p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81" name="Google Shape;31459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88" name="Shape 3145988"/>
        <p:cNvGrpSpPr/>
        <p:nvPr/>
      </p:nvGrpSpPr>
      <p:grpSpPr>
        <a:xfrm>
          <a:off x="0" y="0"/>
          <a:ext cx="0" cy="0"/>
          <a:chOff x="0" y="0"/>
          <a:chExt cx="0" cy="0"/>
        </a:xfrm>
      </p:grpSpPr>
      <p:sp>
        <p:nvSpPr>
          <p:cNvPr id="3145989" name="Google Shape;3145989;p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90" name="Google Shape;31459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997" name="Shape 3145997"/>
        <p:cNvGrpSpPr/>
        <p:nvPr/>
      </p:nvGrpSpPr>
      <p:grpSpPr>
        <a:xfrm>
          <a:off x="0" y="0"/>
          <a:ext cx="0" cy="0"/>
          <a:chOff x="0" y="0"/>
          <a:chExt cx="0" cy="0"/>
        </a:xfrm>
      </p:grpSpPr>
      <p:sp>
        <p:nvSpPr>
          <p:cNvPr id="3145998" name="Google Shape;3145998;p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5999" name="Google Shape;314599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06" name="Shape 3146006"/>
        <p:cNvGrpSpPr/>
        <p:nvPr/>
      </p:nvGrpSpPr>
      <p:grpSpPr>
        <a:xfrm>
          <a:off x="0" y="0"/>
          <a:ext cx="0" cy="0"/>
          <a:chOff x="0" y="0"/>
          <a:chExt cx="0" cy="0"/>
        </a:xfrm>
      </p:grpSpPr>
      <p:sp>
        <p:nvSpPr>
          <p:cNvPr id="3146007" name="Google Shape;3146007;p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08" name="Google Shape;314600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14" name="Shape 3146014"/>
        <p:cNvGrpSpPr/>
        <p:nvPr/>
      </p:nvGrpSpPr>
      <p:grpSpPr>
        <a:xfrm>
          <a:off x="0" y="0"/>
          <a:ext cx="0" cy="0"/>
          <a:chOff x="0" y="0"/>
          <a:chExt cx="0" cy="0"/>
        </a:xfrm>
      </p:grpSpPr>
      <p:sp>
        <p:nvSpPr>
          <p:cNvPr id="3146015" name="Google Shape;3146015;p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16" name="Google Shape;314601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22" name="Shape 3146022"/>
        <p:cNvGrpSpPr/>
        <p:nvPr/>
      </p:nvGrpSpPr>
      <p:grpSpPr>
        <a:xfrm>
          <a:off x="0" y="0"/>
          <a:ext cx="0" cy="0"/>
          <a:chOff x="0" y="0"/>
          <a:chExt cx="0" cy="0"/>
        </a:xfrm>
      </p:grpSpPr>
      <p:sp>
        <p:nvSpPr>
          <p:cNvPr id="3146023" name="Google Shape;3146023;p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24" name="Google Shape;314602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31" name="Shape 3146031"/>
        <p:cNvGrpSpPr/>
        <p:nvPr/>
      </p:nvGrpSpPr>
      <p:grpSpPr>
        <a:xfrm>
          <a:off x="0" y="0"/>
          <a:ext cx="0" cy="0"/>
          <a:chOff x="0" y="0"/>
          <a:chExt cx="0" cy="0"/>
        </a:xfrm>
      </p:grpSpPr>
      <p:sp>
        <p:nvSpPr>
          <p:cNvPr id="3146032" name="Google Shape;3146032;p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33" name="Google Shape;314603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40" name="Shape 3146040"/>
        <p:cNvGrpSpPr/>
        <p:nvPr/>
      </p:nvGrpSpPr>
      <p:grpSpPr>
        <a:xfrm>
          <a:off x="0" y="0"/>
          <a:ext cx="0" cy="0"/>
          <a:chOff x="0" y="0"/>
          <a:chExt cx="0" cy="0"/>
        </a:xfrm>
      </p:grpSpPr>
      <p:sp>
        <p:nvSpPr>
          <p:cNvPr id="3146041" name="Google Shape;3146041;p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42" name="Google Shape;314604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49" name="Shape 3146049"/>
        <p:cNvGrpSpPr/>
        <p:nvPr/>
      </p:nvGrpSpPr>
      <p:grpSpPr>
        <a:xfrm>
          <a:off x="0" y="0"/>
          <a:ext cx="0" cy="0"/>
          <a:chOff x="0" y="0"/>
          <a:chExt cx="0" cy="0"/>
        </a:xfrm>
      </p:grpSpPr>
      <p:sp>
        <p:nvSpPr>
          <p:cNvPr id="3146050" name="Google Shape;3146050;p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51" name="Google Shape;314605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58" name="Shape 3146058"/>
        <p:cNvGrpSpPr/>
        <p:nvPr/>
      </p:nvGrpSpPr>
      <p:grpSpPr>
        <a:xfrm>
          <a:off x="0" y="0"/>
          <a:ext cx="0" cy="0"/>
          <a:chOff x="0" y="0"/>
          <a:chExt cx="0" cy="0"/>
        </a:xfrm>
      </p:grpSpPr>
      <p:sp>
        <p:nvSpPr>
          <p:cNvPr id="3146059" name="Google Shape;3146059;p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60" name="Google Shape;31460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67" name="Shape 3146067"/>
        <p:cNvGrpSpPr/>
        <p:nvPr/>
      </p:nvGrpSpPr>
      <p:grpSpPr>
        <a:xfrm>
          <a:off x="0" y="0"/>
          <a:ext cx="0" cy="0"/>
          <a:chOff x="0" y="0"/>
          <a:chExt cx="0" cy="0"/>
        </a:xfrm>
      </p:grpSpPr>
      <p:sp>
        <p:nvSpPr>
          <p:cNvPr id="3146068" name="Google Shape;3146068;p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69" name="Google Shape;314606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075" name="Shape 3146075"/>
        <p:cNvGrpSpPr/>
        <p:nvPr/>
      </p:nvGrpSpPr>
      <p:grpSpPr>
        <a:xfrm>
          <a:off x="0" y="0"/>
          <a:ext cx="0" cy="0"/>
          <a:chOff x="0" y="0"/>
          <a:chExt cx="0" cy="0"/>
        </a:xfrm>
      </p:grpSpPr>
      <p:sp>
        <p:nvSpPr>
          <p:cNvPr id="3146076" name="Google Shape;3146076;p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6077" name="Google Shape;314607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3145748" name="Shape 3145748"/>
        <p:cNvGrpSpPr/>
        <p:nvPr/>
      </p:nvGrpSpPr>
      <p:grpSpPr>
        <a:xfrm>
          <a:off x="0" y="0"/>
          <a:ext cx="0" cy="0"/>
          <a:chOff x="0" y="0"/>
          <a:chExt cx="0" cy="0"/>
        </a:xfrm>
      </p:grpSpPr>
      <p:sp>
        <p:nvSpPr>
          <p:cNvPr id="3145749" name="Google Shape;3145749;p2"/>
          <p:cNvSpPr txBox="1"/>
          <p:nvPr>
            <p:ph type="ctrTitle"/>
          </p:nvPr>
        </p:nvSpPr>
        <p:spPr>
          <a:xfrm>
            <a:off x="581191" y="704088"/>
            <a:ext cx="10993500" cy="14997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50" name="Google Shape;3145750;p2"/>
          <p:cNvSpPr txBox="1"/>
          <p:nvPr>
            <p:ph idx="1" type="subTitle"/>
          </p:nvPr>
        </p:nvSpPr>
        <p:spPr>
          <a:xfrm>
            <a:off x="581194" y="2495445"/>
            <a:ext cx="10993500" cy="468300"/>
          </a:xfrm>
          <a:prstGeom prst="rect">
            <a:avLst/>
          </a:prstGeom>
          <a:noFill/>
          <a:ln>
            <a:noFill/>
          </a:ln>
        </p:spPr>
        <p:txBody>
          <a:bodyPr anchorCtr="0" anchor="ctr" bIns="45700" lIns="91425" spcFirstLastPara="1" rIns="91425" wrap="square" tIns="45700">
            <a:normAutofit/>
          </a:bodyPr>
          <a:lstStyle>
            <a:lvl1pPr lvl="0" rtl="0" algn="l">
              <a:spcBef>
                <a:spcPts val="360"/>
              </a:spcBef>
              <a:spcAft>
                <a:spcPts val="0"/>
              </a:spcAft>
              <a:buSzPts val="1656"/>
              <a:buNone/>
              <a:defRPr/>
            </a:lvl1pPr>
            <a:lvl2pPr lvl="1" rtl="0" algn="l">
              <a:spcBef>
                <a:spcPts val="600"/>
              </a:spcBef>
              <a:spcAft>
                <a:spcPts val="0"/>
              </a:spcAft>
              <a:buSzPts val="1656"/>
              <a:buChar char="◼"/>
              <a:defRPr/>
            </a:lvl2pPr>
            <a:lvl3pPr lvl="2" rtl="0" algn="l">
              <a:spcBef>
                <a:spcPts val="600"/>
              </a:spcBef>
              <a:spcAft>
                <a:spcPts val="0"/>
              </a:spcAft>
              <a:buSzPts val="1656"/>
              <a:buChar char="◼"/>
              <a:defRPr/>
            </a:lvl3pPr>
            <a:lvl4pPr lvl="3" rtl="0" algn="l">
              <a:spcBef>
                <a:spcPts val="600"/>
              </a:spcBef>
              <a:spcAft>
                <a:spcPts val="0"/>
              </a:spcAft>
              <a:buSzPts val="1656"/>
              <a:buChar char="◼"/>
              <a:defRPr/>
            </a:lvl4pPr>
            <a:lvl5pPr lvl="4" rtl="0" algn="l">
              <a:spcBef>
                <a:spcPts val="600"/>
              </a:spcBef>
              <a:spcAft>
                <a:spcPts val="0"/>
              </a:spcAft>
              <a:buSzPts val="1656"/>
              <a:buChar char="◼"/>
              <a:defRPr/>
            </a:lvl5pPr>
            <a:lvl6pPr lvl="5" rtl="0" algn="l">
              <a:spcBef>
                <a:spcPts val="600"/>
              </a:spcBef>
              <a:spcAft>
                <a:spcPts val="0"/>
              </a:spcAft>
              <a:buSzPts val="1656"/>
              <a:buChar char="◼"/>
              <a:defRPr/>
            </a:lvl6pPr>
            <a:lvl7pPr lvl="6" rtl="0" algn="l">
              <a:spcBef>
                <a:spcPts val="600"/>
              </a:spcBef>
              <a:spcAft>
                <a:spcPts val="0"/>
              </a:spcAft>
              <a:buSzPts val="1656"/>
              <a:buChar char="◼"/>
              <a:defRPr/>
            </a:lvl7pPr>
            <a:lvl8pPr lvl="7" rtl="0" algn="l">
              <a:spcBef>
                <a:spcPts val="600"/>
              </a:spcBef>
              <a:spcAft>
                <a:spcPts val="0"/>
              </a:spcAft>
              <a:buSzPts val="1656"/>
              <a:buChar char="◼"/>
              <a:defRPr/>
            </a:lvl8pPr>
            <a:lvl9pPr lvl="8" rtl="0" algn="l">
              <a:spcBef>
                <a:spcPts val="600"/>
              </a:spcBef>
              <a:spcAft>
                <a:spcPts val="600"/>
              </a:spcAft>
              <a:buSzPts val="1656"/>
              <a:buChar char="◼"/>
              <a:defRPr/>
            </a:lvl9pPr>
          </a:lstStyle>
          <a:p/>
        </p:txBody>
      </p:sp>
      <p:sp>
        <p:nvSpPr>
          <p:cNvPr id="3145751" name="Google Shape;3145751;p2"/>
          <p:cNvSpPr/>
          <p:nvPr>
            <p:ph idx="2" type="pic"/>
          </p:nvPr>
        </p:nvSpPr>
        <p:spPr>
          <a:xfrm>
            <a:off x="448056" y="3081528"/>
            <a:ext cx="11265300" cy="3310200"/>
          </a:xfrm>
          <a:prstGeom prst="rect">
            <a:avLst/>
          </a:prstGeom>
          <a:solidFill>
            <a:schemeClr val="accent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145752" name="Shape 3145752"/>
        <p:cNvGrpSpPr/>
        <p:nvPr/>
      </p:nvGrpSpPr>
      <p:grpSpPr>
        <a:xfrm>
          <a:off x="0" y="0"/>
          <a:ext cx="0" cy="0"/>
          <a:chOff x="0" y="0"/>
          <a:chExt cx="0" cy="0"/>
        </a:xfrm>
      </p:grpSpPr>
      <p:sp>
        <p:nvSpPr>
          <p:cNvPr id="3145753" name="Google Shape;3145753;p3"/>
          <p:cNvSpPr txBox="1"/>
          <p:nvPr>
            <p:ph type="title"/>
          </p:nvPr>
        </p:nvSpPr>
        <p:spPr>
          <a:xfrm>
            <a:off x="581192" y="702155"/>
            <a:ext cx="3424200" cy="15000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54" name="Google Shape;3145754;p3"/>
          <p:cNvSpPr txBox="1"/>
          <p:nvPr>
            <p:ph idx="1" type="body"/>
          </p:nvPr>
        </p:nvSpPr>
        <p:spPr>
          <a:xfrm>
            <a:off x="581193" y="2414788"/>
            <a:ext cx="3424200" cy="3975900"/>
          </a:xfrm>
          <a:prstGeom prst="rect">
            <a:avLst/>
          </a:prstGeom>
          <a:noFill/>
          <a:ln>
            <a:noFill/>
          </a:ln>
        </p:spPr>
        <p:txBody>
          <a:bodyPr anchorCtr="0" anchor="ctr" bIns="45700" lIns="91425" spcFirstLastPara="1" rIns="91425" wrap="square" tIns="45700">
            <a:normAutofit/>
          </a:bodyPr>
          <a:lstStyle>
            <a:lvl1pPr indent="-228600" lvl="0" marL="457200" rtl="0" algn="l">
              <a:spcBef>
                <a:spcPts val="360"/>
              </a:spcBef>
              <a:spcAft>
                <a:spcPts val="0"/>
              </a:spcAft>
              <a:buSzPts val="1656"/>
              <a:buNone/>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755" name="Google Shape;3145755;p3"/>
          <p:cNvSpPr/>
          <p:nvPr>
            <p:ph idx="2" type="pic"/>
          </p:nvPr>
        </p:nvSpPr>
        <p:spPr>
          <a:xfrm>
            <a:off x="4242815" y="640080"/>
            <a:ext cx="3703200" cy="5751600"/>
          </a:xfrm>
          <a:prstGeom prst="rect">
            <a:avLst/>
          </a:prstGeom>
          <a:solidFill>
            <a:schemeClr val="accent2"/>
          </a:solidFill>
          <a:ln>
            <a:noFill/>
          </a:ln>
        </p:spPr>
      </p:sp>
      <p:sp>
        <p:nvSpPr>
          <p:cNvPr id="3145756" name="Google Shape;3145756;p3"/>
          <p:cNvSpPr/>
          <p:nvPr>
            <p:ph idx="3" type="pic"/>
          </p:nvPr>
        </p:nvSpPr>
        <p:spPr>
          <a:xfrm>
            <a:off x="8046720" y="640080"/>
            <a:ext cx="3703200" cy="5751600"/>
          </a:xfrm>
          <a:prstGeom prst="rect">
            <a:avLst/>
          </a:prstGeom>
          <a:solidFill>
            <a:schemeClr val="accent2"/>
          </a:solidFill>
          <a:ln>
            <a:noFill/>
          </a:ln>
        </p:spPr>
      </p:sp>
      <p:sp>
        <p:nvSpPr>
          <p:cNvPr id="3145757" name="Google Shape;3145757;p3"/>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58" name="Google Shape;3145758;p3"/>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59" name="Google Shape;3145759;p3"/>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3145760" name="Shape 3145760"/>
        <p:cNvGrpSpPr/>
        <p:nvPr/>
      </p:nvGrpSpPr>
      <p:grpSpPr>
        <a:xfrm>
          <a:off x="0" y="0"/>
          <a:ext cx="0" cy="0"/>
          <a:chOff x="0" y="0"/>
          <a:chExt cx="0" cy="0"/>
        </a:xfrm>
      </p:grpSpPr>
      <p:sp>
        <p:nvSpPr>
          <p:cNvPr id="3145761" name="Google Shape;3145761;p4"/>
          <p:cNvSpPr txBox="1"/>
          <p:nvPr>
            <p:ph type="title"/>
          </p:nvPr>
        </p:nvSpPr>
        <p:spPr>
          <a:xfrm>
            <a:off x="581192" y="730730"/>
            <a:ext cx="3475800" cy="14784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descr="Tag=AccentColor Flavor=Light Target=Bullets" id="3145762" name="Google Shape;3145762;p4"/>
          <p:cNvSpPr txBox="1"/>
          <p:nvPr>
            <p:ph idx="1" type="body"/>
          </p:nvPr>
        </p:nvSpPr>
        <p:spPr>
          <a:xfrm>
            <a:off x="581192" y="2180496"/>
            <a:ext cx="3475800" cy="3678300"/>
          </a:xfrm>
          <a:prstGeom prst="rect">
            <a:avLst/>
          </a:prstGeom>
          <a:noFill/>
          <a:ln>
            <a:noFill/>
          </a:ln>
        </p:spPr>
        <p:txBody>
          <a:bodyPr anchorCtr="0" anchor="ctr" bIns="45700" lIns="91425" spcFirstLastPara="1" rIns="91425" wrap="square" tIns="45700">
            <a:normAutofit/>
          </a:bodyPr>
          <a:lstStyle>
            <a:lvl1pPr indent="-228600" lvl="0" marL="457200" rtl="0" algn="l">
              <a:spcBef>
                <a:spcPts val="360"/>
              </a:spcBef>
              <a:spcAft>
                <a:spcPts val="0"/>
              </a:spcAft>
              <a:buSzPts val="1656"/>
              <a:buNone/>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763" name="Google Shape;3145763;p4"/>
          <p:cNvSpPr/>
          <p:nvPr>
            <p:ph idx="2" type="pic"/>
          </p:nvPr>
        </p:nvSpPr>
        <p:spPr>
          <a:xfrm>
            <a:off x="4241800" y="630936"/>
            <a:ext cx="7504200" cy="3520500"/>
          </a:xfrm>
          <a:prstGeom prst="rect">
            <a:avLst/>
          </a:prstGeom>
          <a:solidFill>
            <a:schemeClr val="accent2"/>
          </a:solidFill>
          <a:ln>
            <a:noFill/>
          </a:ln>
        </p:spPr>
      </p:sp>
      <p:sp>
        <p:nvSpPr>
          <p:cNvPr id="3145764" name="Google Shape;3145764;p4"/>
          <p:cNvSpPr/>
          <p:nvPr>
            <p:ph idx="3" type="pic"/>
          </p:nvPr>
        </p:nvSpPr>
        <p:spPr>
          <a:xfrm>
            <a:off x="4242816" y="4234252"/>
            <a:ext cx="3703200" cy="2139600"/>
          </a:xfrm>
          <a:prstGeom prst="rect">
            <a:avLst/>
          </a:prstGeom>
          <a:solidFill>
            <a:schemeClr val="accent2"/>
          </a:solidFill>
          <a:ln>
            <a:noFill/>
          </a:ln>
        </p:spPr>
      </p:sp>
      <p:sp>
        <p:nvSpPr>
          <p:cNvPr id="3145765" name="Google Shape;3145765;p4"/>
          <p:cNvSpPr/>
          <p:nvPr>
            <p:ph idx="4" type="pic"/>
          </p:nvPr>
        </p:nvSpPr>
        <p:spPr>
          <a:xfrm>
            <a:off x="8046720" y="4233672"/>
            <a:ext cx="3703200" cy="2139600"/>
          </a:xfrm>
          <a:prstGeom prst="rect">
            <a:avLst/>
          </a:prstGeom>
          <a:solidFill>
            <a:schemeClr val="accent2"/>
          </a:solidFill>
          <a:ln>
            <a:noFill/>
          </a:ln>
        </p:spPr>
      </p:sp>
      <p:sp>
        <p:nvSpPr>
          <p:cNvPr id="3145766" name="Google Shape;3145766;p4"/>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67" name="Google Shape;3145767;p4"/>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68" name="Google Shape;3145768;p4"/>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p:cSld name="Section Break">
    <p:spTree>
      <p:nvGrpSpPr>
        <p:cNvPr id="3145769" name="Shape 3145769"/>
        <p:cNvGrpSpPr/>
        <p:nvPr/>
      </p:nvGrpSpPr>
      <p:grpSpPr>
        <a:xfrm>
          <a:off x="0" y="0"/>
          <a:ext cx="0" cy="0"/>
          <a:chOff x="0" y="0"/>
          <a:chExt cx="0" cy="0"/>
        </a:xfrm>
      </p:grpSpPr>
      <p:sp>
        <p:nvSpPr>
          <p:cNvPr id="3145770" name="Google Shape;3145770;p5"/>
          <p:cNvSpPr txBox="1"/>
          <p:nvPr>
            <p:ph type="ctrTitle"/>
          </p:nvPr>
        </p:nvSpPr>
        <p:spPr>
          <a:xfrm>
            <a:off x="581191" y="4322102"/>
            <a:ext cx="10993500" cy="11535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71" name="Google Shape;3145771;p5"/>
          <p:cNvSpPr txBox="1"/>
          <p:nvPr>
            <p:ph idx="1" type="subTitle"/>
          </p:nvPr>
        </p:nvSpPr>
        <p:spPr>
          <a:xfrm>
            <a:off x="581194" y="5475712"/>
            <a:ext cx="10993500" cy="590400"/>
          </a:xfrm>
          <a:prstGeom prst="rect">
            <a:avLst/>
          </a:prstGeom>
          <a:noFill/>
          <a:ln>
            <a:noFill/>
          </a:ln>
        </p:spPr>
        <p:txBody>
          <a:bodyPr anchorCtr="0" anchor="ctr" bIns="45700" lIns="91425" spcFirstLastPara="1" rIns="91425" wrap="square" tIns="45700">
            <a:normAutofit/>
          </a:bodyPr>
          <a:lstStyle>
            <a:lvl1pPr lvl="0" rtl="0" algn="l">
              <a:spcBef>
                <a:spcPts val="360"/>
              </a:spcBef>
              <a:spcAft>
                <a:spcPts val="0"/>
              </a:spcAft>
              <a:buSzPts val="1656"/>
              <a:buNone/>
              <a:defRPr/>
            </a:lvl1pPr>
            <a:lvl2pPr lvl="1" rtl="0" algn="l">
              <a:spcBef>
                <a:spcPts val="600"/>
              </a:spcBef>
              <a:spcAft>
                <a:spcPts val="0"/>
              </a:spcAft>
              <a:buSzPts val="1656"/>
              <a:buChar char="◼"/>
              <a:defRPr/>
            </a:lvl2pPr>
            <a:lvl3pPr lvl="2" rtl="0" algn="l">
              <a:spcBef>
                <a:spcPts val="600"/>
              </a:spcBef>
              <a:spcAft>
                <a:spcPts val="0"/>
              </a:spcAft>
              <a:buSzPts val="1656"/>
              <a:buChar char="◼"/>
              <a:defRPr/>
            </a:lvl3pPr>
            <a:lvl4pPr lvl="3" rtl="0" algn="l">
              <a:spcBef>
                <a:spcPts val="600"/>
              </a:spcBef>
              <a:spcAft>
                <a:spcPts val="0"/>
              </a:spcAft>
              <a:buSzPts val="1656"/>
              <a:buChar char="◼"/>
              <a:defRPr/>
            </a:lvl4pPr>
            <a:lvl5pPr lvl="4" rtl="0" algn="l">
              <a:spcBef>
                <a:spcPts val="600"/>
              </a:spcBef>
              <a:spcAft>
                <a:spcPts val="0"/>
              </a:spcAft>
              <a:buSzPts val="1656"/>
              <a:buChar char="◼"/>
              <a:defRPr/>
            </a:lvl5pPr>
            <a:lvl6pPr lvl="5" rtl="0" algn="l">
              <a:spcBef>
                <a:spcPts val="600"/>
              </a:spcBef>
              <a:spcAft>
                <a:spcPts val="0"/>
              </a:spcAft>
              <a:buSzPts val="1656"/>
              <a:buChar char="◼"/>
              <a:defRPr/>
            </a:lvl6pPr>
            <a:lvl7pPr lvl="6" rtl="0" algn="l">
              <a:spcBef>
                <a:spcPts val="600"/>
              </a:spcBef>
              <a:spcAft>
                <a:spcPts val="0"/>
              </a:spcAft>
              <a:buSzPts val="1656"/>
              <a:buChar char="◼"/>
              <a:defRPr/>
            </a:lvl7pPr>
            <a:lvl8pPr lvl="7" rtl="0" algn="l">
              <a:spcBef>
                <a:spcPts val="600"/>
              </a:spcBef>
              <a:spcAft>
                <a:spcPts val="0"/>
              </a:spcAft>
              <a:buSzPts val="1656"/>
              <a:buChar char="◼"/>
              <a:defRPr/>
            </a:lvl8pPr>
            <a:lvl9pPr lvl="8" rtl="0" algn="l">
              <a:spcBef>
                <a:spcPts val="600"/>
              </a:spcBef>
              <a:spcAft>
                <a:spcPts val="600"/>
              </a:spcAft>
              <a:buSzPts val="1656"/>
              <a:buChar char="◼"/>
              <a:defRPr/>
            </a:lvl9pPr>
          </a:lstStyle>
          <a:p/>
        </p:txBody>
      </p:sp>
      <p:sp>
        <p:nvSpPr>
          <p:cNvPr id="3145772" name="Google Shape;3145772;p5"/>
          <p:cNvSpPr/>
          <p:nvPr>
            <p:ph idx="2" type="pic"/>
          </p:nvPr>
        </p:nvSpPr>
        <p:spPr>
          <a:xfrm>
            <a:off x="449580" y="603504"/>
            <a:ext cx="11292900" cy="3557100"/>
          </a:xfrm>
          <a:prstGeom prst="rect">
            <a:avLst/>
          </a:prstGeom>
          <a:solidFill>
            <a:schemeClr val="accent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45773" name="Shape 3145773"/>
        <p:cNvGrpSpPr/>
        <p:nvPr/>
      </p:nvGrpSpPr>
      <p:grpSpPr>
        <a:xfrm>
          <a:off x="0" y="0"/>
          <a:ext cx="0" cy="0"/>
          <a:chOff x="0" y="0"/>
          <a:chExt cx="0" cy="0"/>
        </a:xfrm>
      </p:grpSpPr>
      <p:sp>
        <p:nvSpPr>
          <p:cNvPr id="3145774" name="Google Shape;3145774;p6"/>
          <p:cNvSpPr txBox="1"/>
          <p:nvPr>
            <p:ph type="title"/>
          </p:nvPr>
        </p:nvSpPr>
        <p:spPr>
          <a:xfrm>
            <a:off x="581192" y="731520"/>
            <a:ext cx="11029500" cy="9876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75" name="Google Shape;3145775;p6"/>
          <p:cNvSpPr txBox="1"/>
          <p:nvPr>
            <p:ph idx="1" type="body"/>
          </p:nvPr>
        </p:nvSpPr>
        <p:spPr>
          <a:xfrm>
            <a:off x="581192" y="2340864"/>
            <a:ext cx="11029500" cy="3634500"/>
          </a:xfrm>
          <a:prstGeom prst="rect">
            <a:avLst/>
          </a:prstGeom>
          <a:noFill/>
          <a:ln>
            <a:noFill/>
          </a:ln>
        </p:spPr>
        <p:txBody>
          <a:bodyPr anchorCtr="0" anchor="ctr"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776" name="Google Shape;3145776;p6"/>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77" name="Google Shape;3145777;p6"/>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78" name="Google Shape;3145778;p6"/>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3145779" name="Shape 3145779"/>
        <p:cNvGrpSpPr/>
        <p:nvPr/>
      </p:nvGrpSpPr>
      <p:grpSpPr>
        <a:xfrm>
          <a:off x="0" y="0"/>
          <a:ext cx="0" cy="0"/>
          <a:chOff x="0" y="0"/>
          <a:chExt cx="0" cy="0"/>
        </a:xfrm>
      </p:grpSpPr>
      <p:sp>
        <p:nvSpPr>
          <p:cNvPr id="3145780" name="Google Shape;3145780;p7"/>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81" name="Google Shape;3145781;p7"/>
          <p:cNvSpPr txBox="1"/>
          <p:nvPr>
            <p:ph idx="1" type="body"/>
          </p:nvPr>
        </p:nvSpPr>
        <p:spPr>
          <a:xfrm>
            <a:off x="581191" y="2250891"/>
            <a:ext cx="3200400" cy="557700"/>
          </a:xfrm>
          <a:prstGeom prst="rect">
            <a:avLst/>
          </a:prstGeom>
          <a:noFill/>
          <a:ln>
            <a:noFill/>
          </a:ln>
        </p:spPr>
        <p:txBody>
          <a:bodyPr anchorCtr="0" anchor="ctr" bIns="45700" lIns="91425" spcFirstLastPara="1" rIns="91425" wrap="square" tIns="45700">
            <a:noAutofit/>
          </a:bodyPr>
          <a:lstStyle>
            <a:lvl1pPr indent="-228600" lvl="0" marL="457200" rtl="0" algn="l">
              <a:spcBef>
                <a:spcPts val="400"/>
              </a:spcBef>
              <a:spcAft>
                <a:spcPts val="0"/>
              </a:spcAft>
              <a:buSzPts val="1840"/>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3145782" name="Google Shape;3145782;p7"/>
          <p:cNvSpPr txBox="1"/>
          <p:nvPr>
            <p:ph idx="2" type="body"/>
          </p:nvPr>
        </p:nvSpPr>
        <p:spPr>
          <a:xfrm>
            <a:off x="581194" y="2926052"/>
            <a:ext cx="3200400" cy="29349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783" name="Google Shape;3145783;p7"/>
          <p:cNvSpPr txBox="1"/>
          <p:nvPr>
            <p:ph idx="3" type="body"/>
          </p:nvPr>
        </p:nvSpPr>
        <p:spPr>
          <a:xfrm>
            <a:off x="4412343" y="2250891"/>
            <a:ext cx="3200400" cy="553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3145784" name="Google Shape;3145784;p7"/>
          <p:cNvSpPr txBox="1"/>
          <p:nvPr>
            <p:ph idx="4" type="body"/>
          </p:nvPr>
        </p:nvSpPr>
        <p:spPr>
          <a:xfrm>
            <a:off x="4412341" y="2926051"/>
            <a:ext cx="3200400" cy="29349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785" name="Google Shape;3145785;p7"/>
          <p:cNvSpPr txBox="1"/>
          <p:nvPr>
            <p:ph idx="5" type="body"/>
          </p:nvPr>
        </p:nvSpPr>
        <p:spPr>
          <a:xfrm>
            <a:off x="8243499" y="2250891"/>
            <a:ext cx="3200400" cy="553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3145786" name="Google Shape;3145786;p7"/>
          <p:cNvSpPr txBox="1"/>
          <p:nvPr>
            <p:ph idx="6" type="body"/>
          </p:nvPr>
        </p:nvSpPr>
        <p:spPr>
          <a:xfrm>
            <a:off x="8243497" y="2926051"/>
            <a:ext cx="3200400" cy="29349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787" name="Google Shape;3145787;p7"/>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88" name="Google Shape;3145788;p7"/>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89" name="Google Shape;3145789;p7"/>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spTree>
      <p:nvGrpSpPr>
        <p:cNvPr id="3145790" name="Shape 3145790"/>
        <p:cNvGrpSpPr/>
        <p:nvPr/>
      </p:nvGrpSpPr>
      <p:grpSpPr>
        <a:xfrm>
          <a:off x="0" y="0"/>
          <a:ext cx="0" cy="0"/>
          <a:chOff x="0" y="0"/>
          <a:chExt cx="0" cy="0"/>
        </a:xfrm>
      </p:grpSpPr>
      <p:sp>
        <p:nvSpPr>
          <p:cNvPr id="3145791" name="Google Shape;3145791;p8"/>
          <p:cNvSpPr/>
          <p:nvPr/>
        </p:nvSpPr>
        <p:spPr>
          <a:xfrm>
            <a:off x="0" y="0"/>
            <a:ext cx="12192000" cy="6858000"/>
          </a:xfrm>
          <a:prstGeom prst="rect">
            <a:avLst/>
          </a:pr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792" name="Google Shape;3145792;p8"/>
          <p:cNvSpPr/>
          <p:nvPr/>
        </p:nvSpPr>
        <p:spPr>
          <a:xfrm>
            <a:off x="638620" y="457200"/>
            <a:ext cx="35112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793" name="Google Shape;3145793;p8"/>
          <p:cNvSpPr txBox="1"/>
          <p:nvPr>
            <p:ph type="title"/>
          </p:nvPr>
        </p:nvSpPr>
        <p:spPr>
          <a:xfrm>
            <a:off x="609906" y="702156"/>
            <a:ext cx="3568800" cy="11886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94" name="Google Shape;3145794;p8"/>
          <p:cNvSpPr txBox="1"/>
          <p:nvPr>
            <p:ph idx="1" type="body"/>
          </p:nvPr>
        </p:nvSpPr>
        <p:spPr>
          <a:xfrm>
            <a:off x="609906" y="2340864"/>
            <a:ext cx="3568800" cy="3634500"/>
          </a:xfrm>
          <a:prstGeom prst="rect">
            <a:avLst/>
          </a:prstGeom>
          <a:noFill/>
          <a:ln>
            <a:noFill/>
          </a:ln>
        </p:spPr>
        <p:txBody>
          <a:bodyPr anchorCtr="0" anchor="ctr" bIns="45700" lIns="91425" spcFirstLastPara="1" rIns="91425" wrap="square" tIns="45700">
            <a:normAutofit/>
          </a:bodyPr>
          <a:lstStyle>
            <a:lvl1pPr indent="-228600" lvl="0" marL="457200" rtl="0" algn="l">
              <a:spcBef>
                <a:spcPts val="360"/>
              </a:spcBef>
              <a:spcAft>
                <a:spcPts val="0"/>
              </a:spcAft>
              <a:buSzPts val="1656"/>
              <a:buNone/>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795" name="Google Shape;3145795;p8"/>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96" name="Google Shape;3145796;p8"/>
          <p:cNvSpPr/>
          <p:nvPr>
            <p:ph idx="2" type="pic"/>
          </p:nvPr>
        </p:nvSpPr>
        <p:spPr>
          <a:xfrm>
            <a:off x="4657344" y="0"/>
            <a:ext cx="7534800" cy="6858000"/>
          </a:xfrm>
          <a:prstGeom prst="rect">
            <a:avLst/>
          </a:prstGeom>
          <a:solidFill>
            <a:schemeClr val="accent2"/>
          </a:solidFill>
          <a:ln>
            <a:noFill/>
          </a:ln>
        </p:spPr>
      </p:sp>
      <p:sp>
        <p:nvSpPr>
          <p:cNvPr id="3145797" name="Google Shape;3145797;p8"/>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798" name="Google Shape;3145798;p8"/>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145799" name="Shape 3145799"/>
        <p:cNvGrpSpPr/>
        <p:nvPr/>
      </p:nvGrpSpPr>
      <p:grpSpPr>
        <a:xfrm>
          <a:off x="0" y="0"/>
          <a:ext cx="0" cy="0"/>
          <a:chOff x="0" y="0"/>
          <a:chExt cx="0" cy="0"/>
        </a:xfrm>
      </p:grpSpPr>
      <p:sp>
        <p:nvSpPr>
          <p:cNvPr id="3145800" name="Google Shape;3145800;p9"/>
          <p:cNvSpPr txBox="1"/>
          <p:nvPr>
            <p:ph type="ctrTitle"/>
          </p:nvPr>
        </p:nvSpPr>
        <p:spPr>
          <a:xfrm>
            <a:off x="581191" y="1020431"/>
            <a:ext cx="10993500" cy="14751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01" name="Google Shape;3145801;p9"/>
          <p:cNvSpPr txBox="1"/>
          <p:nvPr>
            <p:ph idx="1" type="subTitle"/>
          </p:nvPr>
        </p:nvSpPr>
        <p:spPr>
          <a:xfrm>
            <a:off x="581194" y="2495445"/>
            <a:ext cx="10993500" cy="468300"/>
          </a:xfrm>
          <a:prstGeom prst="rect">
            <a:avLst/>
          </a:prstGeom>
          <a:noFill/>
          <a:ln>
            <a:noFill/>
          </a:ln>
        </p:spPr>
        <p:txBody>
          <a:bodyPr anchorCtr="0" anchor="ctr" bIns="45700" lIns="91425" spcFirstLastPara="1" rIns="91425" wrap="square" tIns="45700">
            <a:normAutofit/>
          </a:bodyPr>
          <a:lstStyle>
            <a:lvl1pPr lvl="0" rtl="0" algn="l">
              <a:spcBef>
                <a:spcPts val="360"/>
              </a:spcBef>
              <a:spcAft>
                <a:spcPts val="0"/>
              </a:spcAft>
              <a:buSzPts val="1656"/>
              <a:buNone/>
              <a:defRPr/>
            </a:lvl1pPr>
            <a:lvl2pPr lvl="1" rtl="0" algn="l">
              <a:spcBef>
                <a:spcPts val="600"/>
              </a:spcBef>
              <a:spcAft>
                <a:spcPts val="0"/>
              </a:spcAft>
              <a:buSzPts val="1656"/>
              <a:buChar char="◼"/>
              <a:defRPr/>
            </a:lvl2pPr>
            <a:lvl3pPr lvl="2" rtl="0" algn="l">
              <a:spcBef>
                <a:spcPts val="600"/>
              </a:spcBef>
              <a:spcAft>
                <a:spcPts val="0"/>
              </a:spcAft>
              <a:buSzPts val="1656"/>
              <a:buChar char="◼"/>
              <a:defRPr/>
            </a:lvl3pPr>
            <a:lvl4pPr lvl="3" rtl="0" algn="l">
              <a:spcBef>
                <a:spcPts val="600"/>
              </a:spcBef>
              <a:spcAft>
                <a:spcPts val="0"/>
              </a:spcAft>
              <a:buSzPts val="1656"/>
              <a:buChar char="◼"/>
              <a:defRPr/>
            </a:lvl4pPr>
            <a:lvl5pPr lvl="4" rtl="0" algn="l">
              <a:spcBef>
                <a:spcPts val="600"/>
              </a:spcBef>
              <a:spcAft>
                <a:spcPts val="0"/>
              </a:spcAft>
              <a:buSzPts val="1656"/>
              <a:buChar char="◼"/>
              <a:defRPr/>
            </a:lvl5pPr>
            <a:lvl6pPr lvl="5" rtl="0" algn="l">
              <a:spcBef>
                <a:spcPts val="600"/>
              </a:spcBef>
              <a:spcAft>
                <a:spcPts val="0"/>
              </a:spcAft>
              <a:buSzPts val="1656"/>
              <a:buChar char="◼"/>
              <a:defRPr/>
            </a:lvl6pPr>
            <a:lvl7pPr lvl="6" rtl="0" algn="l">
              <a:spcBef>
                <a:spcPts val="600"/>
              </a:spcBef>
              <a:spcAft>
                <a:spcPts val="0"/>
              </a:spcAft>
              <a:buSzPts val="1656"/>
              <a:buChar char="◼"/>
              <a:defRPr/>
            </a:lvl7pPr>
            <a:lvl8pPr lvl="7" rtl="0" algn="l">
              <a:spcBef>
                <a:spcPts val="600"/>
              </a:spcBef>
              <a:spcAft>
                <a:spcPts val="0"/>
              </a:spcAft>
              <a:buSzPts val="1656"/>
              <a:buChar char="◼"/>
              <a:defRPr/>
            </a:lvl8pPr>
            <a:lvl9pPr lvl="8" rtl="0" algn="l">
              <a:spcBef>
                <a:spcPts val="600"/>
              </a:spcBef>
              <a:spcAft>
                <a:spcPts val="600"/>
              </a:spcAft>
              <a:buSzPts val="1656"/>
              <a:buChar char="◼"/>
              <a:defRPr/>
            </a:lvl9pPr>
          </a:lstStyle>
          <a:p/>
        </p:txBody>
      </p:sp>
      <p:sp>
        <p:nvSpPr>
          <p:cNvPr id="3145802" name="Google Shape;3145802;p9"/>
          <p:cNvSpPr/>
          <p:nvPr>
            <p:ph idx="2" type="pic"/>
          </p:nvPr>
        </p:nvSpPr>
        <p:spPr>
          <a:xfrm>
            <a:off x="448056" y="3081528"/>
            <a:ext cx="5486400" cy="3310200"/>
          </a:xfrm>
          <a:prstGeom prst="rect">
            <a:avLst/>
          </a:prstGeom>
          <a:solidFill>
            <a:schemeClr val="accent2"/>
          </a:solidFill>
          <a:ln>
            <a:noFill/>
          </a:ln>
        </p:spPr>
      </p:sp>
      <p:sp>
        <p:nvSpPr>
          <p:cNvPr id="3145803" name="Google Shape;3145803;p9"/>
          <p:cNvSpPr/>
          <p:nvPr>
            <p:ph idx="3" type="pic"/>
          </p:nvPr>
        </p:nvSpPr>
        <p:spPr>
          <a:xfrm>
            <a:off x="6254496" y="3081528"/>
            <a:ext cx="5486400" cy="3310200"/>
          </a:xfrm>
          <a:prstGeom prst="rect">
            <a:avLst/>
          </a:prstGeom>
          <a:solidFill>
            <a:schemeClr val="accent2"/>
          </a:solidFill>
          <a:ln>
            <a:noFill/>
          </a:ln>
        </p:spPr>
      </p:sp>
      <p:sp>
        <p:nvSpPr>
          <p:cNvPr id="3145804" name="Google Shape;3145804;p9"/>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05" name="Google Shape;3145805;p9"/>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06" name="Google Shape;3145806;p9"/>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3145807" name="Shape 3145807"/>
        <p:cNvGrpSpPr/>
        <p:nvPr/>
      </p:nvGrpSpPr>
      <p:grpSpPr>
        <a:xfrm>
          <a:off x="0" y="0"/>
          <a:ext cx="0" cy="0"/>
          <a:chOff x="0" y="0"/>
          <a:chExt cx="0" cy="0"/>
        </a:xfrm>
      </p:grpSpPr>
      <p:sp>
        <p:nvSpPr>
          <p:cNvPr id="3145808" name="Google Shape;3145808;p10"/>
          <p:cNvSpPr txBox="1"/>
          <p:nvPr>
            <p:ph type="title"/>
          </p:nvPr>
        </p:nvSpPr>
        <p:spPr>
          <a:xfrm>
            <a:off x="575894" y="729658"/>
            <a:ext cx="11029500" cy="988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09" name="Google Shape;3145809;p10"/>
          <p:cNvSpPr/>
          <p:nvPr>
            <p:ph idx="2" type="dgm"/>
          </p:nvPr>
        </p:nvSpPr>
        <p:spPr>
          <a:xfrm>
            <a:off x="576263" y="2290762"/>
            <a:ext cx="2286000" cy="2514600"/>
          </a:xfrm>
          <a:prstGeom prst="rect">
            <a:avLst/>
          </a:prstGeom>
          <a:solidFill>
            <a:schemeClr val="accent2"/>
          </a:solidFill>
          <a:ln>
            <a:noFill/>
          </a:ln>
        </p:spPr>
        <p:txBody>
          <a:bodyPr anchorCtr="0" anchor="ctr" bIns="45700" lIns="91425" spcFirstLastPara="1" rIns="91425" wrap="square" tIns="45700">
            <a:noAutofit/>
          </a:bodyPr>
          <a:lstStyle>
            <a:lvl1pPr lvl="0" marR="0" rtl="0" algn="l">
              <a:spcBef>
                <a:spcPts val="360"/>
              </a:spcBef>
              <a:spcAft>
                <a:spcPts val="0"/>
              </a:spcAft>
              <a:buClr>
                <a:schemeClr val="accent1"/>
              </a:buClr>
              <a:buSzPts val="1656"/>
              <a:buFont typeface="Noto Sans Symbols"/>
              <a:buChar char="◼"/>
              <a:defRPr b="0" i="0" sz="1800" u="none" cap="none" strike="noStrike">
                <a:solidFill>
                  <a:srgbClr val="3F3F3F"/>
                </a:solidFill>
                <a:latin typeface="Gill Sans"/>
                <a:ea typeface="Gill Sans"/>
                <a:cs typeface="Gill Sans"/>
                <a:sym typeface="Gill Sans"/>
              </a:defRPr>
            </a:lvl1pPr>
            <a:lvl2pPr lvl="1" marR="0" rtl="0" algn="l">
              <a:spcBef>
                <a:spcPts val="600"/>
              </a:spcBef>
              <a:spcAft>
                <a:spcPts val="0"/>
              </a:spcAft>
              <a:buClr>
                <a:schemeClr val="accent1"/>
              </a:buClr>
              <a:buSzPts val="1472"/>
              <a:buFont typeface="Noto Sans Symbols"/>
              <a:buChar char="◼"/>
              <a:defRPr b="0" i="0" sz="1600" u="none" cap="none" strike="noStrike">
                <a:solidFill>
                  <a:srgbClr val="3F3F3F"/>
                </a:solidFill>
                <a:latin typeface="Gill Sans"/>
                <a:ea typeface="Gill Sans"/>
                <a:cs typeface="Gill Sans"/>
                <a:sym typeface="Gill Sans"/>
              </a:defRPr>
            </a:lvl2pPr>
            <a:lvl3pPr lvl="2"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Gill Sans"/>
                <a:ea typeface="Gill Sans"/>
                <a:cs typeface="Gill Sans"/>
                <a:sym typeface="Gill Sans"/>
              </a:defRPr>
            </a:lvl3pPr>
            <a:lvl4pPr lvl="3"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4pPr>
            <a:lvl5pPr lvl="4"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5pPr>
            <a:lvl6pPr lvl="5"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lvl="6"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lvl="7"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lvl="8"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3145810" name="Google Shape;3145810;p10"/>
          <p:cNvSpPr/>
          <p:nvPr>
            <p:ph idx="3" type="dgm"/>
          </p:nvPr>
        </p:nvSpPr>
        <p:spPr>
          <a:xfrm>
            <a:off x="3486759" y="2290762"/>
            <a:ext cx="2286000" cy="2514600"/>
          </a:xfrm>
          <a:prstGeom prst="rect">
            <a:avLst/>
          </a:prstGeom>
          <a:solidFill>
            <a:schemeClr val="accent2"/>
          </a:solidFill>
          <a:ln>
            <a:noFill/>
          </a:ln>
        </p:spPr>
        <p:txBody>
          <a:bodyPr anchorCtr="0" anchor="ctr" bIns="45700" lIns="91425" spcFirstLastPara="1" rIns="91425" wrap="square" tIns="45700">
            <a:noAutofit/>
          </a:bodyPr>
          <a:lstStyle>
            <a:lvl1pPr lvl="0" marR="0" rtl="0" algn="l">
              <a:spcBef>
                <a:spcPts val="360"/>
              </a:spcBef>
              <a:spcAft>
                <a:spcPts val="0"/>
              </a:spcAft>
              <a:buClr>
                <a:schemeClr val="accent1"/>
              </a:buClr>
              <a:buSzPts val="1656"/>
              <a:buFont typeface="Noto Sans Symbols"/>
              <a:buChar char="◼"/>
              <a:defRPr b="0" i="0" sz="1800" u="none" cap="none" strike="noStrike">
                <a:solidFill>
                  <a:srgbClr val="3F3F3F"/>
                </a:solidFill>
                <a:latin typeface="Gill Sans"/>
                <a:ea typeface="Gill Sans"/>
                <a:cs typeface="Gill Sans"/>
                <a:sym typeface="Gill Sans"/>
              </a:defRPr>
            </a:lvl1pPr>
            <a:lvl2pPr lvl="1" marR="0" rtl="0" algn="l">
              <a:spcBef>
                <a:spcPts val="600"/>
              </a:spcBef>
              <a:spcAft>
                <a:spcPts val="0"/>
              </a:spcAft>
              <a:buClr>
                <a:schemeClr val="accent1"/>
              </a:buClr>
              <a:buSzPts val="1472"/>
              <a:buFont typeface="Noto Sans Symbols"/>
              <a:buChar char="◼"/>
              <a:defRPr b="0" i="0" sz="1600" u="none" cap="none" strike="noStrike">
                <a:solidFill>
                  <a:srgbClr val="3F3F3F"/>
                </a:solidFill>
                <a:latin typeface="Gill Sans"/>
                <a:ea typeface="Gill Sans"/>
                <a:cs typeface="Gill Sans"/>
                <a:sym typeface="Gill Sans"/>
              </a:defRPr>
            </a:lvl2pPr>
            <a:lvl3pPr lvl="2"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Gill Sans"/>
                <a:ea typeface="Gill Sans"/>
                <a:cs typeface="Gill Sans"/>
                <a:sym typeface="Gill Sans"/>
              </a:defRPr>
            </a:lvl3pPr>
            <a:lvl4pPr lvl="3"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4pPr>
            <a:lvl5pPr lvl="4"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5pPr>
            <a:lvl6pPr lvl="5"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lvl="6"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lvl="7"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lvl="8"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3145811" name="Google Shape;3145811;p10"/>
          <p:cNvSpPr/>
          <p:nvPr>
            <p:ph idx="4" type="dgm"/>
          </p:nvPr>
        </p:nvSpPr>
        <p:spPr>
          <a:xfrm>
            <a:off x="6397255" y="2290762"/>
            <a:ext cx="2286000" cy="2514600"/>
          </a:xfrm>
          <a:prstGeom prst="rect">
            <a:avLst/>
          </a:prstGeom>
          <a:solidFill>
            <a:schemeClr val="accent2"/>
          </a:solidFill>
          <a:ln>
            <a:noFill/>
          </a:ln>
        </p:spPr>
        <p:txBody>
          <a:bodyPr anchorCtr="0" anchor="ctr" bIns="45700" lIns="91425" spcFirstLastPara="1" rIns="91425" wrap="square" tIns="45700">
            <a:noAutofit/>
          </a:bodyPr>
          <a:lstStyle>
            <a:lvl1pPr lvl="0" marR="0" rtl="0" algn="l">
              <a:spcBef>
                <a:spcPts val="360"/>
              </a:spcBef>
              <a:spcAft>
                <a:spcPts val="0"/>
              </a:spcAft>
              <a:buClr>
                <a:schemeClr val="accent1"/>
              </a:buClr>
              <a:buSzPts val="1656"/>
              <a:buFont typeface="Noto Sans Symbols"/>
              <a:buChar char="◼"/>
              <a:defRPr b="0" i="0" sz="1800" u="none" cap="none" strike="noStrike">
                <a:solidFill>
                  <a:srgbClr val="3F3F3F"/>
                </a:solidFill>
                <a:latin typeface="Gill Sans"/>
                <a:ea typeface="Gill Sans"/>
                <a:cs typeface="Gill Sans"/>
                <a:sym typeface="Gill Sans"/>
              </a:defRPr>
            </a:lvl1pPr>
            <a:lvl2pPr lvl="1" marR="0" rtl="0" algn="l">
              <a:spcBef>
                <a:spcPts val="600"/>
              </a:spcBef>
              <a:spcAft>
                <a:spcPts val="0"/>
              </a:spcAft>
              <a:buClr>
                <a:schemeClr val="accent1"/>
              </a:buClr>
              <a:buSzPts val="1472"/>
              <a:buFont typeface="Noto Sans Symbols"/>
              <a:buChar char="◼"/>
              <a:defRPr b="0" i="0" sz="1600" u="none" cap="none" strike="noStrike">
                <a:solidFill>
                  <a:srgbClr val="3F3F3F"/>
                </a:solidFill>
                <a:latin typeface="Gill Sans"/>
                <a:ea typeface="Gill Sans"/>
                <a:cs typeface="Gill Sans"/>
                <a:sym typeface="Gill Sans"/>
              </a:defRPr>
            </a:lvl2pPr>
            <a:lvl3pPr lvl="2"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Gill Sans"/>
                <a:ea typeface="Gill Sans"/>
                <a:cs typeface="Gill Sans"/>
                <a:sym typeface="Gill Sans"/>
              </a:defRPr>
            </a:lvl3pPr>
            <a:lvl4pPr lvl="3"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4pPr>
            <a:lvl5pPr lvl="4"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5pPr>
            <a:lvl6pPr lvl="5"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lvl="6"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lvl="7"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lvl="8"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3145812" name="Google Shape;3145812;p10"/>
          <p:cNvSpPr/>
          <p:nvPr>
            <p:ph idx="5" type="dgm"/>
          </p:nvPr>
        </p:nvSpPr>
        <p:spPr>
          <a:xfrm>
            <a:off x="9307750" y="2290762"/>
            <a:ext cx="2286000" cy="2514600"/>
          </a:xfrm>
          <a:prstGeom prst="rect">
            <a:avLst/>
          </a:prstGeom>
          <a:solidFill>
            <a:schemeClr val="accent2"/>
          </a:solidFill>
          <a:ln>
            <a:noFill/>
          </a:ln>
        </p:spPr>
        <p:txBody>
          <a:bodyPr anchorCtr="0" anchor="ctr" bIns="45700" lIns="91425" spcFirstLastPara="1" rIns="91425" wrap="square" tIns="45700">
            <a:noAutofit/>
          </a:bodyPr>
          <a:lstStyle>
            <a:lvl1pPr lvl="0" marR="0" rtl="0" algn="l">
              <a:spcBef>
                <a:spcPts val="360"/>
              </a:spcBef>
              <a:spcAft>
                <a:spcPts val="0"/>
              </a:spcAft>
              <a:buClr>
                <a:schemeClr val="accent1"/>
              </a:buClr>
              <a:buSzPts val="1656"/>
              <a:buFont typeface="Noto Sans Symbols"/>
              <a:buChar char="◼"/>
              <a:defRPr b="0" i="0" sz="1800" u="none" cap="none" strike="noStrike">
                <a:solidFill>
                  <a:srgbClr val="3F3F3F"/>
                </a:solidFill>
                <a:latin typeface="Gill Sans"/>
                <a:ea typeface="Gill Sans"/>
                <a:cs typeface="Gill Sans"/>
                <a:sym typeface="Gill Sans"/>
              </a:defRPr>
            </a:lvl1pPr>
            <a:lvl2pPr lvl="1" marR="0" rtl="0" algn="l">
              <a:spcBef>
                <a:spcPts val="600"/>
              </a:spcBef>
              <a:spcAft>
                <a:spcPts val="0"/>
              </a:spcAft>
              <a:buClr>
                <a:schemeClr val="accent1"/>
              </a:buClr>
              <a:buSzPts val="1472"/>
              <a:buFont typeface="Noto Sans Symbols"/>
              <a:buChar char="◼"/>
              <a:defRPr b="0" i="0" sz="1600" u="none" cap="none" strike="noStrike">
                <a:solidFill>
                  <a:srgbClr val="3F3F3F"/>
                </a:solidFill>
                <a:latin typeface="Gill Sans"/>
                <a:ea typeface="Gill Sans"/>
                <a:cs typeface="Gill Sans"/>
                <a:sym typeface="Gill Sans"/>
              </a:defRPr>
            </a:lvl2pPr>
            <a:lvl3pPr lvl="2"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Gill Sans"/>
                <a:ea typeface="Gill Sans"/>
                <a:cs typeface="Gill Sans"/>
                <a:sym typeface="Gill Sans"/>
              </a:defRPr>
            </a:lvl3pPr>
            <a:lvl4pPr lvl="3"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4pPr>
            <a:lvl5pPr lvl="4"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5pPr>
            <a:lvl6pPr lvl="5"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lvl="6"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lvl="7"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lvl="8"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3145813" name="Google Shape;3145813;p10"/>
          <p:cNvSpPr txBox="1"/>
          <p:nvPr>
            <p:ph idx="1" type="body"/>
          </p:nvPr>
        </p:nvSpPr>
        <p:spPr>
          <a:xfrm>
            <a:off x="576263" y="4943475"/>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60"/>
              </a:spcBef>
              <a:spcAft>
                <a:spcPts val="0"/>
              </a:spcAft>
              <a:buSzPts val="1656"/>
              <a:buNone/>
              <a:defRPr sz="1800"/>
            </a:lvl1pPr>
            <a:lvl2pPr indent="-228600" lvl="1" marL="914400" rtl="0" algn="l">
              <a:spcBef>
                <a:spcPts val="600"/>
              </a:spcBef>
              <a:spcAft>
                <a:spcPts val="0"/>
              </a:spcAft>
              <a:buSzPts val="1656"/>
              <a:buNone/>
              <a:defRPr sz="1800"/>
            </a:lvl2pPr>
            <a:lvl3pPr indent="-228600" lvl="2" marL="1371600" rtl="0" algn="l">
              <a:spcBef>
                <a:spcPts val="600"/>
              </a:spcBef>
              <a:spcAft>
                <a:spcPts val="0"/>
              </a:spcAft>
              <a:buSzPts val="1656"/>
              <a:buNone/>
              <a:defRPr sz="1800"/>
            </a:lvl3pPr>
            <a:lvl4pPr indent="-228600" lvl="3" marL="1828800" rtl="0" algn="l">
              <a:spcBef>
                <a:spcPts val="600"/>
              </a:spcBef>
              <a:spcAft>
                <a:spcPts val="0"/>
              </a:spcAft>
              <a:buSzPts val="1656"/>
              <a:buNone/>
              <a:defRPr sz="1800"/>
            </a:lvl4pPr>
            <a:lvl5pPr indent="-228600" lvl="4" marL="2286000" rtl="0" algn="l">
              <a:spcBef>
                <a:spcPts val="600"/>
              </a:spcBef>
              <a:spcAft>
                <a:spcPts val="0"/>
              </a:spcAft>
              <a:buSzPts val="1656"/>
              <a:buNone/>
              <a:defRPr sz="18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14" name="Google Shape;3145814;p10"/>
          <p:cNvSpPr txBox="1"/>
          <p:nvPr>
            <p:ph idx="6" type="body"/>
          </p:nvPr>
        </p:nvSpPr>
        <p:spPr>
          <a:xfrm>
            <a:off x="575894" y="5447348"/>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20"/>
              </a:spcBef>
              <a:spcAft>
                <a:spcPts val="0"/>
              </a:spcAft>
              <a:buSzPts val="1472"/>
              <a:buNone/>
              <a:defRPr sz="1600"/>
            </a:lvl1pPr>
            <a:lvl2pPr indent="-228600" lvl="1" marL="914400" rtl="0" algn="l">
              <a:spcBef>
                <a:spcPts val="600"/>
              </a:spcBef>
              <a:spcAft>
                <a:spcPts val="0"/>
              </a:spcAft>
              <a:buSzPts val="1472"/>
              <a:buNone/>
              <a:defRPr sz="1600"/>
            </a:lvl2pPr>
            <a:lvl3pPr indent="-228600" lvl="2" marL="1371600" rtl="0" algn="l">
              <a:spcBef>
                <a:spcPts val="600"/>
              </a:spcBef>
              <a:spcAft>
                <a:spcPts val="0"/>
              </a:spcAft>
              <a:buSzPts val="1472"/>
              <a:buNone/>
              <a:defRPr sz="1600"/>
            </a:lvl3pPr>
            <a:lvl4pPr indent="-228600" lvl="3" marL="1828800" rtl="0" algn="l">
              <a:spcBef>
                <a:spcPts val="600"/>
              </a:spcBef>
              <a:spcAft>
                <a:spcPts val="0"/>
              </a:spcAft>
              <a:buSzPts val="1472"/>
              <a:buNone/>
              <a:defRPr sz="1600"/>
            </a:lvl4pPr>
            <a:lvl5pPr indent="-228600" lvl="4" marL="2286000" rtl="0" algn="l">
              <a:spcBef>
                <a:spcPts val="600"/>
              </a:spcBef>
              <a:spcAft>
                <a:spcPts val="0"/>
              </a:spcAft>
              <a:buSzPts val="1472"/>
              <a:buNone/>
              <a:defRPr sz="16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15" name="Google Shape;3145815;p10"/>
          <p:cNvSpPr txBox="1"/>
          <p:nvPr>
            <p:ph idx="7" type="body"/>
          </p:nvPr>
        </p:nvSpPr>
        <p:spPr>
          <a:xfrm>
            <a:off x="3487128" y="4943475"/>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60"/>
              </a:spcBef>
              <a:spcAft>
                <a:spcPts val="0"/>
              </a:spcAft>
              <a:buSzPts val="1656"/>
              <a:buNone/>
              <a:defRPr sz="1800"/>
            </a:lvl1pPr>
            <a:lvl2pPr indent="-228600" lvl="1" marL="914400" rtl="0" algn="l">
              <a:spcBef>
                <a:spcPts val="600"/>
              </a:spcBef>
              <a:spcAft>
                <a:spcPts val="0"/>
              </a:spcAft>
              <a:buSzPts val="1656"/>
              <a:buNone/>
              <a:defRPr sz="1800"/>
            </a:lvl2pPr>
            <a:lvl3pPr indent="-228600" lvl="2" marL="1371600" rtl="0" algn="l">
              <a:spcBef>
                <a:spcPts val="600"/>
              </a:spcBef>
              <a:spcAft>
                <a:spcPts val="0"/>
              </a:spcAft>
              <a:buSzPts val="1656"/>
              <a:buNone/>
              <a:defRPr sz="1800"/>
            </a:lvl3pPr>
            <a:lvl4pPr indent="-228600" lvl="3" marL="1828800" rtl="0" algn="l">
              <a:spcBef>
                <a:spcPts val="600"/>
              </a:spcBef>
              <a:spcAft>
                <a:spcPts val="0"/>
              </a:spcAft>
              <a:buSzPts val="1656"/>
              <a:buNone/>
              <a:defRPr sz="1800"/>
            </a:lvl4pPr>
            <a:lvl5pPr indent="-228600" lvl="4" marL="2286000" rtl="0" algn="l">
              <a:spcBef>
                <a:spcPts val="600"/>
              </a:spcBef>
              <a:spcAft>
                <a:spcPts val="0"/>
              </a:spcAft>
              <a:buSzPts val="1656"/>
              <a:buNone/>
              <a:defRPr sz="18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16" name="Google Shape;3145816;p10"/>
          <p:cNvSpPr txBox="1"/>
          <p:nvPr>
            <p:ph idx="8" type="body"/>
          </p:nvPr>
        </p:nvSpPr>
        <p:spPr>
          <a:xfrm>
            <a:off x="3486759" y="5447348"/>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20"/>
              </a:spcBef>
              <a:spcAft>
                <a:spcPts val="0"/>
              </a:spcAft>
              <a:buSzPts val="1472"/>
              <a:buNone/>
              <a:defRPr sz="1600"/>
            </a:lvl1pPr>
            <a:lvl2pPr indent="-228600" lvl="1" marL="914400" rtl="0" algn="l">
              <a:spcBef>
                <a:spcPts val="600"/>
              </a:spcBef>
              <a:spcAft>
                <a:spcPts val="0"/>
              </a:spcAft>
              <a:buSzPts val="1472"/>
              <a:buNone/>
              <a:defRPr sz="1600"/>
            </a:lvl2pPr>
            <a:lvl3pPr indent="-228600" lvl="2" marL="1371600" rtl="0" algn="l">
              <a:spcBef>
                <a:spcPts val="600"/>
              </a:spcBef>
              <a:spcAft>
                <a:spcPts val="0"/>
              </a:spcAft>
              <a:buSzPts val="1472"/>
              <a:buNone/>
              <a:defRPr sz="1600"/>
            </a:lvl3pPr>
            <a:lvl4pPr indent="-228600" lvl="3" marL="1828800" rtl="0" algn="l">
              <a:spcBef>
                <a:spcPts val="600"/>
              </a:spcBef>
              <a:spcAft>
                <a:spcPts val="0"/>
              </a:spcAft>
              <a:buSzPts val="1472"/>
              <a:buNone/>
              <a:defRPr sz="1600"/>
            </a:lvl4pPr>
            <a:lvl5pPr indent="-228600" lvl="4" marL="2286000" rtl="0" algn="l">
              <a:spcBef>
                <a:spcPts val="600"/>
              </a:spcBef>
              <a:spcAft>
                <a:spcPts val="0"/>
              </a:spcAft>
              <a:buSzPts val="1472"/>
              <a:buNone/>
              <a:defRPr sz="16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17" name="Google Shape;3145817;p10"/>
          <p:cNvSpPr txBox="1"/>
          <p:nvPr>
            <p:ph idx="9" type="body"/>
          </p:nvPr>
        </p:nvSpPr>
        <p:spPr>
          <a:xfrm>
            <a:off x="6397624" y="4943475"/>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60"/>
              </a:spcBef>
              <a:spcAft>
                <a:spcPts val="0"/>
              </a:spcAft>
              <a:buSzPts val="1656"/>
              <a:buNone/>
              <a:defRPr sz="1800"/>
            </a:lvl1pPr>
            <a:lvl2pPr indent="-228600" lvl="1" marL="914400" rtl="0" algn="l">
              <a:spcBef>
                <a:spcPts val="600"/>
              </a:spcBef>
              <a:spcAft>
                <a:spcPts val="0"/>
              </a:spcAft>
              <a:buSzPts val="1656"/>
              <a:buNone/>
              <a:defRPr sz="1800"/>
            </a:lvl2pPr>
            <a:lvl3pPr indent="-228600" lvl="2" marL="1371600" rtl="0" algn="l">
              <a:spcBef>
                <a:spcPts val="600"/>
              </a:spcBef>
              <a:spcAft>
                <a:spcPts val="0"/>
              </a:spcAft>
              <a:buSzPts val="1656"/>
              <a:buNone/>
              <a:defRPr sz="1800"/>
            </a:lvl3pPr>
            <a:lvl4pPr indent="-228600" lvl="3" marL="1828800" rtl="0" algn="l">
              <a:spcBef>
                <a:spcPts val="600"/>
              </a:spcBef>
              <a:spcAft>
                <a:spcPts val="0"/>
              </a:spcAft>
              <a:buSzPts val="1656"/>
              <a:buNone/>
              <a:defRPr sz="1800"/>
            </a:lvl4pPr>
            <a:lvl5pPr indent="-228600" lvl="4" marL="2286000" rtl="0" algn="l">
              <a:spcBef>
                <a:spcPts val="600"/>
              </a:spcBef>
              <a:spcAft>
                <a:spcPts val="0"/>
              </a:spcAft>
              <a:buSzPts val="1656"/>
              <a:buNone/>
              <a:defRPr sz="18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18" name="Google Shape;3145818;p10"/>
          <p:cNvSpPr txBox="1"/>
          <p:nvPr>
            <p:ph idx="13" type="body"/>
          </p:nvPr>
        </p:nvSpPr>
        <p:spPr>
          <a:xfrm>
            <a:off x="6397255" y="5447348"/>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20"/>
              </a:spcBef>
              <a:spcAft>
                <a:spcPts val="0"/>
              </a:spcAft>
              <a:buSzPts val="1472"/>
              <a:buNone/>
              <a:defRPr sz="1600"/>
            </a:lvl1pPr>
            <a:lvl2pPr indent="-228600" lvl="1" marL="914400" rtl="0" algn="l">
              <a:spcBef>
                <a:spcPts val="600"/>
              </a:spcBef>
              <a:spcAft>
                <a:spcPts val="0"/>
              </a:spcAft>
              <a:buSzPts val="1472"/>
              <a:buNone/>
              <a:defRPr sz="1600"/>
            </a:lvl2pPr>
            <a:lvl3pPr indent="-228600" lvl="2" marL="1371600" rtl="0" algn="l">
              <a:spcBef>
                <a:spcPts val="600"/>
              </a:spcBef>
              <a:spcAft>
                <a:spcPts val="0"/>
              </a:spcAft>
              <a:buSzPts val="1472"/>
              <a:buNone/>
              <a:defRPr sz="1600"/>
            </a:lvl3pPr>
            <a:lvl4pPr indent="-228600" lvl="3" marL="1828800" rtl="0" algn="l">
              <a:spcBef>
                <a:spcPts val="600"/>
              </a:spcBef>
              <a:spcAft>
                <a:spcPts val="0"/>
              </a:spcAft>
              <a:buSzPts val="1472"/>
              <a:buNone/>
              <a:defRPr sz="1600"/>
            </a:lvl4pPr>
            <a:lvl5pPr indent="-228600" lvl="4" marL="2286000" rtl="0" algn="l">
              <a:spcBef>
                <a:spcPts val="600"/>
              </a:spcBef>
              <a:spcAft>
                <a:spcPts val="0"/>
              </a:spcAft>
              <a:buSzPts val="1472"/>
              <a:buNone/>
              <a:defRPr sz="16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19" name="Google Shape;3145819;p10"/>
          <p:cNvSpPr txBox="1"/>
          <p:nvPr>
            <p:ph idx="14" type="body"/>
          </p:nvPr>
        </p:nvSpPr>
        <p:spPr>
          <a:xfrm>
            <a:off x="9308119" y="4957131"/>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60"/>
              </a:spcBef>
              <a:spcAft>
                <a:spcPts val="0"/>
              </a:spcAft>
              <a:buSzPts val="1656"/>
              <a:buNone/>
              <a:defRPr sz="1800"/>
            </a:lvl1pPr>
            <a:lvl2pPr indent="-228600" lvl="1" marL="914400" rtl="0" algn="l">
              <a:spcBef>
                <a:spcPts val="600"/>
              </a:spcBef>
              <a:spcAft>
                <a:spcPts val="0"/>
              </a:spcAft>
              <a:buSzPts val="1656"/>
              <a:buNone/>
              <a:defRPr sz="1800"/>
            </a:lvl2pPr>
            <a:lvl3pPr indent="-228600" lvl="2" marL="1371600" rtl="0" algn="l">
              <a:spcBef>
                <a:spcPts val="600"/>
              </a:spcBef>
              <a:spcAft>
                <a:spcPts val="0"/>
              </a:spcAft>
              <a:buSzPts val="1656"/>
              <a:buNone/>
              <a:defRPr sz="1800"/>
            </a:lvl3pPr>
            <a:lvl4pPr indent="-228600" lvl="3" marL="1828800" rtl="0" algn="l">
              <a:spcBef>
                <a:spcPts val="600"/>
              </a:spcBef>
              <a:spcAft>
                <a:spcPts val="0"/>
              </a:spcAft>
              <a:buSzPts val="1656"/>
              <a:buNone/>
              <a:defRPr sz="1800"/>
            </a:lvl4pPr>
            <a:lvl5pPr indent="-228600" lvl="4" marL="2286000" rtl="0" algn="l">
              <a:spcBef>
                <a:spcPts val="600"/>
              </a:spcBef>
              <a:spcAft>
                <a:spcPts val="0"/>
              </a:spcAft>
              <a:buSzPts val="1656"/>
              <a:buNone/>
              <a:defRPr sz="18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20" name="Google Shape;3145820;p10"/>
          <p:cNvSpPr txBox="1"/>
          <p:nvPr>
            <p:ph idx="15" type="body"/>
          </p:nvPr>
        </p:nvSpPr>
        <p:spPr>
          <a:xfrm>
            <a:off x="9307750" y="5461004"/>
            <a:ext cx="2286000" cy="365700"/>
          </a:xfrm>
          <a:prstGeom prst="rect">
            <a:avLst/>
          </a:prstGeom>
          <a:noFill/>
          <a:ln>
            <a:noFill/>
          </a:ln>
        </p:spPr>
        <p:txBody>
          <a:bodyPr anchorCtr="0" anchor="ctr" bIns="45700" lIns="91425" spcFirstLastPara="1" rIns="91425" wrap="square" tIns="45700">
            <a:noAutofit/>
          </a:bodyPr>
          <a:lstStyle>
            <a:lvl1pPr indent="-228600" lvl="0" marL="457200" rtl="0" algn="l">
              <a:spcBef>
                <a:spcPts val="320"/>
              </a:spcBef>
              <a:spcAft>
                <a:spcPts val="0"/>
              </a:spcAft>
              <a:buSzPts val="1472"/>
              <a:buNone/>
              <a:defRPr sz="1600"/>
            </a:lvl1pPr>
            <a:lvl2pPr indent="-228600" lvl="1" marL="914400" rtl="0" algn="l">
              <a:spcBef>
                <a:spcPts val="600"/>
              </a:spcBef>
              <a:spcAft>
                <a:spcPts val="0"/>
              </a:spcAft>
              <a:buSzPts val="1472"/>
              <a:buNone/>
              <a:defRPr sz="1600"/>
            </a:lvl2pPr>
            <a:lvl3pPr indent="-228600" lvl="2" marL="1371600" rtl="0" algn="l">
              <a:spcBef>
                <a:spcPts val="600"/>
              </a:spcBef>
              <a:spcAft>
                <a:spcPts val="0"/>
              </a:spcAft>
              <a:buSzPts val="1472"/>
              <a:buNone/>
              <a:defRPr sz="1600"/>
            </a:lvl3pPr>
            <a:lvl4pPr indent="-228600" lvl="3" marL="1828800" rtl="0" algn="l">
              <a:spcBef>
                <a:spcPts val="600"/>
              </a:spcBef>
              <a:spcAft>
                <a:spcPts val="0"/>
              </a:spcAft>
              <a:buSzPts val="1472"/>
              <a:buNone/>
              <a:defRPr sz="1600"/>
            </a:lvl4pPr>
            <a:lvl5pPr indent="-228600" lvl="4" marL="2286000" rtl="0" algn="l">
              <a:spcBef>
                <a:spcPts val="600"/>
              </a:spcBef>
              <a:spcAft>
                <a:spcPts val="0"/>
              </a:spcAft>
              <a:buSzPts val="1472"/>
              <a:buNone/>
              <a:defRPr sz="1600"/>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21" name="Google Shape;3145821;p10"/>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22" name="Google Shape;3145822;p10"/>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23" name="Google Shape;3145823;p10"/>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145824" name="Shape 3145824"/>
        <p:cNvGrpSpPr/>
        <p:nvPr/>
      </p:nvGrpSpPr>
      <p:grpSpPr>
        <a:xfrm>
          <a:off x="0" y="0"/>
          <a:ext cx="0" cy="0"/>
          <a:chOff x="0" y="0"/>
          <a:chExt cx="0" cy="0"/>
        </a:xfrm>
      </p:grpSpPr>
      <p:sp>
        <p:nvSpPr>
          <p:cNvPr id="3145825" name="Google Shape;3145825;p11"/>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26" name="Google Shape;3145826;p11"/>
          <p:cNvSpPr txBox="1"/>
          <p:nvPr>
            <p:ph idx="1" type="body"/>
          </p:nvPr>
        </p:nvSpPr>
        <p:spPr>
          <a:xfrm>
            <a:off x="581191" y="2250891"/>
            <a:ext cx="5194800" cy="557700"/>
          </a:xfrm>
          <a:prstGeom prst="rect">
            <a:avLst/>
          </a:prstGeom>
          <a:noFill/>
          <a:ln>
            <a:noFill/>
          </a:ln>
        </p:spPr>
        <p:txBody>
          <a:bodyPr anchorCtr="0" anchor="ctr" bIns="45700" lIns="91425" spcFirstLastPara="1" rIns="91425" wrap="square" tIns="45700">
            <a:noAutofit/>
          </a:bodyPr>
          <a:lstStyle>
            <a:lvl1pPr indent="-228600" lvl="0" marL="457200" rtl="0" algn="l">
              <a:spcBef>
                <a:spcPts val="400"/>
              </a:spcBef>
              <a:spcAft>
                <a:spcPts val="0"/>
              </a:spcAft>
              <a:buSzPts val="1840"/>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3145827" name="Google Shape;3145827;p11"/>
          <p:cNvSpPr txBox="1"/>
          <p:nvPr>
            <p:ph idx="2" type="body"/>
          </p:nvPr>
        </p:nvSpPr>
        <p:spPr>
          <a:xfrm>
            <a:off x="581194" y="2926052"/>
            <a:ext cx="5194800" cy="29349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28" name="Google Shape;3145828;p11"/>
          <p:cNvSpPr txBox="1"/>
          <p:nvPr>
            <p:ph idx="3" type="body"/>
          </p:nvPr>
        </p:nvSpPr>
        <p:spPr>
          <a:xfrm>
            <a:off x="6416039" y="2250892"/>
            <a:ext cx="5194800" cy="553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3145829" name="Google Shape;3145829;p11"/>
          <p:cNvSpPr txBox="1"/>
          <p:nvPr>
            <p:ph idx="4" type="body"/>
          </p:nvPr>
        </p:nvSpPr>
        <p:spPr>
          <a:xfrm>
            <a:off x="6416037" y="2926052"/>
            <a:ext cx="5194800" cy="2934900"/>
          </a:xfrm>
          <a:prstGeom prst="rect">
            <a:avLst/>
          </a:prstGeom>
          <a:noFill/>
          <a:ln>
            <a:noFill/>
          </a:ln>
        </p:spPr>
        <p:txBody>
          <a:bodyPr anchorCtr="0" anchor="t"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30" name="Google Shape;3145830;p11"/>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31" name="Google Shape;3145831;p1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32" name="Google Shape;3145832;p1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3145833" name="Shape 3145833"/>
        <p:cNvGrpSpPr/>
        <p:nvPr/>
      </p:nvGrpSpPr>
      <p:grpSpPr>
        <a:xfrm>
          <a:off x="0" y="0"/>
          <a:ext cx="0" cy="0"/>
          <a:chOff x="0" y="0"/>
          <a:chExt cx="0" cy="0"/>
        </a:xfrm>
      </p:grpSpPr>
      <p:sp>
        <p:nvSpPr>
          <p:cNvPr id="3145834" name="Google Shape;3145834;p12"/>
          <p:cNvSpPr txBox="1"/>
          <p:nvPr>
            <p:ph type="title"/>
          </p:nvPr>
        </p:nvSpPr>
        <p:spPr>
          <a:xfrm>
            <a:off x="581192" y="3986411"/>
            <a:ext cx="3568800" cy="1872300"/>
          </a:xfrm>
          <a:prstGeom prst="rect">
            <a:avLst/>
          </a:prstGeom>
          <a:noFill/>
          <a:ln>
            <a:noFill/>
          </a:ln>
        </p:spPr>
        <p:txBody>
          <a:bodyPr anchorCtr="0" anchor="ctr"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35" name="Google Shape;3145835;p12"/>
          <p:cNvSpPr/>
          <p:nvPr>
            <p:ph idx="2" type="pic"/>
          </p:nvPr>
        </p:nvSpPr>
        <p:spPr>
          <a:xfrm>
            <a:off x="448056" y="768096"/>
            <a:ext cx="2578500" cy="2816400"/>
          </a:xfrm>
          <a:prstGeom prst="rect">
            <a:avLst/>
          </a:prstGeom>
          <a:solidFill>
            <a:schemeClr val="accent2"/>
          </a:solidFill>
          <a:ln>
            <a:noFill/>
          </a:ln>
        </p:spPr>
      </p:sp>
      <p:sp>
        <p:nvSpPr>
          <p:cNvPr id="3145836" name="Google Shape;3145836;p12"/>
          <p:cNvSpPr/>
          <p:nvPr>
            <p:ph idx="3" type="pic"/>
          </p:nvPr>
        </p:nvSpPr>
        <p:spPr>
          <a:xfrm>
            <a:off x="3352800" y="768096"/>
            <a:ext cx="2578500" cy="2816400"/>
          </a:xfrm>
          <a:prstGeom prst="rect">
            <a:avLst/>
          </a:prstGeom>
          <a:solidFill>
            <a:schemeClr val="accent2"/>
          </a:solidFill>
          <a:ln>
            <a:noFill/>
          </a:ln>
        </p:spPr>
      </p:sp>
      <p:sp>
        <p:nvSpPr>
          <p:cNvPr id="3145837" name="Google Shape;3145837;p12"/>
          <p:cNvSpPr/>
          <p:nvPr>
            <p:ph idx="4" type="pic"/>
          </p:nvPr>
        </p:nvSpPr>
        <p:spPr>
          <a:xfrm>
            <a:off x="6257544" y="768096"/>
            <a:ext cx="2578500" cy="2816400"/>
          </a:xfrm>
          <a:prstGeom prst="rect">
            <a:avLst/>
          </a:prstGeom>
          <a:solidFill>
            <a:schemeClr val="accent2"/>
          </a:solidFill>
          <a:ln>
            <a:noFill/>
          </a:ln>
        </p:spPr>
      </p:sp>
      <p:sp>
        <p:nvSpPr>
          <p:cNvPr id="3145838" name="Google Shape;3145838;p12"/>
          <p:cNvSpPr/>
          <p:nvPr>
            <p:ph idx="5" type="pic"/>
          </p:nvPr>
        </p:nvSpPr>
        <p:spPr>
          <a:xfrm>
            <a:off x="9162288" y="768096"/>
            <a:ext cx="2578500" cy="2816400"/>
          </a:xfrm>
          <a:prstGeom prst="rect">
            <a:avLst/>
          </a:prstGeom>
          <a:solidFill>
            <a:schemeClr val="accent2"/>
          </a:solidFill>
          <a:ln>
            <a:noFill/>
          </a:ln>
        </p:spPr>
      </p:sp>
      <p:sp>
        <p:nvSpPr>
          <p:cNvPr id="3145839" name="Google Shape;3145839;p12"/>
          <p:cNvSpPr txBox="1"/>
          <p:nvPr>
            <p:ph idx="1" type="body"/>
          </p:nvPr>
        </p:nvSpPr>
        <p:spPr>
          <a:xfrm>
            <a:off x="4520392" y="3956050"/>
            <a:ext cx="7225200" cy="1902600"/>
          </a:xfrm>
          <a:prstGeom prst="rect">
            <a:avLst/>
          </a:prstGeom>
          <a:noFill/>
          <a:ln>
            <a:noFill/>
          </a:ln>
        </p:spPr>
        <p:txBody>
          <a:bodyPr anchorCtr="0" anchor="ctr" bIns="45700" lIns="91425" spcFirstLastPara="1" rIns="91425" wrap="square" tIns="45700">
            <a:normAutofit/>
          </a:bodyPr>
          <a:lstStyle>
            <a:lvl1pPr indent="-228600" lvl="0" marL="457200" rtl="0" algn="l">
              <a:spcBef>
                <a:spcPts val="360"/>
              </a:spcBef>
              <a:spcAft>
                <a:spcPts val="0"/>
              </a:spcAft>
              <a:buSzPts val="1656"/>
              <a:buNone/>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40" name="Google Shape;3145840;p12"/>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41" name="Google Shape;3145841;p12"/>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42" name="Google Shape;3145842;p12"/>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45843" name="Shape 3145843"/>
        <p:cNvGrpSpPr/>
        <p:nvPr/>
      </p:nvGrpSpPr>
      <p:grpSpPr>
        <a:xfrm>
          <a:off x="0" y="0"/>
          <a:ext cx="0" cy="0"/>
          <a:chOff x="0" y="0"/>
          <a:chExt cx="0" cy="0"/>
        </a:xfrm>
      </p:grpSpPr>
      <p:sp>
        <p:nvSpPr>
          <p:cNvPr id="3145844" name="Google Shape;3145844;p13"/>
          <p:cNvSpPr/>
          <p:nvPr/>
        </p:nvSpPr>
        <p:spPr>
          <a:xfrm>
            <a:off x="447817" y="5141974"/>
            <a:ext cx="11290800" cy="12588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845" name="Google Shape;3145845;p13"/>
          <p:cNvSpPr txBox="1"/>
          <p:nvPr>
            <p:ph type="title"/>
          </p:nvPr>
        </p:nvSpPr>
        <p:spPr>
          <a:xfrm>
            <a:off x="581193" y="2393950"/>
            <a:ext cx="11029500" cy="21474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3600"/>
              <a:buFont typeface="Gill Sans"/>
              <a:buNone/>
              <a:defRPr b="0" sz="3600" cap="none">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46" name="Google Shape;3145846;p13"/>
          <p:cNvSpPr txBox="1"/>
          <p:nvPr>
            <p:ph idx="1" type="body"/>
          </p:nvPr>
        </p:nvSpPr>
        <p:spPr>
          <a:xfrm>
            <a:off x="581192" y="4541417"/>
            <a:ext cx="11029500" cy="600600"/>
          </a:xfrm>
          <a:prstGeom prst="rect">
            <a:avLst/>
          </a:prstGeom>
          <a:noFill/>
          <a:ln>
            <a:noFill/>
          </a:ln>
        </p:spPr>
        <p:txBody>
          <a:bodyPr anchorCtr="0" anchor="t" bIns="45700" lIns="91425" spcFirstLastPara="1" rIns="91425" wrap="square" tIns="45700">
            <a:normAutofit/>
          </a:bodyPr>
          <a:lstStyle>
            <a:lvl1pPr indent="-228600" lvl="0" marL="457200" rtl="0" algn="l">
              <a:spcBef>
                <a:spcPts val="360"/>
              </a:spcBef>
              <a:spcAft>
                <a:spcPts val="0"/>
              </a:spcAft>
              <a:buSzPts val="1656"/>
              <a:buNone/>
              <a:defRPr sz="1800" cap="none">
                <a:solidFill>
                  <a:schemeClr val="accent1"/>
                </a:solidFill>
              </a:defRPr>
            </a:lvl1pPr>
            <a:lvl2pPr indent="-228600" lvl="1" marL="914400" rtl="0" algn="l">
              <a:spcBef>
                <a:spcPts val="600"/>
              </a:spcBef>
              <a:spcAft>
                <a:spcPts val="0"/>
              </a:spcAft>
              <a:buSzPts val="1656"/>
              <a:buNone/>
              <a:defRPr sz="1800">
                <a:solidFill>
                  <a:srgbClr val="888888"/>
                </a:solidFill>
              </a:defRPr>
            </a:lvl2pPr>
            <a:lvl3pPr indent="-228600" lvl="2" marL="1371600" rtl="0" algn="l">
              <a:spcBef>
                <a:spcPts val="600"/>
              </a:spcBef>
              <a:spcAft>
                <a:spcPts val="0"/>
              </a:spcAft>
              <a:buSzPts val="1472"/>
              <a:buNone/>
              <a:defRPr sz="1600">
                <a:solidFill>
                  <a:srgbClr val="888888"/>
                </a:solidFill>
              </a:defRPr>
            </a:lvl3pPr>
            <a:lvl4pPr indent="-228600" lvl="3" marL="1828800" rtl="0" algn="l">
              <a:spcBef>
                <a:spcPts val="600"/>
              </a:spcBef>
              <a:spcAft>
                <a:spcPts val="0"/>
              </a:spcAft>
              <a:buSzPts val="1288"/>
              <a:buNone/>
              <a:defRPr sz="1400">
                <a:solidFill>
                  <a:srgbClr val="888888"/>
                </a:solidFill>
              </a:defRPr>
            </a:lvl4pPr>
            <a:lvl5pPr indent="-228600" lvl="4" marL="2286000" rtl="0" algn="l">
              <a:spcBef>
                <a:spcPts val="600"/>
              </a:spcBef>
              <a:spcAft>
                <a:spcPts val="0"/>
              </a:spcAft>
              <a:buSzPts val="1288"/>
              <a:buNone/>
              <a:defRPr sz="1400">
                <a:solidFill>
                  <a:srgbClr val="888888"/>
                </a:solidFill>
              </a:defRPr>
            </a:lvl5pPr>
            <a:lvl6pPr indent="-228600" lvl="5" marL="2743200" rtl="0" algn="l">
              <a:spcBef>
                <a:spcPts val="600"/>
              </a:spcBef>
              <a:spcAft>
                <a:spcPts val="0"/>
              </a:spcAft>
              <a:buSzPts val="1288"/>
              <a:buNone/>
              <a:defRPr sz="1400">
                <a:solidFill>
                  <a:srgbClr val="888888"/>
                </a:solidFill>
              </a:defRPr>
            </a:lvl6pPr>
            <a:lvl7pPr indent="-228600" lvl="6" marL="3200400" rtl="0" algn="l">
              <a:spcBef>
                <a:spcPts val="600"/>
              </a:spcBef>
              <a:spcAft>
                <a:spcPts val="0"/>
              </a:spcAft>
              <a:buSzPts val="1288"/>
              <a:buNone/>
              <a:defRPr sz="1400">
                <a:solidFill>
                  <a:srgbClr val="888888"/>
                </a:solidFill>
              </a:defRPr>
            </a:lvl7pPr>
            <a:lvl8pPr indent="-228600" lvl="7" marL="3657600" rtl="0" algn="l">
              <a:spcBef>
                <a:spcPts val="600"/>
              </a:spcBef>
              <a:spcAft>
                <a:spcPts val="0"/>
              </a:spcAft>
              <a:buSzPts val="1288"/>
              <a:buNone/>
              <a:defRPr sz="1400">
                <a:solidFill>
                  <a:srgbClr val="888888"/>
                </a:solidFill>
              </a:defRPr>
            </a:lvl8pPr>
            <a:lvl9pPr indent="-228600" lvl="8" marL="4114800" rtl="0" algn="l">
              <a:spcBef>
                <a:spcPts val="600"/>
              </a:spcBef>
              <a:spcAft>
                <a:spcPts val="600"/>
              </a:spcAft>
              <a:buSzPts val="1288"/>
              <a:buNone/>
              <a:defRPr sz="1400">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45847" name="Shape 3145847"/>
        <p:cNvGrpSpPr/>
        <p:nvPr/>
      </p:nvGrpSpPr>
      <p:grpSpPr>
        <a:xfrm>
          <a:off x="0" y="0"/>
          <a:ext cx="0" cy="0"/>
          <a:chOff x="0" y="0"/>
          <a:chExt cx="0" cy="0"/>
        </a:xfrm>
      </p:grpSpPr>
      <p:sp>
        <p:nvSpPr>
          <p:cNvPr id="3145848" name="Google Shape;3145848;p14"/>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49" name="Google Shape;3145849;p14"/>
          <p:cNvSpPr txBox="1"/>
          <p:nvPr>
            <p:ph idx="1" type="body"/>
          </p:nvPr>
        </p:nvSpPr>
        <p:spPr>
          <a:xfrm>
            <a:off x="581193" y="2228003"/>
            <a:ext cx="5194800" cy="3633000"/>
          </a:xfrm>
          <a:prstGeom prst="rect">
            <a:avLst/>
          </a:prstGeom>
          <a:noFill/>
          <a:ln>
            <a:noFill/>
          </a:ln>
        </p:spPr>
        <p:txBody>
          <a:bodyPr anchorCtr="0" anchor="ctr"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50" name="Google Shape;3145850;p14"/>
          <p:cNvSpPr txBox="1"/>
          <p:nvPr>
            <p:ph idx="2" type="body"/>
          </p:nvPr>
        </p:nvSpPr>
        <p:spPr>
          <a:xfrm>
            <a:off x="6416039" y="2228003"/>
            <a:ext cx="5194800" cy="3633000"/>
          </a:xfrm>
          <a:prstGeom prst="rect">
            <a:avLst/>
          </a:prstGeom>
          <a:noFill/>
          <a:ln>
            <a:noFill/>
          </a:ln>
        </p:spPr>
        <p:txBody>
          <a:bodyPr anchorCtr="0" anchor="ctr" bIns="45700" lIns="91425" spcFirstLastPara="1" rIns="91425" wrap="square" tIns="45700">
            <a:normAutofit/>
          </a:bodyPr>
          <a:lstStyle>
            <a:lvl1pPr indent="-333756" lvl="0" marL="457200" rtl="0" algn="l">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3145851" name="Google Shape;3145851;p14"/>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52" name="Google Shape;3145852;p14"/>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53" name="Google Shape;3145853;p14"/>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45854" name="Shape 3145854"/>
        <p:cNvGrpSpPr/>
        <p:nvPr/>
      </p:nvGrpSpPr>
      <p:grpSpPr>
        <a:xfrm>
          <a:off x="0" y="0"/>
          <a:ext cx="0" cy="0"/>
          <a:chOff x="0" y="0"/>
          <a:chExt cx="0" cy="0"/>
        </a:xfrm>
      </p:grpSpPr>
      <p:sp>
        <p:nvSpPr>
          <p:cNvPr id="3145855" name="Google Shape;3145855;p15"/>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56" name="Google Shape;3145856;p15"/>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57" name="Google Shape;3145857;p15"/>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145858" name="Shape 3145858"/>
        <p:cNvGrpSpPr/>
        <p:nvPr/>
      </p:nvGrpSpPr>
      <p:grpSpPr>
        <a:xfrm>
          <a:off x="0" y="0"/>
          <a:ext cx="0" cy="0"/>
          <a:chOff x="0" y="0"/>
          <a:chExt cx="0" cy="0"/>
        </a:xfrm>
      </p:grpSpPr>
      <p:sp>
        <p:nvSpPr>
          <p:cNvPr id="3145859" name="Google Shape;3145859;p16"/>
          <p:cNvSpPr/>
          <p:nvPr/>
        </p:nvSpPr>
        <p:spPr>
          <a:xfrm>
            <a:off x="447817" y="601200"/>
            <a:ext cx="3682800" cy="58155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860" name="Google Shape;3145860;p16"/>
          <p:cNvSpPr txBox="1"/>
          <p:nvPr>
            <p:ph type="title"/>
          </p:nvPr>
        </p:nvSpPr>
        <p:spPr>
          <a:xfrm>
            <a:off x="767857" y="933450"/>
            <a:ext cx="3031800" cy="17223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FFFFFF"/>
              </a:buClr>
              <a:buSzPts val="2400"/>
              <a:buFont typeface="Gill Sans"/>
              <a:buNone/>
              <a:defRPr b="0" sz="2400">
                <a:solidFill>
                  <a:srgbClr val="FFFFF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61" name="Google Shape;3145861;p16"/>
          <p:cNvSpPr txBox="1"/>
          <p:nvPr>
            <p:ph idx="1" type="body"/>
          </p:nvPr>
        </p:nvSpPr>
        <p:spPr>
          <a:xfrm>
            <a:off x="4900928" y="1179829"/>
            <a:ext cx="6651000" cy="4658100"/>
          </a:xfrm>
          <a:prstGeom prst="rect">
            <a:avLst/>
          </a:prstGeom>
          <a:noFill/>
          <a:ln>
            <a:noFill/>
          </a:ln>
        </p:spPr>
        <p:txBody>
          <a:bodyPr anchorCtr="0" anchor="ctr" bIns="45700" lIns="91425" spcFirstLastPara="1" rIns="91425" wrap="square" tIns="45700">
            <a:normAutofit/>
          </a:bodyPr>
          <a:lstStyle>
            <a:lvl1pPr indent="-345440" lvl="0" marL="457200" rtl="0" algn="l">
              <a:spcBef>
                <a:spcPts val="400"/>
              </a:spcBef>
              <a:spcAft>
                <a:spcPts val="0"/>
              </a:spcAft>
              <a:buSzPts val="1840"/>
              <a:buChar char="◼"/>
              <a:defRPr sz="2000">
                <a:solidFill>
                  <a:schemeClr val="dk2"/>
                </a:solidFill>
              </a:defRPr>
            </a:lvl1pPr>
            <a:lvl2pPr indent="-333756" lvl="1" marL="914400" rtl="0" algn="l">
              <a:spcBef>
                <a:spcPts val="600"/>
              </a:spcBef>
              <a:spcAft>
                <a:spcPts val="0"/>
              </a:spcAft>
              <a:buSzPts val="1656"/>
              <a:buChar char="◼"/>
              <a:defRPr sz="1800">
                <a:solidFill>
                  <a:schemeClr val="dk2"/>
                </a:solidFill>
              </a:defRPr>
            </a:lvl2pPr>
            <a:lvl3pPr indent="-322072" lvl="2" marL="1371600" rtl="0" algn="l">
              <a:spcBef>
                <a:spcPts val="600"/>
              </a:spcBef>
              <a:spcAft>
                <a:spcPts val="0"/>
              </a:spcAft>
              <a:buSzPts val="1472"/>
              <a:buChar char="◼"/>
              <a:defRPr sz="1600">
                <a:solidFill>
                  <a:schemeClr val="dk2"/>
                </a:solidFill>
              </a:defRPr>
            </a:lvl3pPr>
            <a:lvl4pPr indent="-310388" lvl="3" marL="1828800" rtl="0" algn="l">
              <a:spcBef>
                <a:spcPts val="600"/>
              </a:spcBef>
              <a:spcAft>
                <a:spcPts val="0"/>
              </a:spcAft>
              <a:buSzPts val="1288"/>
              <a:buChar char="◼"/>
              <a:defRPr sz="1400">
                <a:solidFill>
                  <a:schemeClr val="dk2"/>
                </a:solidFill>
              </a:defRPr>
            </a:lvl4pPr>
            <a:lvl5pPr indent="-310388" lvl="4" marL="2286000" rtl="0" algn="l">
              <a:spcBef>
                <a:spcPts val="600"/>
              </a:spcBef>
              <a:spcAft>
                <a:spcPts val="0"/>
              </a:spcAft>
              <a:buSzPts val="1288"/>
              <a:buChar char="◼"/>
              <a:defRPr sz="1400">
                <a:solidFill>
                  <a:schemeClr val="dk2"/>
                </a:solidFill>
              </a:defRPr>
            </a:lvl5pPr>
            <a:lvl6pPr indent="-310388" lvl="5" marL="2743200" rtl="0" algn="l">
              <a:spcBef>
                <a:spcPts val="600"/>
              </a:spcBef>
              <a:spcAft>
                <a:spcPts val="0"/>
              </a:spcAft>
              <a:buSzPts val="1288"/>
              <a:buChar char="◼"/>
              <a:defRPr sz="1400">
                <a:solidFill>
                  <a:schemeClr val="dk2"/>
                </a:solidFill>
              </a:defRPr>
            </a:lvl6pPr>
            <a:lvl7pPr indent="-310388" lvl="6" marL="3200400" rtl="0" algn="l">
              <a:spcBef>
                <a:spcPts val="600"/>
              </a:spcBef>
              <a:spcAft>
                <a:spcPts val="0"/>
              </a:spcAft>
              <a:buSzPts val="1288"/>
              <a:buChar char="◼"/>
              <a:defRPr sz="1400">
                <a:solidFill>
                  <a:schemeClr val="dk2"/>
                </a:solidFill>
              </a:defRPr>
            </a:lvl7pPr>
            <a:lvl8pPr indent="-310388" lvl="7" marL="3657600" rtl="0" algn="l">
              <a:spcBef>
                <a:spcPts val="600"/>
              </a:spcBef>
              <a:spcAft>
                <a:spcPts val="0"/>
              </a:spcAft>
              <a:buSzPts val="1288"/>
              <a:buChar char="◼"/>
              <a:defRPr sz="1400">
                <a:solidFill>
                  <a:schemeClr val="dk2"/>
                </a:solidFill>
              </a:defRPr>
            </a:lvl8pPr>
            <a:lvl9pPr indent="-310388" lvl="8" marL="4114800" rtl="0" algn="l">
              <a:spcBef>
                <a:spcPts val="600"/>
              </a:spcBef>
              <a:spcAft>
                <a:spcPts val="600"/>
              </a:spcAft>
              <a:buSzPts val="1288"/>
              <a:buChar char="◼"/>
              <a:defRPr sz="1400">
                <a:solidFill>
                  <a:schemeClr val="dk2"/>
                </a:solidFill>
              </a:defRPr>
            </a:lvl9pPr>
          </a:lstStyle>
          <a:p/>
        </p:txBody>
      </p:sp>
      <p:sp>
        <p:nvSpPr>
          <p:cNvPr id="3145862" name="Google Shape;3145862;p16"/>
          <p:cNvSpPr txBox="1"/>
          <p:nvPr>
            <p:ph idx="2" type="body"/>
          </p:nvPr>
        </p:nvSpPr>
        <p:spPr>
          <a:xfrm>
            <a:off x="767857" y="2836654"/>
            <a:ext cx="3031800" cy="3001500"/>
          </a:xfrm>
          <a:prstGeom prst="rect">
            <a:avLst/>
          </a:prstGeom>
          <a:noFill/>
          <a:ln>
            <a:noFill/>
          </a:ln>
        </p:spPr>
        <p:txBody>
          <a:bodyPr anchorCtr="0" anchor="t" bIns="45700" lIns="91425" spcFirstLastPara="1" rIns="91425" wrap="square" tIns="45700">
            <a:normAutofit/>
          </a:bodyPr>
          <a:lstStyle>
            <a:lvl1pPr indent="-228600" lvl="0" marL="457200" rtl="0" algn="l">
              <a:spcBef>
                <a:spcPts val="320"/>
              </a:spcBef>
              <a:spcAft>
                <a:spcPts val="0"/>
              </a:spcAft>
              <a:buSzPts val="1472"/>
              <a:buNone/>
              <a:defRPr sz="1600">
                <a:solidFill>
                  <a:srgbClr val="FFFFFF"/>
                </a:solidFill>
              </a:defRPr>
            </a:lvl1pPr>
            <a:lvl2pPr indent="-228600" lvl="1" marL="914400" rtl="0" algn="l">
              <a:spcBef>
                <a:spcPts val="600"/>
              </a:spcBef>
              <a:spcAft>
                <a:spcPts val="0"/>
              </a:spcAft>
              <a:buSzPts val="1012"/>
              <a:buNone/>
              <a:defRPr sz="11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3145863" name="Google Shape;3145863;p16"/>
          <p:cNvSpPr txBox="1"/>
          <p:nvPr>
            <p:ph idx="11" type="ftr"/>
          </p:nvPr>
        </p:nvSpPr>
        <p:spPr>
          <a:xfrm>
            <a:off x="581192" y="6452590"/>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64" name="Google Shape;3145864;p16"/>
          <p:cNvSpPr txBox="1"/>
          <p:nvPr>
            <p:ph idx="10" type="dt"/>
          </p:nvPr>
        </p:nvSpPr>
        <p:spPr>
          <a:xfrm>
            <a:off x="7605951" y="6456916"/>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65" name="Google Shape;3145865;p16"/>
          <p:cNvSpPr txBox="1"/>
          <p:nvPr>
            <p:ph idx="12" type="sldNum"/>
          </p:nvPr>
        </p:nvSpPr>
        <p:spPr>
          <a:xfrm>
            <a:off x="10558300" y="6456916"/>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45866" name="Shape 3145866"/>
        <p:cNvGrpSpPr/>
        <p:nvPr/>
      </p:nvGrpSpPr>
      <p:grpSpPr>
        <a:xfrm>
          <a:off x="0" y="0"/>
          <a:ext cx="0" cy="0"/>
          <a:chOff x="0" y="0"/>
          <a:chExt cx="0" cy="0"/>
        </a:xfrm>
      </p:grpSpPr>
      <p:sp>
        <p:nvSpPr>
          <p:cNvPr id="3145867" name="Google Shape;3145867;p17"/>
          <p:cNvSpPr txBox="1"/>
          <p:nvPr>
            <p:ph type="title"/>
          </p:nvPr>
        </p:nvSpPr>
        <p:spPr>
          <a:xfrm>
            <a:off x="581193" y="4693389"/>
            <a:ext cx="11029500" cy="5667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rgbClr val="3F3F3F"/>
              </a:buClr>
              <a:buSzPts val="2400"/>
              <a:buFont typeface="Gill Sans"/>
              <a:buNone/>
              <a:defRPr b="0" sz="2400">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68" name="Google Shape;3145868;p17"/>
          <p:cNvSpPr/>
          <p:nvPr>
            <p:ph idx="2" type="pic"/>
          </p:nvPr>
        </p:nvSpPr>
        <p:spPr>
          <a:xfrm>
            <a:off x="447817" y="641350"/>
            <a:ext cx="11290800" cy="3651300"/>
          </a:xfrm>
          <a:prstGeom prst="rect">
            <a:avLst/>
          </a:prstGeom>
          <a:noFill/>
          <a:ln>
            <a:noFill/>
          </a:ln>
        </p:spPr>
      </p:sp>
      <p:sp>
        <p:nvSpPr>
          <p:cNvPr id="3145869" name="Google Shape;3145869;p17"/>
          <p:cNvSpPr txBox="1"/>
          <p:nvPr>
            <p:ph idx="1" type="body"/>
          </p:nvPr>
        </p:nvSpPr>
        <p:spPr>
          <a:xfrm>
            <a:off x="581192" y="5260127"/>
            <a:ext cx="11029500" cy="998100"/>
          </a:xfrm>
          <a:prstGeom prst="rect">
            <a:avLst/>
          </a:prstGeom>
          <a:noFill/>
          <a:ln>
            <a:noFill/>
          </a:ln>
        </p:spPr>
        <p:txBody>
          <a:bodyPr anchorCtr="0" anchor="t" bIns="45700" lIns="91425" spcFirstLastPara="1" rIns="91425" wrap="square" tIns="45700">
            <a:normAutofit/>
          </a:bodyPr>
          <a:lstStyle>
            <a:lvl1pPr indent="-228600" lvl="0" marL="457200" rtl="0" algn="l">
              <a:spcBef>
                <a:spcPts val="320"/>
              </a:spcBef>
              <a:spcAft>
                <a:spcPts val="0"/>
              </a:spcAft>
              <a:buSzPts val="1472"/>
              <a:buNone/>
              <a:defRPr sz="1600"/>
            </a:lvl1pPr>
            <a:lvl2pPr indent="-228600" lvl="1" marL="914400" rtl="0" algn="l">
              <a:spcBef>
                <a:spcPts val="600"/>
              </a:spcBef>
              <a:spcAft>
                <a:spcPts val="0"/>
              </a:spcAft>
              <a:buSzPts val="1104"/>
              <a:buNone/>
              <a:defRPr sz="12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3145870" name="Google Shape;3145870;p17"/>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71" name="Google Shape;3145871;p17"/>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145872" name="Google Shape;3145872;p17"/>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5739" name="Shape 3145739"/>
        <p:cNvGrpSpPr/>
        <p:nvPr/>
      </p:nvGrpSpPr>
      <p:grpSpPr>
        <a:xfrm>
          <a:off x="0" y="0"/>
          <a:ext cx="0" cy="0"/>
          <a:chOff x="0" y="0"/>
          <a:chExt cx="0" cy="0"/>
        </a:xfrm>
      </p:grpSpPr>
      <p:cxnSp>
        <p:nvCxnSpPr>
          <p:cNvPr id="3145740" name="Google Shape;3145740;p1"/>
          <p:cNvCxnSpPr/>
          <p:nvPr/>
        </p:nvCxnSpPr>
        <p:spPr>
          <a:xfrm>
            <a:off x="4241830" y="495574"/>
            <a:ext cx="3703200" cy="0"/>
          </a:xfrm>
          <a:prstGeom prst="straightConnector1">
            <a:avLst/>
          </a:prstGeom>
          <a:noFill/>
          <a:ln cap="flat" cmpd="sng" w="82550">
            <a:solidFill>
              <a:schemeClr val="accent1"/>
            </a:solidFill>
            <a:prstDash val="solid"/>
            <a:round/>
            <a:headEnd len="sm" w="sm" type="none"/>
            <a:tailEnd len="sm" w="sm" type="none"/>
          </a:ln>
        </p:spPr>
      </p:cxnSp>
      <p:cxnSp>
        <p:nvCxnSpPr>
          <p:cNvPr id="3145741" name="Google Shape;3145741;p1"/>
          <p:cNvCxnSpPr/>
          <p:nvPr/>
        </p:nvCxnSpPr>
        <p:spPr>
          <a:xfrm>
            <a:off x="8042147" y="495574"/>
            <a:ext cx="3703200" cy="0"/>
          </a:xfrm>
          <a:prstGeom prst="straightConnector1">
            <a:avLst/>
          </a:prstGeom>
          <a:noFill/>
          <a:ln cap="flat" cmpd="sng" w="82550">
            <a:solidFill>
              <a:schemeClr val="accent4"/>
            </a:solidFill>
            <a:prstDash val="solid"/>
            <a:round/>
            <a:headEnd len="sm" w="sm" type="none"/>
            <a:tailEnd len="sm" w="sm" type="none"/>
          </a:ln>
        </p:spPr>
      </p:cxnSp>
      <p:cxnSp>
        <p:nvCxnSpPr>
          <p:cNvPr id="3145742" name="Google Shape;3145742;p1"/>
          <p:cNvCxnSpPr/>
          <p:nvPr/>
        </p:nvCxnSpPr>
        <p:spPr>
          <a:xfrm>
            <a:off x="437009" y="495574"/>
            <a:ext cx="3703200" cy="0"/>
          </a:xfrm>
          <a:prstGeom prst="straightConnector1">
            <a:avLst/>
          </a:prstGeom>
          <a:noFill/>
          <a:ln cap="flat" cmpd="sng" w="82550">
            <a:solidFill>
              <a:schemeClr val="accent3"/>
            </a:solidFill>
            <a:prstDash val="solid"/>
            <a:round/>
            <a:headEnd len="sm" w="sm" type="none"/>
            <a:tailEnd len="sm" w="sm" type="none"/>
          </a:ln>
        </p:spPr>
      </p:cxnSp>
      <p:sp>
        <p:nvSpPr>
          <p:cNvPr id="3145743" name="Google Shape;3145743;p1"/>
          <p:cNvSpPr txBox="1"/>
          <p:nvPr>
            <p:ph type="title"/>
          </p:nvPr>
        </p:nvSpPr>
        <p:spPr>
          <a:xfrm>
            <a:off x="581192" y="705124"/>
            <a:ext cx="11029500" cy="11895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rgbClr val="3F3F3F"/>
              </a:buClr>
              <a:buSzPts val="2800"/>
              <a:buFont typeface="Gill Sans"/>
              <a:buNone/>
              <a:defRPr b="0" i="0" sz="2800" u="none" cap="none" strike="noStrike">
                <a:solidFill>
                  <a:srgbClr val="3F3F3F"/>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145744" name="Google Shape;3145744;p1"/>
          <p:cNvSpPr txBox="1"/>
          <p:nvPr>
            <p:ph idx="1" type="body"/>
          </p:nvPr>
        </p:nvSpPr>
        <p:spPr>
          <a:xfrm>
            <a:off x="581192" y="2336002"/>
            <a:ext cx="11029500" cy="3651900"/>
          </a:xfrm>
          <a:prstGeom prst="rect">
            <a:avLst/>
          </a:prstGeom>
          <a:noFill/>
          <a:ln>
            <a:noFill/>
          </a:ln>
        </p:spPr>
        <p:txBody>
          <a:bodyPr anchorCtr="0" anchor="ctr" bIns="45700" lIns="91425" spcFirstLastPara="1" rIns="91425" wrap="square" tIns="45700">
            <a:normAutofit/>
          </a:bodyPr>
          <a:lstStyle>
            <a:lvl1pPr indent="-333756" lvl="0" marL="457200" marR="0" rtl="0" algn="l">
              <a:spcBef>
                <a:spcPts val="360"/>
              </a:spcBef>
              <a:spcAft>
                <a:spcPts val="0"/>
              </a:spcAft>
              <a:buClr>
                <a:schemeClr val="accent1"/>
              </a:buClr>
              <a:buSzPts val="1656"/>
              <a:buFont typeface="Noto Sans Symbols"/>
              <a:buChar char="◼"/>
              <a:defRPr b="0" i="0" sz="1800" u="none" cap="none" strike="noStrike">
                <a:solidFill>
                  <a:srgbClr val="3F3F3F"/>
                </a:solidFill>
                <a:latin typeface="Gill Sans"/>
                <a:ea typeface="Gill Sans"/>
                <a:cs typeface="Gill Sans"/>
                <a:sym typeface="Gill Sans"/>
              </a:defRPr>
            </a:lvl1pPr>
            <a:lvl2pPr indent="-322072" lvl="1" marL="914400" marR="0" rtl="0" algn="l">
              <a:spcBef>
                <a:spcPts val="600"/>
              </a:spcBef>
              <a:spcAft>
                <a:spcPts val="0"/>
              </a:spcAft>
              <a:buClr>
                <a:schemeClr val="accent1"/>
              </a:buClr>
              <a:buSzPts val="1472"/>
              <a:buFont typeface="Noto Sans Symbols"/>
              <a:buChar char="◼"/>
              <a:defRPr b="0" i="0" sz="1600" u="none" cap="none" strike="noStrike">
                <a:solidFill>
                  <a:srgbClr val="3F3F3F"/>
                </a:solidFill>
                <a:latin typeface="Gill Sans"/>
                <a:ea typeface="Gill Sans"/>
                <a:cs typeface="Gill Sans"/>
                <a:sym typeface="Gill Sans"/>
              </a:defRPr>
            </a:lvl2pPr>
            <a:lvl3pPr indent="-310388" lvl="2" marL="13716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Gill Sans"/>
                <a:ea typeface="Gill Sans"/>
                <a:cs typeface="Gill Sans"/>
                <a:sym typeface="Gill Sans"/>
              </a:defRPr>
            </a:lvl3pPr>
            <a:lvl4pPr indent="-298703" lvl="3" marL="1828800"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4pPr>
            <a:lvl5pPr indent="-298704" lvl="4" marL="2286000" marR="0" rtl="0" algn="l">
              <a:spcBef>
                <a:spcPts val="600"/>
              </a:spcBef>
              <a:spcAft>
                <a:spcPts val="0"/>
              </a:spcAft>
              <a:buClr>
                <a:schemeClr val="accent1"/>
              </a:buClr>
              <a:buSzPts val="1104"/>
              <a:buFont typeface="Noto Sans Symbols"/>
              <a:buChar char="◼"/>
              <a:defRPr b="0" i="0" sz="1200" u="none" cap="none" strike="noStrike">
                <a:solidFill>
                  <a:srgbClr val="3F3F3F"/>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3145745" name="Google Shape;3145745;p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145746" name="Google Shape;3145746;p1"/>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3F3F3F"/>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145747" name="Google Shape;3145747;p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Gill Sans"/>
                <a:ea typeface="Gill Sans"/>
                <a:cs typeface="Gill Sans"/>
                <a:sym typeface="Gill Sans"/>
              </a:defRPr>
            </a:lvl1pPr>
            <a:lvl2pPr indent="0" lvl="1" marL="0" marR="0" rtl="0" algn="r">
              <a:spcBef>
                <a:spcPts val="0"/>
              </a:spcBef>
              <a:buNone/>
              <a:defRPr b="0" i="0" sz="900" u="none" cap="none" strike="noStrike">
                <a:solidFill>
                  <a:srgbClr val="3F3F3F"/>
                </a:solidFill>
                <a:latin typeface="Gill Sans"/>
                <a:ea typeface="Gill Sans"/>
                <a:cs typeface="Gill Sans"/>
                <a:sym typeface="Gill Sans"/>
              </a:defRPr>
            </a:lvl2pPr>
            <a:lvl3pPr indent="0" lvl="2" marL="0" marR="0" rtl="0" algn="r">
              <a:spcBef>
                <a:spcPts val="0"/>
              </a:spcBef>
              <a:buNone/>
              <a:defRPr b="0" i="0" sz="900" u="none" cap="none" strike="noStrike">
                <a:solidFill>
                  <a:srgbClr val="3F3F3F"/>
                </a:solidFill>
                <a:latin typeface="Gill Sans"/>
                <a:ea typeface="Gill Sans"/>
                <a:cs typeface="Gill Sans"/>
                <a:sym typeface="Gill Sans"/>
              </a:defRPr>
            </a:lvl3pPr>
            <a:lvl4pPr indent="0" lvl="3" marL="0" marR="0" rtl="0" algn="r">
              <a:spcBef>
                <a:spcPts val="0"/>
              </a:spcBef>
              <a:buNone/>
              <a:defRPr b="0" i="0" sz="900" u="none" cap="none" strike="noStrike">
                <a:solidFill>
                  <a:srgbClr val="3F3F3F"/>
                </a:solidFill>
                <a:latin typeface="Gill Sans"/>
                <a:ea typeface="Gill Sans"/>
                <a:cs typeface="Gill Sans"/>
                <a:sym typeface="Gill Sans"/>
              </a:defRPr>
            </a:lvl4pPr>
            <a:lvl5pPr indent="0" lvl="4" marL="0" marR="0" rtl="0" algn="r">
              <a:spcBef>
                <a:spcPts val="0"/>
              </a:spcBef>
              <a:buNone/>
              <a:defRPr b="0" i="0" sz="900" u="none" cap="none" strike="noStrike">
                <a:solidFill>
                  <a:srgbClr val="3F3F3F"/>
                </a:solidFill>
                <a:latin typeface="Gill Sans"/>
                <a:ea typeface="Gill Sans"/>
                <a:cs typeface="Gill Sans"/>
                <a:sym typeface="Gill Sans"/>
              </a:defRPr>
            </a:lvl5pPr>
            <a:lvl6pPr indent="0" lvl="5" marL="0" marR="0" rtl="0" algn="r">
              <a:spcBef>
                <a:spcPts val="0"/>
              </a:spcBef>
              <a:buNone/>
              <a:defRPr b="0" i="0" sz="900" u="none" cap="none" strike="noStrike">
                <a:solidFill>
                  <a:srgbClr val="3F3F3F"/>
                </a:solidFill>
                <a:latin typeface="Gill Sans"/>
                <a:ea typeface="Gill Sans"/>
                <a:cs typeface="Gill Sans"/>
                <a:sym typeface="Gill Sans"/>
              </a:defRPr>
            </a:lvl6pPr>
            <a:lvl7pPr indent="0" lvl="6" marL="0" marR="0" rtl="0" algn="r">
              <a:spcBef>
                <a:spcPts val="0"/>
              </a:spcBef>
              <a:buNone/>
              <a:defRPr b="0" i="0" sz="900" u="none" cap="none" strike="noStrike">
                <a:solidFill>
                  <a:srgbClr val="3F3F3F"/>
                </a:solidFill>
                <a:latin typeface="Gill Sans"/>
                <a:ea typeface="Gill Sans"/>
                <a:cs typeface="Gill Sans"/>
                <a:sym typeface="Gill Sans"/>
              </a:defRPr>
            </a:lvl7pPr>
            <a:lvl8pPr indent="0" lvl="7" marL="0" marR="0" rtl="0" algn="r">
              <a:spcBef>
                <a:spcPts val="0"/>
              </a:spcBef>
              <a:buNone/>
              <a:defRPr b="0" i="0" sz="900" u="none" cap="none" strike="noStrike">
                <a:solidFill>
                  <a:srgbClr val="3F3F3F"/>
                </a:solidFill>
                <a:latin typeface="Gill Sans"/>
                <a:ea typeface="Gill Sans"/>
                <a:cs typeface="Gill Sans"/>
                <a:sym typeface="Gill Sans"/>
              </a:defRPr>
            </a:lvl8pPr>
            <a:lvl9pPr indent="0" lvl="8" marL="0" marR="0" rtl="0" algn="r">
              <a:spcBef>
                <a:spcPts val="0"/>
              </a:spcBef>
              <a:buNone/>
              <a:defRPr b="0" i="0" sz="900" u="none" cap="none" strike="noStrike">
                <a:solidFill>
                  <a:srgbClr val="3F3F3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hyperlink" Target="http://www.patientsafetyauthority.org./" TargetMode="External"/><Relationship Id="rId4" Type="http://schemas.openxmlformats.org/officeDocument/2006/relationships/hyperlink" Target="http://www.jointcommission.org/CLABSITToolkit" TargetMode="External"/><Relationship Id="rId5" Type="http://schemas.openxmlformats.org/officeDocument/2006/relationships/hyperlink" Target="http://www.bestcare.org.z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hyperlink" Target="http://www.cdc.gov/hicpac/pdf/guidelines/bsi-guidelines-2011.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876" name="Shape 3145876"/>
        <p:cNvGrpSpPr/>
        <p:nvPr/>
      </p:nvGrpSpPr>
      <p:grpSpPr>
        <a:xfrm>
          <a:off x="0" y="0"/>
          <a:ext cx="0" cy="0"/>
          <a:chOff x="0" y="0"/>
          <a:chExt cx="0" cy="0"/>
        </a:xfrm>
      </p:grpSpPr>
      <p:sp>
        <p:nvSpPr>
          <p:cNvPr id="3145877" name="Google Shape;3145877;p18"/>
          <p:cNvSpPr txBox="1"/>
          <p:nvPr>
            <p:ph type="ctrTitle"/>
          </p:nvPr>
        </p:nvSpPr>
        <p:spPr>
          <a:xfrm>
            <a:off x="188492" y="84656"/>
            <a:ext cx="11814900" cy="16065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3600"/>
              <a:buFont typeface="Algerian"/>
              <a:buNone/>
            </a:pPr>
            <a:r>
              <a:rPr b="1" lang="en-US" sz="3600" u="sng">
                <a:solidFill>
                  <a:srgbClr val="C00000"/>
                </a:solidFill>
                <a:latin typeface="Algerian"/>
                <a:ea typeface="Algerian"/>
                <a:cs typeface="Algerian"/>
                <a:sym typeface="Algerian"/>
              </a:rPr>
              <a:t>CENTRAL LINES MAINTENANCE IN PEDIATRICS</a:t>
            </a:r>
            <a:endParaRPr/>
          </a:p>
        </p:txBody>
      </p:sp>
      <p:pic>
        <p:nvPicPr>
          <p:cNvPr id="3145878" name="Google Shape;3145878;p18"/>
          <p:cNvPicPr preferRelativeResize="0"/>
          <p:nvPr>
            <p:ph idx="2" type="pic"/>
          </p:nvPr>
        </p:nvPicPr>
        <p:blipFill rotWithShape="1">
          <a:blip r:embed="rId3">
            <a:alphaModFix/>
          </a:blip>
          <a:srcRect b="23727" l="0" r="0" t="23732"/>
          <a:stretch/>
        </p:blipFill>
        <p:spPr>
          <a:xfrm>
            <a:off x="1428750" y="2161871"/>
            <a:ext cx="8298655" cy="4310062"/>
          </a:xfrm>
          <a:prstGeom prst="rect">
            <a:avLst/>
          </a:prstGeom>
          <a:solidFill>
            <a:schemeClr val="accent2"/>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882" name="Shape 3145882"/>
        <p:cNvGrpSpPr/>
        <p:nvPr/>
      </p:nvGrpSpPr>
      <p:grpSpPr>
        <a:xfrm>
          <a:off x="0" y="0"/>
          <a:ext cx="0" cy="0"/>
          <a:chOff x="0" y="0"/>
          <a:chExt cx="0" cy="0"/>
        </a:xfrm>
      </p:grpSpPr>
      <p:sp>
        <p:nvSpPr>
          <p:cNvPr id="3145883" name="Google Shape;3145883;p19"/>
          <p:cNvSpPr txBox="1"/>
          <p:nvPr>
            <p:ph type="title"/>
          </p:nvPr>
        </p:nvSpPr>
        <p:spPr>
          <a:xfrm>
            <a:off x="3881438" y="714377"/>
            <a:ext cx="4536300" cy="797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C00000"/>
              </a:buClr>
              <a:buSzPts val="4000"/>
              <a:buFont typeface="Gill Sans"/>
              <a:buNone/>
            </a:pPr>
            <a:r>
              <a:rPr lang="en-US" sz="4000">
                <a:solidFill>
                  <a:srgbClr val="C00000"/>
                </a:solidFill>
              </a:rPr>
              <a:t>CONTENTS</a:t>
            </a:r>
            <a:endParaRPr sz="4000">
              <a:solidFill>
                <a:srgbClr val="C00000"/>
              </a:solidFill>
            </a:endParaRPr>
          </a:p>
        </p:txBody>
      </p:sp>
      <p:sp>
        <p:nvSpPr>
          <p:cNvPr id="3145884" name="Google Shape;3145884;p19"/>
          <p:cNvSpPr txBox="1"/>
          <p:nvPr>
            <p:ph idx="1" type="body"/>
          </p:nvPr>
        </p:nvSpPr>
        <p:spPr>
          <a:xfrm>
            <a:off x="1095373" y="2047875"/>
            <a:ext cx="8953500" cy="2827800"/>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2944"/>
              <a:buFont typeface="Arial"/>
              <a:buChar char="•"/>
            </a:pPr>
            <a:r>
              <a:rPr lang="en-US" sz="3200"/>
              <a:t>Definition</a:t>
            </a:r>
            <a:endParaRPr/>
          </a:p>
          <a:p>
            <a:pPr indent="-285750" lvl="0" marL="285750" rtl="0" algn="l">
              <a:spcBef>
                <a:spcPts val="1240"/>
              </a:spcBef>
              <a:spcAft>
                <a:spcPts val="0"/>
              </a:spcAft>
              <a:buSzPts val="2944"/>
              <a:buFont typeface="Arial"/>
              <a:buChar char="•"/>
            </a:pPr>
            <a:r>
              <a:rPr lang="en-US" sz="3200"/>
              <a:t>Indication for CVCs</a:t>
            </a:r>
            <a:endParaRPr/>
          </a:p>
          <a:p>
            <a:pPr indent="-285750" lvl="0" marL="285750" rtl="0" algn="l">
              <a:spcBef>
                <a:spcPts val="1240"/>
              </a:spcBef>
              <a:spcAft>
                <a:spcPts val="0"/>
              </a:spcAft>
              <a:buSzPts val="2944"/>
              <a:buFont typeface="Arial"/>
              <a:buChar char="•"/>
            </a:pPr>
            <a:r>
              <a:rPr lang="en-US" sz="3200"/>
              <a:t>Types of CVCs </a:t>
            </a:r>
            <a:endParaRPr/>
          </a:p>
          <a:p>
            <a:pPr indent="-285750" lvl="0" marL="285750" rtl="0" algn="l">
              <a:spcBef>
                <a:spcPts val="1240"/>
              </a:spcBef>
              <a:spcAft>
                <a:spcPts val="0"/>
              </a:spcAft>
              <a:buSzPts val="2944"/>
              <a:buFont typeface="Arial"/>
              <a:buChar char="•"/>
            </a:pPr>
            <a:r>
              <a:rPr lang="en-US" sz="3200"/>
              <a:t>Care and blockage management </a:t>
            </a:r>
            <a:endParaRPr sz="3200"/>
          </a:p>
        </p:txBody>
      </p:sp>
      <p:sp>
        <p:nvSpPr>
          <p:cNvPr id="3145885" name="Google Shape;3145885;p19"/>
          <p:cNvSpPr txBox="1"/>
          <p:nvPr>
            <p:ph idx="11" type="ftr"/>
          </p:nvPr>
        </p:nvSpPr>
        <p:spPr>
          <a:xfrm>
            <a:off x="193998" y="5149945"/>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886" name="Google Shape;3145886;p19"/>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887" name="Google Shape;3145887;p19"/>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891" name="Shape 3145891"/>
        <p:cNvGrpSpPr/>
        <p:nvPr/>
      </p:nvGrpSpPr>
      <p:grpSpPr>
        <a:xfrm>
          <a:off x="0" y="0"/>
          <a:ext cx="0" cy="0"/>
          <a:chOff x="0" y="0"/>
          <a:chExt cx="0" cy="0"/>
        </a:xfrm>
      </p:grpSpPr>
      <p:sp>
        <p:nvSpPr>
          <p:cNvPr id="3145892" name="Google Shape;3145892;p20"/>
          <p:cNvSpPr txBox="1"/>
          <p:nvPr>
            <p:ph idx="1" type="body"/>
          </p:nvPr>
        </p:nvSpPr>
        <p:spPr>
          <a:xfrm>
            <a:off x="745414" y="2786063"/>
            <a:ext cx="9705300" cy="3637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208"/>
              <a:buNone/>
            </a:pPr>
            <a:r>
              <a:rPr b="0" i="0" lang="en-US" sz="2400">
                <a:solidFill>
                  <a:srgbClr val="222222"/>
                </a:solidFill>
                <a:latin typeface="Arial"/>
                <a:ea typeface="Arial"/>
                <a:cs typeface="Arial"/>
                <a:sym typeface="Arial"/>
              </a:rPr>
              <a:t>-CVC is a line that reaches to the central circulation</a:t>
            </a:r>
            <a:br>
              <a:rPr lang="en-US" sz="2400"/>
            </a:br>
            <a:br>
              <a:rPr lang="en-US" sz="2400"/>
            </a:br>
            <a:r>
              <a:rPr b="0" i="0" lang="en-US" sz="2400">
                <a:solidFill>
                  <a:srgbClr val="222222"/>
                </a:solidFill>
                <a:latin typeface="Arial"/>
                <a:ea typeface="Arial"/>
                <a:cs typeface="Arial"/>
                <a:sym typeface="Arial"/>
              </a:rPr>
              <a:t>-Catheter (tube) that is passed through a vein to end up in the thoracic ( chest) portion of the vena cava.(the large vein returning blood to the heart) or in the right atrium of the heart. Central venous catheters have a number of different uses. </a:t>
            </a:r>
            <a:endParaRPr sz="2400"/>
          </a:p>
        </p:txBody>
      </p:sp>
      <p:sp>
        <p:nvSpPr>
          <p:cNvPr id="3145893" name="Google Shape;3145893;p20"/>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894" name="Google Shape;3145894;p20"/>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895" name="Google Shape;3145895;p20"/>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5896" name="Google Shape;3145896;p20"/>
          <p:cNvSpPr txBox="1"/>
          <p:nvPr>
            <p:ph type="title"/>
          </p:nvPr>
        </p:nvSpPr>
        <p:spPr>
          <a:xfrm>
            <a:off x="1374916" y="670047"/>
            <a:ext cx="7799100" cy="1500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3200"/>
              <a:buFont typeface="Arial"/>
              <a:buNone/>
            </a:pPr>
            <a:r>
              <a:rPr lang="en-US" sz="3200">
                <a:solidFill>
                  <a:srgbClr val="C00000"/>
                </a:solidFill>
                <a:latin typeface="Arial"/>
                <a:ea typeface="Arial"/>
                <a:cs typeface="Arial"/>
                <a:sym typeface="Arial"/>
              </a:rPr>
              <a:t>WHAT IS CENTRAL VENOUS CATHETER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00" name="Shape 3145900"/>
        <p:cNvGrpSpPr/>
        <p:nvPr/>
      </p:nvGrpSpPr>
      <p:grpSpPr>
        <a:xfrm>
          <a:off x="0" y="0"/>
          <a:ext cx="0" cy="0"/>
          <a:chOff x="0" y="0"/>
          <a:chExt cx="0" cy="0"/>
        </a:xfrm>
      </p:grpSpPr>
      <p:sp>
        <p:nvSpPr>
          <p:cNvPr id="3145901" name="Google Shape;3145901;p21"/>
          <p:cNvSpPr txBox="1"/>
          <p:nvPr>
            <p:ph type="title"/>
          </p:nvPr>
        </p:nvSpPr>
        <p:spPr>
          <a:xfrm>
            <a:off x="2329951" y="937543"/>
            <a:ext cx="5968800" cy="792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2800"/>
              <a:buFont typeface="Arial"/>
              <a:buNone/>
            </a:pPr>
            <a:r>
              <a:rPr i="0" lang="en-US">
                <a:solidFill>
                  <a:srgbClr val="C00000"/>
                </a:solidFill>
                <a:latin typeface="Arial"/>
                <a:ea typeface="Arial"/>
                <a:cs typeface="Arial"/>
                <a:sym typeface="Arial"/>
              </a:rPr>
              <a:t>INDICATIONS FOR CVC</a:t>
            </a:r>
            <a:r>
              <a:rPr i="0" lang="en-US" sz="2400">
                <a:solidFill>
                  <a:srgbClr val="C00000"/>
                </a:solidFill>
                <a:latin typeface="Arial"/>
                <a:ea typeface="Arial"/>
                <a:cs typeface="Arial"/>
                <a:sym typeface="Arial"/>
              </a:rPr>
              <a:t>S...</a:t>
            </a:r>
            <a:endParaRPr sz="2400">
              <a:solidFill>
                <a:srgbClr val="C00000"/>
              </a:solidFill>
            </a:endParaRPr>
          </a:p>
        </p:txBody>
      </p:sp>
      <p:sp>
        <p:nvSpPr>
          <p:cNvPr id="3145902" name="Google Shape;3145902;p21"/>
          <p:cNvSpPr txBox="1"/>
          <p:nvPr>
            <p:ph idx="1" type="body"/>
          </p:nvPr>
        </p:nvSpPr>
        <p:spPr>
          <a:xfrm>
            <a:off x="755366" y="1855887"/>
            <a:ext cx="8450100" cy="4806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840"/>
              <a:buNone/>
            </a:pPr>
            <a:r>
              <a:rPr b="0" i="0" lang="en-US" sz="2000">
                <a:solidFill>
                  <a:srgbClr val="222222"/>
                </a:solidFill>
                <a:latin typeface="Arial"/>
                <a:ea typeface="Arial"/>
                <a:cs typeface="Arial"/>
                <a:sym typeface="Arial"/>
              </a:rPr>
              <a:t>-Chemotherapy                </a:t>
            </a:r>
            <a:endParaRPr/>
          </a:p>
          <a:p>
            <a:pPr indent="0" lvl="0" marL="0" rtl="0" algn="l">
              <a:spcBef>
                <a:spcPts val="1000"/>
              </a:spcBef>
              <a:spcAft>
                <a:spcPts val="0"/>
              </a:spcAft>
              <a:buSzPts val="1840"/>
              <a:buNone/>
            </a:pPr>
            <a:r>
              <a:rPr b="0" i="0" lang="en-US" sz="2000">
                <a:solidFill>
                  <a:srgbClr val="222222"/>
                </a:solidFill>
                <a:latin typeface="Arial"/>
                <a:ea typeface="Arial"/>
                <a:cs typeface="Arial"/>
                <a:sym typeface="Arial"/>
              </a:rPr>
              <a:t> </a:t>
            </a:r>
            <a:br>
              <a:rPr lang="en-US" sz="2000"/>
            </a:br>
            <a:r>
              <a:rPr b="0" i="0" lang="en-US" sz="2000">
                <a:solidFill>
                  <a:srgbClr val="222222"/>
                </a:solidFill>
                <a:latin typeface="Arial"/>
                <a:ea typeface="Arial"/>
                <a:cs typeface="Arial"/>
                <a:sym typeface="Arial"/>
              </a:rPr>
              <a:t>-Long term treatment (antibiotics, albumin, calcium infusion, blood transfusions, immunoglobulin, intravenous fluids electrolytes, TPN). </a:t>
            </a:r>
            <a:endParaRPr/>
          </a:p>
          <a:p>
            <a:pPr indent="0" lvl="0" marL="0" rtl="0" algn="l">
              <a:spcBef>
                <a:spcPts val="1000"/>
              </a:spcBef>
              <a:spcAft>
                <a:spcPts val="0"/>
              </a:spcAft>
              <a:buSzPts val="1840"/>
              <a:buNone/>
            </a:pPr>
            <a:r>
              <a:rPr b="0" i="0" lang="en-US" sz="2000">
                <a:solidFill>
                  <a:srgbClr val="222222"/>
                </a:solidFill>
                <a:latin typeface="Arial"/>
                <a:ea typeface="Arial"/>
                <a:cs typeface="Arial"/>
                <a:sym typeface="Arial"/>
              </a:rPr>
              <a:t>-CVP monitoring </a:t>
            </a:r>
            <a:endParaRPr/>
          </a:p>
          <a:p>
            <a:pPr indent="0" lvl="0" marL="0" rtl="0" algn="l">
              <a:spcBef>
                <a:spcPts val="1000"/>
              </a:spcBef>
              <a:spcAft>
                <a:spcPts val="0"/>
              </a:spcAft>
              <a:buSzPts val="1840"/>
              <a:buNone/>
            </a:pPr>
            <a:r>
              <a:rPr b="0" i="0" lang="en-US" sz="2000">
                <a:solidFill>
                  <a:srgbClr val="222222"/>
                </a:solidFill>
                <a:latin typeface="Arial"/>
                <a:ea typeface="Arial"/>
                <a:cs typeface="Arial"/>
                <a:sym typeface="Arial"/>
              </a:rPr>
              <a:t>-Hemodialysis  and plasmapheresis</a:t>
            </a:r>
            <a:endParaRPr/>
          </a:p>
          <a:p>
            <a:pPr indent="0" lvl="0" marL="0" rtl="0" algn="l">
              <a:spcBef>
                <a:spcPts val="1000"/>
              </a:spcBef>
              <a:spcAft>
                <a:spcPts val="0"/>
              </a:spcAft>
              <a:buSzPts val="1840"/>
              <a:buNone/>
            </a:pPr>
            <a:r>
              <a:rPr b="0" i="0" lang="en-US" sz="2000">
                <a:solidFill>
                  <a:srgbClr val="222222"/>
                </a:solidFill>
                <a:latin typeface="Arial"/>
                <a:ea typeface="Arial"/>
                <a:cs typeface="Arial"/>
                <a:sym typeface="Arial"/>
              </a:rPr>
              <a:t>-Difficult cannulation</a:t>
            </a:r>
            <a:endParaRPr sz="2000"/>
          </a:p>
        </p:txBody>
      </p:sp>
      <p:sp>
        <p:nvSpPr>
          <p:cNvPr id="3145903" name="Google Shape;3145903;p21"/>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04" name="Google Shape;3145904;p2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05" name="Google Shape;3145905;p2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09" name="Shape 3145909"/>
        <p:cNvGrpSpPr/>
        <p:nvPr/>
      </p:nvGrpSpPr>
      <p:grpSpPr>
        <a:xfrm>
          <a:off x="0" y="0"/>
          <a:ext cx="0" cy="0"/>
          <a:chOff x="0" y="0"/>
          <a:chExt cx="0" cy="0"/>
        </a:xfrm>
      </p:grpSpPr>
      <p:sp>
        <p:nvSpPr>
          <p:cNvPr id="3145910" name="Google Shape;3145910;p22"/>
          <p:cNvSpPr txBox="1"/>
          <p:nvPr>
            <p:ph type="ctrTitle"/>
          </p:nvPr>
        </p:nvSpPr>
        <p:spPr>
          <a:xfrm>
            <a:off x="88490" y="501447"/>
            <a:ext cx="10993500" cy="11535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2800"/>
              <a:buFont typeface="Gill Sans"/>
              <a:buNone/>
            </a:pPr>
            <a:r>
              <a:rPr lang="en-US">
                <a:solidFill>
                  <a:srgbClr val="C00000"/>
                </a:solidFill>
              </a:rPr>
              <a:t>TYPES OF CVC</a:t>
            </a:r>
            <a:r>
              <a:rPr lang="en-US" sz="2400">
                <a:solidFill>
                  <a:srgbClr val="C00000"/>
                </a:solidFill>
              </a:rPr>
              <a:t>S</a:t>
            </a:r>
            <a:r>
              <a:rPr lang="en-US">
                <a:solidFill>
                  <a:srgbClr val="C00000"/>
                </a:solidFill>
              </a:rPr>
              <a:t>…</a:t>
            </a:r>
            <a:endParaRPr sz="2400">
              <a:solidFill>
                <a:srgbClr val="C00000"/>
              </a:solidFill>
            </a:endParaRPr>
          </a:p>
        </p:txBody>
      </p:sp>
      <p:sp>
        <p:nvSpPr>
          <p:cNvPr id="3145911" name="Google Shape;3145911;p22"/>
          <p:cNvSpPr txBox="1"/>
          <p:nvPr/>
        </p:nvSpPr>
        <p:spPr>
          <a:xfrm>
            <a:off x="142302" y="1858327"/>
            <a:ext cx="6459900" cy="466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222222"/>
                </a:solidFill>
                <a:latin typeface="Arial"/>
                <a:ea typeface="Arial"/>
                <a:cs typeface="Arial"/>
                <a:sym typeface="Arial"/>
              </a:rPr>
              <a:t>Short term central lines:</a:t>
            </a:r>
            <a:br>
              <a:rPr b="0" i="0" lang="en-US" sz="2000" u="none" cap="none" strike="noStrike">
                <a:solidFill>
                  <a:schemeClr val="dk1"/>
                </a:solidFill>
                <a:latin typeface="Gill Sans"/>
                <a:ea typeface="Gill Sans"/>
                <a:cs typeface="Gill Sans"/>
                <a:sym typeface="Gill Sans"/>
              </a:rPr>
            </a:br>
            <a:br>
              <a:rPr b="0" i="0" lang="en-US" sz="2000" u="none" cap="none" strike="noStrike">
                <a:solidFill>
                  <a:schemeClr val="dk1"/>
                </a:solidFill>
                <a:latin typeface="Gill Sans"/>
                <a:ea typeface="Gill Sans"/>
                <a:cs typeface="Gill Sans"/>
                <a:sym typeface="Gill Sans"/>
              </a:rPr>
            </a:br>
            <a:r>
              <a:rPr b="0" i="0" lang="en-US" sz="2000" u="none" cap="none" strike="noStrike">
                <a:solidFill>
                  <a:srgbClr val="222222"/>
                </a:solidFill>
                <a:latin typeface="Arial"/>
                <a:ea typeface="Arial"/>
                <a:cs typeface="Arial"/>
                <a:sym typeface="Arial"/>
              </a:rPr>
              <a:t>1. Non-tunneled</a:t>
            </a:r>
            <a:br>
              <a:rPr b="0" i="0" lang="en-US" sz="2000" u="none" cap="none" strike="noStrike">
                <a:solidFill>
                  <a:schemeClr val="dk1"/>
                </a:solidFill>
                <a:latin typeface="Gill Sans"/>
                <a:ea typeface="Gill Sans"/>
                <a:cs typeface="Gill Sans"/>
                <a:sym typeface="Gill Sans"/>
              </a:rPr>
            </a:br>
            <a:br>
              <a:rPr b="0" i="0" lang="en-US" sz="2000" u="none" cap="none" strike="noStrike">
                <a:solidFill>
                  <a:schemeClr val="dk1"/>
                </a:solidFill>
                <a:latin typeface="Gill Sans"/>
                <a:ea typeface="Gill Sans"/>
                <a:cs typeface="Gill Sans"/>
                <a:sym typeface="Gill Sans"/>
              </a:rPr>
            </a:br>
            <a:r>
              <a:rPr b="0" i="0" lang="en-US" sz="2000" u="none" cap="none" strike="noStrike">
                <a:solidFill>
                  <a:srgbClr val="222222"/>
                </a:solidFill>
                <a:latin typeface="Arial"/>
                <a:ea typeface="Arial"/>
                <a:cs typeface="Arial"/>
                <a:sym typeface="Arial"/>
              </a:rPr>
              <a:t>2. Examples: Percutaneous lines with multiple lumens (Arrow/Cook), peripherally inserted central catheter (PICC).</a:t>
            </a:r>
            <a:br>
              <a:rPr b="0" i="0" lang="en-US" sz="2000" u="none" cap="none" strike="noStrike">
                <a:solidFill>
                  <a:schemeClr val="dk1"/>
                </a:solidFill>
                <a:latin typeface="Gill Sans"/>
                <a:ea typeface="Gill Sans"/>
                <a:cs typeface="Gill Sans"/>
                <a:sym typeface="Gill Sans"/>
              </a:rPr>
            </a:br>
            <a:br>
              <a:rPr b="0" i="0" lang="en-US" sz="2000" u="none" cap="none" strike="noStrike">
                <a:solidFill>
                  <a:schemeClr val="dk1"/>
                </a:solidFill>
                <a:latin typeface="Gill Sans"/>
                <a:ea typeface="Gill Sans"/>
                <a:cs typeface="Gill Sans"/>
                <a:sym typeface="Gill Sans"/>
              </a:rPr>
            </a:br>
            <a:r>
              <a:rPr b="0" i="0" lang="en-US" sz="2000" u="none" cap="none" strike="noStrike">
                <a:solidFill>
                  <a:srgbClr val="222222"/>
                </a:solidFill>
                <a:latin typeface="Arial"/>
                <a:ea typeface="Arial"/>
                <a:cs typeface="Arial"/>
                <a:sym typeface="Arial"/>
              </a:rPr>
              <a:t>Long term central lines:</a:t>
            </a:r>
            <a:br>
              <a:rPr b="0" i="0" lang="en-US" sz="2000" u="none" cap="none" strike="noStrike">
                <a:solidFill>
                  <a:schemeClr val="dk1"/>
                </a:solidFill>
                <a:latin typeface="Gill Sans"/>
                <a:ea typeface="Gill Sans"/>
                <a:cs typeface="Gill Sans"/>
                <a:sym typeface="Gill Sans"/>
              </a:rPr>
            </a:br>
            <a:br>
              <a:rPr b="0" i="0" lang="en-US" sz="2000" u="none" cap="none" strike="noStrike">
                <a:solidFill>
                  <a:schemeClr val="dk1"/>
                </a:solidFill>
                <a:latin typeface="Gill Sans"/>
                <a:ea typeface="Gill Sans"/>
                <a:cs typeface="Gill Sans"/>
                <a:sym typeface="Gill Sans"/>
              </a:rPr>
            </a:br>
            <a:r>
              <a:rPr b="0" i="0" lang="en-US" sz="2000" u="none" cap="none" strike="noStrike">
                <a:solidFill>
                  <a:srgbClr val="222222"/>
                </a:solidFill>
                <a:latin typeface="Arial"/>
                <a:ea typeface="Arial"/>
                <a:cs typeface="Arial"/>
                <a:sym typeface="Arial"/>
              </a:rPr>
              <a:t>1. Tunneled</a:t>
            </a:r>
            <a:br>
              <a:rPr b="0" i="0" lang="en-US" sz="2000" u="none" cap="none" strike="noStrike">
                <a:solidFill>
                  <a:schemeClr val="dk1"/>
                </a:solidFill>
                <a:latin typeface="Gill Sans"/>
                <a:ea typeface="Gill Sans"/>
                <a:cs typeface="Gill Sans"/>
                <a:sym typeface="Gill Sans"/>
              </a:rPr>
            </a:br>
            <a:br>
              <a:rPr b="0" i="0" lang="en-US" sz="2000" u="none" cap="none" strike="noStrike">
                <a:solidFill>
                  <a:schemeClr val="dk1"/>
                </a:solidFill>
                <a:latin typeface="Gill Sans"/>
                <a:ea typeface="Gill Sans"/>
                <a:cs typeface="Gill Sans"/>
                <a:sym typeface="Gill Sans"/>
              </a:rPr>
            </a:br>
            <a:r>
              <a:rPr b="0" i="0" lang="en-US" sz="2000" u="none" cap="none" strike="noStrike">
                <a:solidFill>
                  <a:srgbClr val="222222"/>
                </a:solidFill>
                <a:latin typeface="Arial"/>
                <a:ea typeface="Arial"/>
                <a:cs typeface="Arial"/>
                <a:sym typeface="Arial"/>
              </a:rPr>
              <a:t>2. Example: Hickman, perm catheter, and</a:t>
            </a:r>
            <a:br>
              <a:rPr b="0" i="0" lang="en-US" sz="2000" u="none" cap="none" strike="noStrike">
                <a:solidFill>
                  <a:schemeClr val="dk1"/>
                </a:solidFill>
                <a:latin typeface="Gill Sans"/>
                <a:ea typeface="Gill Sans"/>
                <a:cs typeface="Gill Sans"/>
                <a:sym typeface="Gill Sans"/>
              </a:rPr>
            </a:br>
            <a:br>
              <a:rPr b="0" i="0" lang="en-US" sz="2000" u="none" cap="none" strike="noStrike">
                <a:solidFill>
                  <a:schemeClr val="dk1"/>
                </a:solidFill>
                <a:latin typeface="Gill Sans"/>
                <a:ea typeface="Gill Sans"/>
                <a:cs typeface="Gill Sans"/>
                <a:sym typeface="Gill Sans"/>
              </a:rPr>
            </a:br>
            <a:r>
              <a:rPr b="0" i="0" lang="en-US" sz="2000" u="none" cap="none" strike="noStrike">
                <a:solidFill>
                  <a:srgbClr val="222222"/>
                </a:solidFill>
                <a:latin typeface="Arial"/>
                <a:ea typeface="Arial"/>
                <a:cs typeface="Arial"/>
                <a:sym typeface="Arial"/>
              </a:rPr>
              <a:t>Implanted port</a:t>
            </a:r>
            <a:endParaRPr sz="2000">
              <a:solidFill>
                <a:schemeClr val="dk1"/>
              </a:solidFill>
              <a:latin typeface="Gill Sans"/>
              <a:ea typeface="Gill Sans"/>
              <a:cs typeface="Gill Sans"/>
              <a:sym typeface="Gill Sans"/>
            </a:endParaRPr>
          </a:p>
        </p:txBody>
      </p:sp>
      <p:pic>
        <p:nvPicPr>
          <p:cNvPr id="3145912" name="Google Shape;3145912;p22"/>
          <p:cNvPicPr preferRelativeResize="0"/>
          <p:nvPr>
            <p:ph idx="2" type="pic"/>
          </p:nvPr>
        </p:nvPicPr>
        <p:blipFill rotWithShape="1">
          <a:blip r:embed="rId3">
            <a:alphaModFix/>
          </a:blip>
          <a:srcRect b="25357" l="0" r="0" t="25357"/>
          <a:stretch/>
        </p:blipFill>
        <p:spPr>
          <a:xfrm>
            <a:off x="6488906" y="1333500"/>
            <a:ext cx="5476875" cy="4500649"/>
          </a:xfrm>
          <a:prstGeom prst="rect">
            <a:avLst/>
          </a:prstGeom>
          <a:solidFill>
            <a:schemeClr val="accent2"/>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16" name="Shape 3145916"/>
        <p:cNvGrpSpPr/>
        <p:nvPr/>
      </p:nvGrpSpPr>
      <p:grpSpPr>
        <a:xfrm>
          <a:off x="0" y="0"/>
          <a:ext cx="0" cy="0"/>
          <a:chOff x="0" y="0"/>
          <a:chExt cx="0" cy="0"/>
        </a:xfrm>
      </p:grpSpPr>
      <p:sp>
        <p:nvSpPr>
          <p:cNvPr id="3145917" name="Google Shape;3145917;p23"/>
          <p:cNvSpPr txBox="1"/>
          <p:nvPr>
            <p:ph type="title"/>
          </p:nvPr>
        </p:nvSpPr>
        <p:spPr>
          <a:xfrm>
            <a:off x="423876" y="2064774"/>
            <a:ext cx="11029500" cy="17205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C00000"/>
              </a:buClr>
              <a:buSzPts val="3200"/>
              <a:buFont typeface="Arial"/>
              <a:buNone/>
            </a:pPr>
            <a:r>
              <a:rPr b="0" i="0" lang="en-US" sz="3200">
                <a:solidFill>
                  <a:srgbClr val="C00000"/>
                </a:solidFill>
                <a:latin typeface="Arial"/>
                <a:ea typeface="Arial"/>
                <a:cs typeface="Arial"/>
                <a:sym typeface="Arial"/>
              </a:rPr>
              <a:t>MAINTENANCE CARE OF THE COMMONLY USED CENTRAL LINES</a:t>
            </a:r>
            <a:endParaRPr sz="3200">
              <a:solidFill>
                <a:srgbClr val="C00000"/>
              </a:solidFill>
            </a:endParaRPr>
          </a:p>
        </p:txBody>
      </p:sp>
      <p:sp>
        <p:nvSpPr>
          <p:cNvPr id="3145918" name="Google Shape;3145918;p23"/>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19" name="Google Shape;3145919;p23"/>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20" name="Google Shape;3145920;p23"/>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24" name="Shape 3145924"/>
        <p:cNvGrpSpPr/>
        <p:nvPr/>
      </p:nvGrpSpPr>
      <p:grpSpPr>
        <a:xfrm>
          <a:off x="0" y="0"/>
          <a:ext cx="0" cy="0"/>
          <a:chOff x="0" y="0"/>
          <a:chExt cx="0" cy="0"/>
        </a:xfrm>
      </p:grpSpPr>
      <p:sp>
        <p:nvSpPr>
          <p:cNvPr id="3145925" name="Google Shape;3145925;p24"/>
          <p:cNvSpPr txBox="1"/>
          <p:nvPr>
            <p:ph type="title"/>
          </p:nvPr>
        </p:nvSpPr>
        <p:spPr>
          <a:xfrm>
            <a:off x="581191" y="761017"/>
            <a:ext cx="11029500" cy="987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3600"/>
              <a:buFont typeface="Gill Sans"/>
              <a:buNone/>
            </a:pPr>
            <a:r>
              <a:rPr lang="en-US" sz="3600">
                <a:solidFill>
                  <a:srgbClr val="C00000"/>
                </a:solidFill>
              </a:rPr>
              <a:t>DRESSING</a:t>
            </a:r>
            <a:endParaRPr/>
          </a:p>
        </p:txBody>
      </p:sp>
      <p:sp>
        <p:nvSpPr>
          <p:cNvPr id="3145926" name="Google Shape;3145926;p24"/>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27" name="Google Shape;3145927;p24"/>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28" name="Google Shape;3145928;p24"/>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5929" name="Google Shape;3145929;p24"/>
          <p:cNvSpPr txBox="1"/>
          <p:nvPr>
            <p:ph idx="1" type="body"/>
          </p:nvPr>
        </p:nvSpPr>
        <p:spPr>
          <a:xfrm>
            <a:off x="206478" y="1101213"/>
            <a:ext cx="11690700" cy="5584800"/>
          </a:xfrm>
          <a:prstGeom prst="rect">
            <a:avLst/>
          </a:prstGeom>
          <a:noFill/>
          <a:ln>
            <a:noFill/>
          </a:ln>
        </p:spPr>
        <p:txBody>
          <a:bodyPr anchorCtr="0" anchor="ctr" bIns="45700" lIns="91425" spcFirstLastPara="1" rIns="91425" wrap="square" tIns="45700">
            <a:normAutofit/>
          </a:bodyPr>
          <a:lstStyle/>
          <a:p>
            <a:pPr indent="-306000" lvl="0" marL="306000" rtl="0" algn="l">
              <a:spcBef>
                <a:spcPts val="0"/>
              </a:spcBef>
              <a:spcAft>
                <a:spcPts val="0"/>
              </a:spcAft>
              <a:buSzPts val="2208"/>
              <a:buChar char="◼"/>
            </a:pPr>
            <a:r>
              <a:rPr b="0" i="0" lang="en-US" sz="2400">
                <a:solidFill>
                  <a:srgbClr val="222222"/>
                </a:solidFill>
                <a:latin typeface="Arial"/>
                <a:ea typeface="Arial"/>
                <a:cs typeface="Arial"/>
                <a:sym typeface="Arial"/>
              </a:rPr>
              <a:t>Change gauze dressing every 48 hours</a:t>
            </a:r>
            <a:br>
              <a:rPr lang="en-US" sz="2400"/>
            </a:br>
            <a:br>
              <a:rPr lang="en-US" sz="2400"/>
            </a:br>
            <a:r>
              <a:rPr b="0" i="0" lang="en-US" sz="2400">
                <a:solidFill>
                  <a:srgbClr val="222222"/>
                </a:solidFill>
                <a:latin typeface="Arial"/>
                <a:ea typeface="Arial"/>
                <a:cs typeface="Arial"/>
                <a:sym typeface="Arial"/>
              </a:rPr>
              <a:t>• Once there is no oozing from the CVC exit site, change to transparent dressing "Tegaderm"</a:t>
            </a:r>
            <a:br>
              <a:rPr lang="en-US" sz="2400"/>
            </a:br>
            <a:br>
              <a:rPr lang="en-US" sz="2400"/>
            </a:br>
            <a:r>
              <a:rPr b="0" i="0" lang="en-US" sz="2400">
                <a:solidFill>
                  <a:srgbClr val="222222"/>
                </a:solidFill>
                <a:latin typeface="Arial"/>
                <a:ea typeface="Arial"/>
                <a:cs typeface="Arial"/>
                <a:sym typeface="Arial"/>
              </a:rPr>
              <a:t>Tegaderm to be changed each 7 days, unless soiled, loose, dumped.</a:t>
            </a:r>
            <a:br>
              <a:rPr lang="en-US" sz="2400"/>
            </a:br>
            <a:br>
              <a:rPr lang="en-US" sz="2400"/>
            </a:br>
            <a:r>
              <a:rPr b="0" i="0" lang="en-US" sz="2400">
                <a:solidFill>
                  <a:srgbClr val="222222"/>
                </a:solidFill>
                <a:latin typeface="Arial"/>
                <a:ea typeface="Arial"/>
                <a:cs typeface="Arial"/>
                <a:sym typeface="Arial"/>
              </a:rPr>
              <a:t>• Chlorhexidine </a:t>
            </a:r>
            <a:r>
              <a:rPr lang="en-US" sz="2400">
                <a:solidFill>
                  <a:srgbClr val="222222"/>
                </a:solidFill>
                <a:latin typeface="Arial"/>
                <a:ea typeface="Arial"/>
                <a:cs typeface="Arial"/>
                <a:sym typeface="Arial"/>
              </a:rPr>
              <a:t>I</a:t>
            </a:r>
            <a:r>
              <a:rPr b="0" i="0" lang="en-US" sz="2400">
                <a:solidFill>
                  <a:srgbClr val="222222"/>
                </a:solidFill>
                <a:latin typeface="Arial"/>
                <a:ea typeface="Arial"/>
                <a:cs typeface="Arial"/>
                <a:sym typeface="Arial"/>
              </a:rPr>
              <a:t>mpregranted </a:t>
            </a:r>
            <a:r>
              <a:rPr lang="en-US" sz="2400">
                <a:solidFill>
                  <a:srgbClr val="222222"/>
                </a:solidFill>
                <a:latin typeface="Arial"/>
                <a:ea typeface="Arial"/>
                <a:cs typeface="Arial"/>
                <a:sym typeface="Arial"/>
              </a:rPr>
              <a:t>T</a:t>
            </a:r>
            <a:r>
              <a:rPr b="0" i="0" lang="en-US" sz="2400">
                <a:solidFill>
                  <a:srgbClr val="222222"/>
                </a:solidFill>
                <a:latin typeface="Arial"/>
                <a:ea typeface="Arial"/>
                <a:cs typeface="Arial"/>
                <a:sym typeface="Arial"/>
              </a:rPr>
              <a:t>egaderm can be used for patients with frequent CLABSI despite strict adherence to maintenance bundle elements. It can be used in patients with immunodeficiency.</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33" name="Shape 3145933"/>
        <p:cNvGrpSpPr/>
        <p:nvPr/>
      </p:nvGrpSpPr>
      <p:grpSpPr>
        <a:xfrm>
          <a:off x="0" y="0"/>
          <a:ext cx="0" cy="0"/>
          <a:chOff x="0" y="0"/>
          <a:chExt cx="0" cy="0"/>
        </a:xfrm>
      </p:grpSpPr>
      <p:sp>
        <p:nvSpPr>
          <p:cNvPr id="3145934" name="Google Shape;3145934;p25"/>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35" name="Google Shape;3145935;p25"/>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36" name="Google Shape;3145936;p25"/>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45937" name="Google Shape;3145937;p25"/>
          <p:cNvPicPr preferRelativeResize="0"/>
          <p:nvPr>
            <p:ph idx="1" type="body"/>
          </p:nvPr>
        </p:nvPicPr>
        <p:blipFill rotWithShape="1">
          <a:blip r:embed="rId3">
            <a:alphaModFix/>
          </a:blip>
          <a:srcRect b="0" l="0" r="0" t="0"/>
          <a:stretch/>
        </p:blipFill>
        <p:spPr>
          <a:xfrm>
            <a:off x="1082032" y="432619"/>
            <a:ext cx="10087500" cy="6357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41" name="Shape 3145941"/>
        <p:cNvGrpSpPr/>
        <p:nvPr/>
      </p:nvGrpSpPr>
      <p:grpSpPr>
        <a:xfrm>
          <a:off x="0" y="0"/>
          <a:ext cx="0" cy="0"/>
          <a:chOff x="0" y="0"/>
          <a:chExt cx="0" cy="0"/>
        </a:xfrm>
      </p:grpSpPr>
      <p:sp>
        <p:nvSpPr>
          <p:cNvPr id="3145942" name="Google Shape;3145942;p26"/>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43" name="Google Shape;3145943;p26"/>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44" name="Google Shape;3145944;p26"/>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45945" name="Google Shape;3145945;p26"/>
          <p:cNvPicPr preferRelativeResize="0"/>
          <p:nvPr>
            <p:ph idx="2" type="body"/>
          </p:nvPr>
        </p:nvPicPr>
        <p:blipFill rotWithShape="1">
          <a:blip r:embed="rId3">
            <a:alphaModFix/>
          </a:blip>
          <a:srcRect b="0" l="0" r="0" t="0"/>
          <a:stretch/>
        </p:blipFill>
        <p:spPr>
          <a:xfrm>
            <a:off x="1071563" y="209048"/>
            <a:ext cx="10041000" cy="6558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49" name="Shape 3145949"/>
        <p:cNvGrpSpPr/>
        <p:nvPr/>
      </p:nvGrpSpPr>
      <p:grpSpPr>
        <a:xfrm>
          <a:off x="0" y="0"/>
          <a:ext cx="0" cy="0"/>
          <a:chOff x="0" y="0"/>
          <a:chExt cx="0" cy="0"/>
        </a:xfrm>
      </p:grpSpPr>
      <p:pic>
        <p:nvPicPr>
          <p:cNvPr id="3145950" name="Google Shape;3145950;p27"/>
          <p:cNvPicPr preferRelativeResize="0"/>
          <p:nvPr>
            <p:ph idx="4" type="body"/>
          </p:nvPr>
        </p:nvPicPr>
        <p:blipFill rotWithShape="1">
          <a:blip r:embed="rId3">
            <a:alphaModFix/>
          </a:blip>
          <a:srcRect b="0" l="0" r="0" t="0"/>
          <a:stretch/>
        </p:blipFill>
        <p:spPr>
          <a:xfrm>
            <a:off x="1248696" y="806245"/>
            <a:ext cx="10362000" cy="5702700"/>
          </a:xfrm>
          <a:prstGeom prst="rect">
            <a:avLst/>
          </a:prstGeom>
          <a:noFill/>
          <a:ln>
            <a:noFill/>
          </a:ln>
        </p:spPr>
      </p:pic>
      <p:sp>
        <p:nvSpPr>
          <p:cNvPr id="3145951" name="Google Shape;3145951;p27"/>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52" name="Google Shape;3145952;p27"/>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53" name="Google Shape;3145953;p27"/>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57" name="Shape 3145957"/>
        <p:cNvGrpSpPr/>
        <p:nvPr/>
      </p:nvGrpSpPr>
      <p:grpSpPr>
        <a:xfrm>
          <a:off x="0" y="0"/>
          <a:ext cx="0" cy="0"/>
          <a:chOff x="0" y="0"/>
          <a:chExt cx="0" cy="0"/>
        </a:xfrm>
      </p:grpSpPr>
      <p:sp>
        <p:nvSpPr>
          <p:cNvPr id="3145958" name="Google Shape;3145958;p28"/>
          <p:cNvSpPr txBox="1"/>
          <p:nvPr>
            <p:ph type="title"/>
          </p:nvPr>
        </p:nvSpPr>
        <p:spPr>
          <a:xfrm>
            <a:off x="581193" y="729658"/>
            <a:ext cx="11029500" cy="5205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2800"/>
              <a:buFont typeface="Gill Sans"/>
              <a:buNone/>
            </a:pPr>
            <a:r>
              <a:rPr lang="en-US">
                <a:solidFill>
                  <a:srgbClr val="C00000"/>
                </a:solidFill>
              </a:rPr>
              <a:t>PREVENTING CENTRAL VENOUS CATHETERS BLOCKAGE </a:t>
            </a:r>
            <a:endParaRPr>
              <a:solidFill>
                <a:srgbClr val="C00000"/>
              </a:solidFill>
            </a:endParaRPr>
          </a:p>
        </p:txBody>
      </p:sp>
      <p:sp>
        <p:nvSpPr>
          <p:cNvPr id="3145959" name="Google Shape;3145959;p28"/>
          <p:cNvSpPr txBox="1"/>
          <p:nvPr>
            <p:ph idx="2" type="body"/>
          </p:nvPr>
        </p:nvSpPr>
        <p:spPr>
          <a:xfrm>
            <a:off x="428626" y="1571625"/>
            <a:ext cx="11182200" cy="5455500"/>
          </a:xfrm>
          <a:prstGeom prst="rect">
            <a:avLst/>
          </a:prstGeom>
          <a:noFill/>
          <a:ln>
            <a:noFill/>
          </a:ln>
        </p:spPr>
        <p:txBody>
          <a:bodyPr anchorCtr="0" anchor="t" bIns="45700" lIns="91425" spcFirstLastPara="1" rIns="91425" wrap="square" tIns="45700">
            <a:normAutofit/>
          </a:bodyPr>
          <a:lstStyle/>
          <a:p>
            <a:pPr indent="-306000" lvl="0" marL="306000" rtl="0" algn="l">
              <a:spcBef>
                <a:spcPts val="0"/>
              </a:spcBef>
              <a:spcAft>
                <a:spcPts val="0"/>
              </a:spcAft>
              <a:buSzPts val="2576"/>
              <a:buChar char="◼"/>
            </a:pPr>
            <a:r>
              <a:rPr lang="en-US" sz="2800"/>
              <a:t>To avoid cvc blockage </a:t>
            </a:r>
            <a:endParaRPr/>
          </a:p>
          <a:p>
            <a:pPr indent="-306000" lvl="0" marL="306000" rtl="0" algn="l">
              <a:spcBef>
                <a:spcPts val="960"/>
              </a:spcBef>
              <a:spcAft>
                <a:spcPts val="0"/>
              </a:spcAft>
              <a:buSzPts val="1656"/>
              <a:buChar char="◼"/>
            </a:pPr>
            <a:r>
              <a:rPr lang="en-US"/>
              <a:t>Use of patency devices to avoid line thrombosis. If used,patency devices should be changed every 7 days.</a:t>
            </a:r>
            <a:endParaRPr/>
          </a:p>
          <a:p>
            <a:pPr indent="-306000" lvl="0" marL="306000" rtl="0" algn="l">
              <a:spcBef>
                <a:spcPts val="960"/>
              </a:spcBef>
              <a:spcAft>
                <a:spcPts val="0"/>
              </a:spcAft>
              <a:buSzPts val="1656"/>
              <a:buChar char="◼"/>
            </a:pPr>
            <a:r>
              <a:rPr lang="en-US"/>
              <a:t>Use appropriate amount of 0.9% saline following viscous and non-viscous solutions,blood collection and withdrawal of blood .</a:t>
            </a:r>
            <a:endParaRPr/>
          </a:p>
          <a:p>
            <a:pPr indent="-306000" lvl="0" marL="306000" rtl="0" algn="l">
              <a:spcBef>
                <a:spcPts val="960"/>
              </a:spcBef>
              <a:spcAft>
                <a:spcPts val="0"/>
              </a:spcAft>
              <a:buSzPts val="1656"/>
              <a:buChar char="◼"/>
            </a:pPr>
            <a:r>
              <a:rPr lang="en-US"/>
              <a:t>Follow the push and pause or pulsatile flushing technique and the positive pressure technique for flushing the CVCs.pulsatile technique helps to remove the residuals of medications or blood that adheres to the internal surface of the catheter.while the positive pressure technique ensures creation of a pressure inside the catheter that prevents backflow of the blood in to the catheter lumen.</a:t>
            </a:r>
            <a:endParaRPr/>
          </a:p>
          <a:p>
            <a:pPr indent="-306000" lvl="0" marL="306000" rtl="0" algn="l">
              <a:spcBef>
                <a:spcPts val="960"/>
              </a:spcBef>
              <a:spcAft>
                <a:spcPts val="0"/>
              </a:spcAft>
              <a:buSzPts val="1656"/>
              <a:buChar char="◼"/>
            </a:pPr>
            <a:r>
              <a:rPr lang="en-US"/>
              <a:t>Use 10 ml syringes to flush the centrallines after use</a:t>
            </a:r>
            <a:endParaRPr/>
          </a:p>
          <a:p>
            <a:pPr indent="-306000" lvl="0" marL="306000" rtl="0" algn="l">
              <a:spcBef>
                <a:spcPts val="960"/>
              </a:spcBef>
              <a:spcAft>
                <a:spcPts val="0"/>
              </a:spcAft>
              <a:buSzPts val="1656"/>
              <a:buChar char="◼"/>
            </a:pPr>
            <a:r>
              <a:rPr lang="en-US"/>
              <a:t>Alternate the use of different lumens for blood sampling. Use the wider lumens for blood sampling </a:t>
            </a:r>
            <a:endParaRPr/>
          </a:p>
          <a:p>
            <a:pPr indent="-306000" lvl="0" marL="306000" rtl="0" algn="l">
              <a:spcBef>
                <a:spcPts val="960"/>
              </a:spcBef>
              <a:spcAft>
                <a:spcPts val="0"/>
              </a:spcAft>
              <a:buSzPts val="1656"/>
              <a:buChar char="◼"/>
            </a:pPr>
            <a:r>
              <a:rPr lang="en-US"/>
              <a:t>Choose the right size of CVC appropriate for the child to avoid venous thrombosis </a:t>
            </a:r>
            <a:endParaRPr/>
          </a:p>
        </p:txBody>
      </p:sp>
      <p:sp>
        <p:nvSpPr>
          <p:cNvPr id="3145960" name="Google Shape;3145960;p28"/>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61" name="Google Shape;3145961;p28"/>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62" name="Google Shape;3145962;p28"/>
          <p:cNvSpPr txBox="1"/>
          <p:nvPr>
            <p:ph idx="12" type="sldNum"/>
          </p:nvPr>
        </p:nvSpPr>
        <p:spPr>
          <a:xfrm>
            <a:off x="214312" y="1352865"/>
            <a:ext cx="11182200" cy="5070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66" name="Shape 3145966"/>
        <p:cNvGrpSpPr/>
        <p:nvPr/>
      </p:nvGrpSpPr>
      <p:grpSpPr>
        <a:xfrm>
          <a:off x="0" y="0"/>
          <a:ext cx="0" cy="0"/>
          <a:chOff x="0" y="0"/>
          <a:chExt cx="0" cy="0"/>
        </a:xfrm>
      </p:grpSpPr>
      <p:sp>
        <p:nvSpPr>
          <p:cNvPr id="3145967" name="Google Shape;3145967;p29"/>
          <p:cNvSpPr txBox="1"/>
          <p:nvPr>
            <p:ph idx="4" type="body"/>
          </p:nvPr>
        </p:nvSpPr>
        <p:spPr>
          <a:xfrm>
            <a:off x="894734" y="1887794"/>
            <a:ext cx="10716000" cy="3973200"/>
          </a:xfrm>
          <a:prstGeom prst="rect">
            <a:avLst/>
          </a:prstGeom>
          <a:noFill/>
          <a:ln>
            <a:noFill/>
          </a:ln>
        </p:spPr>
        <p:txBody>
          <a:bodyPr anchorCtr="0" anchor="t" bIns="45700" lIns="91425" spcFirstLastPara="1" rIns="91425" wrap="square" tIns="45700">
            <a:normAutofit/>
          </a:bodyPr>
          <a:lstStyle/>
          <a:p>
            <a:pPr indent="-306000" lvl="0" marL="306000" rtl="0" algn="l">
              <a:spcBef>
                <a:spcPts val="0"/>
              </a:spcBef>
              <a:spcAft>
                <a:spcPts val="0"/>
              </a:spcAft>
              <a:buSzPts val="2944"/>
              <a:buChar char="◼"/>
            </a:pPr>
            <a:r>
              <a:rPr b="1" i="0" lang="en-US" sz="3200">
                <a:solidFill>
                  <a:srgbClr val="C00000"/>
                </a:solidFill>
                <a:latin typeface="Arial"/>
                <a:ea typeface="Arial"/>
                <a:cs typeface="Arial"/>
                <a:sym typeface="Arial"/>
              </a:rPr>
              <a:t>Recommended Saline Flush Volumes Before, In Between and After Administration of Drugs/blood and Blood Sampling</a:t>
            </a:r>
            <a:endParaRPr b="1" sz="3200">
              <a:solidFill>
                <a:srgbClr val="C00000"/>
              </a:solidFill>
            </a:endParaRPr>
          </a:p>
        </p:txBody>
      </p:sp>
      <p:sp>
        <p:nvSpPr>
          <p:cNvPr id="3145968" name="Google Shape;3145968;p29"/>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69" name="Google Shape;3145969;p29"/>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70" name="Google Shape;3145970;p29"/>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74" name="Shape 3145974"/>
        <p:cNvGrpSpPr/>
        <p:nvPr/>
      </p:nvGrpSpPr>
      <p:grpSpPr>
        <a:xfrm>
          <a:off x="0" y="0"/>
          <a:ext cx="0" cy="0"/>
          <a:chOff x="0" y="0"/>
          <a:chExt cx="0" cy="0"/>
        </a:xfrm>
      </p:grpSpPr>
      <p:sp>
        <p:nvSpPr>
          <p:cNvPr id="3145975" name="Google Shape;3145975;p30"/>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76" name="Google Shape;3145976;p30"/>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77" name="Google Shape;3145977;p30"/>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45978" name="Google Shape;3145978;p30"/>
          <p:cNvPicPr preferRelativeResize="0"/>
          <p:nvPr>
            <p:ph idx="4" type="body"/>
          </p:nvPr>
        </p:nvPicPr>
        <p:blipFill rotWithShape="1">
          <a:blip r:embed="rId3">
            <a:alphaModFix/>
          </a:blip>
          <a:srcRect b="0" l="0" r="0" t="0"/>
          <a:stretch/>
        </p:blipFill>
        <p:spPr>
          <a:xfrm>
            <a:off x="285750" y="529384"/>
            <a:ext cx="11561100" cy="6066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82" name="Shape 3145982"/>
        <p:cNvGrpSpPr/>
        <p:nvPr/>
      </p:nvGrpSpPr>
      <p:grpSpPr>
        <a:xfrm>
          <a:off x="0" y="0"/>
          <a:ext cx="0" cy="0"/>
          <a:chOff x="0" y="0"/>
          <a:chExt cx="0" cy="0"/>
        </a:xfrm>
      </p:grpSpPr>
      <p:sp>
        <p:nvSpPr>
          <p:cNvPr id="3145983" name="Google Shape;3145983;p31"/>
          <p:cNvSpPr txBox="1"/>
          <p:nvPr>
            <p:ph type="title"/>
          </p:nvPr>
        </p:nvSpPr>
        <p:spPr>
          <a:xfrm>
            <a:off x="581192" y="670664"/>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3600"/>
              <a:buFont typeface="Gill Sans"/>
              <a:buNone/>
            </a:pPr>
            <a:r>
              <a:rPr lang="en-US" sz="3600">
                <a:solidFill>
                  <a:srgbClr val="C00000"/>
                </a:solidFill>
              </a:rPr>
              <a:t>MIXING TECHNIQUE</a:t>
            </a:r>
            <a:endParaRPr/>
          </a:p>
        </p:txBody>
      </p:sp>
      <p:sp>
        <p:nvSpPr>
          <p:cNvPr id="3145984" name="Google Shape;3145984;p31"/>
          <p:cNvSpPr txBox="1"/>
          <p:nvPr>
            <p:ph idx="4" type="body"/>
          </p:nvPr>
        </p:nvSpPr>
        <p:spPr>
          <a:xfrm>
            <a:off x="581192" y="2015613"/>
            <a:ext cx="11148600" cy="4532700"/>
          </a:xfrm>
          <a:prstGeom prst="rect">
            <a:avLst/>
          </a:prstGeom>
          <a:noFill/>
          <a:ln>
            <a:noFill/>
          </a:ln>
        </p:spPr>
        <p:txBody>
          <a:bodyPr anchorCtr="0" anchor="t" bIns="45700" lIns="91425" spcFirstLastPara="1" rIns="91425" wrap="square" tIns="45700">
            <a:normAutofit/>
          </a:bodyPr>
          <a:lstStyle/>
          <a:p>
            <a:pPr indent="-306000" lvl="0" marL="306000" rtl="0" algn="l">
              <a:spcBef>
                <a:spcPts val="0"/>
              </a:spcBef>
              <a:spcAft>
                <a:spcPts val="0"/>
              </a:spcAft>
              <a:buSzPts val="2576"/>
              <a:buChar char="◼"/>
            </a:pPr>
            <a:r>
              <a:rPr b="0" i="0" lang="en-US" sz="2800">
                <a:solidFill>
                  <a:srgbClr val="222222"/>
                </a:solidFill>
                <a:latin typeface="Arial"/>
                <a:ea typeface="Arial"/>
                <a:cs typeface="Arial"/>
                <a:sym typeface="Arial"/>
              </a:rPr>
              <a:t>If the patient is receiving IV fluid, containing electrolytes, through a single lumen central line, still UE 1can be collected from that central line.</a:t>
            </a:r>
            <a:endParaRPr/>
          </a:p>
          <a:p>
            <a:pPr indent="0" lvl="0" marL="0" rtl="0" algn="l">
              <a:spcBef>
                <a:spcPts val="1160"/>
              </a:spcBef>
              <a:spcAft>
                <a:spcPts val="0"/>
              </a:spcAft>
              <a:buSzPts val="2576"/>
              <a:buNone/>
            </a:pPr>
            <a:r>
              <a:t/>
            </a:r>
            <a:endParaRPr sz="2800">
              <a:solidFill>
                <a:srgbClr val="222222"/>
              </a:solidFill>
              <a:latin typeface="Arial"/>
              <a:ea typeface="Arial"/>
              <a:cs typeface="Arial"/>
              <a:sym typeface="Arial"/>
            </a:endParaRPr>
          </a:p>
          <a:p>
            <a:pPr indent="-306000" lvl="0" marL="306000" rtl="0" algn="l">
              <a:spcBef>
                <a:spcPts val="1160"/>
              </a:spcBef>
              <a:spcAft>
                <a:spcPts val="0"/>
              </a:spcAft>
              <a:buSzPts val="2576"/>
              <a:buChar char="◼"/>
            </a:pPr>
            <a:r>
              <a:rPr b="0" i="0" lang="en-US" sz="2800">
                <a:solidFill>
                  <a:srgbClr val="222222"/>
                </a:solidFill>
                <a:latin typeface="Arial"/>
                <a:ea typeface="Arial"/>
                <a:cs typeface="Arial"/>
                <a:sym typeface="Arial"/>
              </a:rPr>
              <a:t>This technique can be used to obtain different sort of blood samples.</a:t>
            </a:r>
            <a:endParaRPr/>
          </a:p>
          <a:p>
            <a:pPr indent="-200844" lvl="0" marL="306000" rtl="0" algn="l">
              <a:spcBef>
                <a:spcPts val="960"/>
              </a:spcBef>
              <a:spcAft>
                <a:spcPts val="0"/>
              </a:spcAft>
              <a:buSzPts val="1656"/>
              <a:buNone/>
            </a:pPr>
            <a:r>
              <a:t/>
            </a:r>
            <a:endParaRPr/>
          </a:p>
        </p:txBody>
      </p:sp>
      <p:sp>
        <p:nvSpPr>
          <p:cNvPr id="3145985" name="Google Shape;3145985;p31"/>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86" name="Google Shape;3145986;p3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87" name="Google Shape;3145987;p3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5991" name="Shape 3145991"/>
        <p:cNvGrpSpPr/>
        <p:nvPr/>
      </p:nvGrpSpPr>
      <p:grpSpPr>
        <a:xfrm>
          <a:off x="0" y="0"/>
          <a:ext cx="0" cy="0"/>
          <a:chOff x="0" y="0"/>
          <a:chExt cx="0" cy="0"/>
        </a:xfrm>
      </p:grpSpPr>
      <p:sp>
        <p:nvSpPr>
          <p:cNvPr id="3145992" name="Google Shape;3145992;p32"/>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2800"/>
              <a:buFont typeface="Gill Sans"/>
              <a:buNone/>
            </a:pPr>
            <a:r>
              <a:rPr lang="en-US">
                <a:solidFill>
                  <a:srgbClr val="C00000"/>
                </a:solidFill>
              </a:rPr>
              <a:t>RECOMMENDED TYPES AND FREQUENCY OF SALINE AND HEPSALINE LOCKS USE</a:t>
            </a:r>
            <a:endParaRPr>
              <a:solidFill>
                <a:srgbClr val="C00000"/>
              </a:solidFill>
            </a:endParaRPr>
          </a:p>
        </p:txBody>
      </p:sp>
      <p:sp>
        <p:nvSpPr>
          <p:cNvPr id="3145993" name="Google Shape;3145993;p32"/>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5994" name="Google Shape;3145994;p32"/>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5995" name="Google Shape;3145995;p32"/>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45996" name="Google Shape;3145996;p32"/>
          <p:cNvPicPr preferRelativeResize="0"/>
          <p:nvPr>
            <p:ph idx="2" type="body"/>
          </p:nvPr>
        </p:nvPicPr>
        <p:blipFill rotWithShape="1">
          <a:blip r:embed="rId3">
            <a:alphaModFix/>
          </a:blip>
          <a:srcRect b="0" l="0" r="0" t="0"/>
          <a:stretch/>
        </p:blipFill>
        <p:spPr>
          <a:xfrm>
            <a:off x="833439" y="1908490"/>
            <a:ext cx="9724800" cy="5139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00" name="Shape 3146000"/>
        <p:cNvGrpSpPr/>
        <p:nvPr/>
      </p:nvGrpSpPr>
      <p:grpSpPr>
        <a:xfrm>
          <a:off x="0" y="0"/>
          <a:ext cx="0" cy="0"/>
          <a:chOff x="0" y="0"/>
          <a:chExt cx="0" cy="0"/>
        </a:xfrm>
      </p:grpSpPr>
      <p:sp>
        <p:nvSpPr>
          <p:cNvPr id="3146001" name="Google Shape;3146001;p33"/>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2800"/>
              <a:buFont typeface="Gill Sans"/>
              <a:buNone/>
            </a:pPr>
            <a:r>
              <a:rPr lang="en-US">
                <a:solidFill>
                  <a:srgbClr val="C00000"/>
                </a:solidFill>
              </a:rPr>
              <a:t>IMPORTANT REMINDERS </a:t>
            </a:r>
            <a:endParaRPr>
              <a:solidFill>
                <a:srgbClr val="C00000"/>
              </a:solidFill>
            </a:endParaRPr>
          </a:p>
        </p:txBody>
      </p:sp>
      <p:sp>
        <p:nvSpPr>
          <p:cNvPr id="3146002" name="Google Shape;3146002;p33"/>
          <p:cNvSpPr txBox="1"/>
          <p:nvPr>
            <p:ph idx="6" type="body"/>
          </p:nvPr>
        </p:nvSpPr>
        <p:spPr>
          <a:xfrm>
            <a:off x="378785" y="1961500"/>
            <a:ext cx="10503600" cy="2934900"/>
          </a:xfrm>
          <a:prstGeom prst="rect">
            <a:avLst/>
          </a:prstGeom>
          <a:noFill/>
          <a:ln>
            <a:noFill/>
          </a:ln>
        </p:spPr>
        <p:txBody>
          <a:bodyPr anchorCtr="0" anchor="t" bIns="45700" lIns="91425" spcFirstLastPara="1" rIns="91425" wrap="square" tIns="45700">
            <a:normAutofit/>
          </a:bodyPr>
          <a:lstStyle/>
          <a:p>
            <a:pPr indent="-306000" lvl="0" marL="306000" rtl="0" algn="l">
              <a:spcBef>
                <a:spcPts val="0"/>
              </a:spcBef>
              <a:spcAft>
                <a:spcPts val="0"/>
              </a:spcAft>
              <a:buSzPts val="1656"/>
              <a:buChar char="◼"/>
            </a:pPr>
            <a:r>
              <a:rPr lang="en-US"/>
              <a:t>Please consider child’s overall fluid state</a:t>
            </a:r>
            <a:endParaRPr/>
          </a:p>
          <a:p>
            <a:pPr indent="-306000" lvl="0" marL="306000" rtl="0" algn="l">
              <a:spcBef>
                <a:spcPts val="960"/>
              </a:spcBef>
              <a:spcAft>
                <a:spcPts val="0"/>
              </a:spcAft>
              <a:buSzPts val="1656"/>
              <a:buChar char="◼"/>
            </a:pPr>
            <a:r>
              <a:rPr lang="en-US"/>
              <a:t>Push and pause or pulsatile technique must be used for flushing all the CVCs </a:t>
            </a:r>
            <a:endParaRPr/>
          </a:p>
          <a:p>
            <a:pPr indent="-306000" lvl="0" marL="306000" rtl="0" algn="l">
              <a:spcBef>
                <a:spcPts val="960"/>
              </a:spcBef>
              <a:spcAft>
                <a:spcPts val="0"/>
              </a:spcAft>
              <a:buSzPts val="1656"/>
              <a:buChar char="◼"/>
            </a:pPr>
            <a:r>
              <a:rPr lang="en-US"/>
              <a:t>Please note the higher volumes of saline flush of 5-10 ml can be used after viscous medication ,after blood sampling and blood administration in children where volume status is not restricted </a:t>
            </a:r>
            <a:endParaRPr/>
          </a:p>
          <a:p>
            <a:pPr indent="-306000" lvl="0" marL="306000" rtl="0" algn="l">
              <a:spcBef>
                <a:spcPts val="960"/>
              </a:spcBef>
              <a:spcAft>
                <a:spcPts val="0"/>
              </a:spcAft>
              <a:buSzPts val="1656"/>
              <a:buChar char="◼"/>
            </a:pPr>
            <a:r>
              <a:rPr lang="en-US"/>
              <a:t>All tunneled ( non cuffed) and picc lines need daily flush</a:t>
            </a:r>
            <a:endParaRPr/>
          </a:p>
          <a:p>
            <a:pPr indent="-306000" lvl="0" marL="306000" rtl="0" algn="l">
              <a:spcBef>
                <a:spcPts val="960"/>
              </a:spcBef>
              <a:spcAft>
                <a:spcPts val="0"/>
              </a:spcAft>
              <a:buSzPts val="1656"/>
              <a:buChar char="◼"/>
            </a:pPr>
            <a:r>
              <a:rPr lang="en-US"/>
              <a:t>Hickman /broviac need flush and relock every 7 days </a:t>
            </a:r>
            <a:endParaRPr/>
          </a:p>
          <a:p>
            <a:pPr indent="-306000" lvl="0" marL="306000" rtl="0" algn="l">
              <a:spcBef>
                <a:spcPts val="960"/>
              </a:spcBef>
              <a:spcAft>
                <a:spcPts val="0"/>
              </a:spcAft>
              <a:buSzPts val="1656"/>
              <a:buChar char="◼"/>
            </a:pPr>
            <a:r>
              <a:rPr lang="en-US"/>
              <a:t>Implanted ports can be flushed every 4 weeks </a:t>
            </a:r>
            <a:endParaRPr/>
          </a:p>
        </p:txBody>
      </p:sp>
      <p:sp>
        <p:nvSpPr>
          <p:cNvPr id="3146003" name="Google Shape;3146003;p33"/>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04" name="Google Shape;3146004;p33"/>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05" name="Google Shape;3146005;p33"/>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09" name="Shape 3146009"/>
        <p:cNvGrpSpPr/>
        <p:nvPr/>
      </p:nvGrpSpPr>
      <p:grpSpPr>
        <a:xfrm>
          <a:off x="0" y="0"/>
          <a:ext cx="0" cy="0"/>
          <a:chOff x="0" y="0"/>
          <a:chExt cx="0" cy="0"/>
        </a:xfrm>
      </p:grpSpPr>
      <p:sp>
        <p:nvSpPr>
          <p:cNvPr id="3146010" name="Google Shape;3146010;p34"/>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11" name="Google Shape;3146011;p34"/>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12" name="Google Shape;3146012;p34"/>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6013" name="Google Shape;3146013;p34"/>
          <p:cNvSpPr txBox="1"/>
          <p:nvPr>
            <p:ph type="title"/>
          </p:nvPr>
        </p:nvSpPr>
        <p:spPr>
          <a:xfrm>
            <a:off x="1486069" y="2021485"/>
            <a:ext cx="11029500" cy="21039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4000"/>
              <a:buFont typeface="Gill Sans"/>
              <a:buNone/>
            </a:pPr>
            <a:r>
              <a:rPr lang="en-US" sz="4000">
                <a:solidFill>
                  <a:srgbClr val="C00000"/>
                </a:solidFill>
              </a:rPr>
              <a:t>PRIMING VOLOUME OF PAEDIATRIC CVC </a:t>
            </a:r>
            <a:endParaRPr sz="4000">
              <a:solidFill>
                <a:srgbClr val="C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17" name="Shape 3146017"/>
        <p:cNvGrpSpPr/>
        <p:nvPr/>
      </p:nvGrpSpPr>
      <p:grpSpPr>
        <a:xfrm>
          <a:off x="0" y="0"/>
          <a:ext cx="0" cy="0"/>
          <a:chOff x="0" y="0"/>
          <a:chExt cx="0" cy="0"/>
        </a:xfrm>
      </p:grpSpPr>
      <p:pic>
        <p:nvPicPr>
          <p:cNvPr id="3146018" name="Google Shape;3146018;p35"/>
          <p:cNvPicPr preferRelativeResize="0"/>
          <p:nvPr>
            <p:ph idx="2" type="body"/>
          </p:nvPr>
        </p:nvPicPr>
        <p:blipFill rotWithShape="1">
          <a:blip r:embed="rId3">
            <a:alphaModFix/>
          </a:blip>
          <a:srcRect b="0" l="0" r="0" t="0"/>
          <a:stretch/>
        </p:blipFill>
        <p:spPr>
          <a:xfrm>
            <a:off x="1214438" y="666751"/>
            <a:ext cx="9751200" cy="6035700"/>
          </a:xfrm>
          <a:prstGeom prst="rect">
            <a:avLst/>
          </a:prstGeom>
          <a:noFill/>
          <a:ln>
            <a:noFill/>
          </a:ln>
        </p:spPr>
      </p:pic>
      <p:sp>
        <p:nvSpPr>
          <p:cNvPr id="3146019" name="Google Shape;3146019;p35"/>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20" name="Google Shape;3146020;p35"/>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21" name="Google Shape;3146021;p35"/>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25" name="Shape 3146025"/>
        <p:cNvGrpSpPr/>
        <p:nvPr/>
      </p:nvGrpSpPr>
      <p:grpSpPr>
        <a:xfrm>
          <a:off x="0" y="0"/>
          <a:ext cx="0" cy="0"/>
          <a:chOff x="0" y="0"/>
          <a:chExt cx="0" cy="0"/>
        </a:xfrm>
      </p:grpSpPr>
      <p:sp>
        <p:nvSpPr>
          <p:cNvPr id="3146026" name="Google Shape;3146026;p36"/>
          <p:cNvSpPr txBox="1"/>
          <p:nvPr>
            <p:ph idx="1" type="body"/>
          </p:nvPr>
        </p:nvSpPr>
        <p:spPr>
          <a:xfrm>
            <a:off x="1813487" y="595312"/>
            <a:ext cx="9977100" cy="1494000"/>
          </a:xfrm>
          <a:prstGeom prst="rect">
            <a:avLst/>
          </a:prstGeom>
          <a:noFill/>
          <a:ln>
            <a:noFill/>
          </a:ln>
        </p:spPr>
        <p:txBody>
          <a:bodyPr anchorCtr="0" anchor="ctr" bIns="45700" lIns="91425" spcFirstLastPara="1" rIns="91425" wrap="square" tIns="45700">
            <a:noAutofit/>
          </a:bodyPr>
          <a:lstStyle/>
          <a:p>
            <a:pPr indent="-514350" lvl="0" marL="514350" rtl="0" algn="l">
              <a:spcBef>
                <a:spcPts val="0"/>
              </a:spcBef>
              <a:spcAft>
                <a:spcPts val="0"/>
              </a:spcAft>
              <a:buSzPts val="2944"/>
              <a:buFont typeface="Gill Sans"/>
              <a:buAutoNum type="arabicPeriod"/>
            </a:pPr>
            <a:r>
              <a:rPr lang="en-US" sz="3200"/>
              <a:t>In case of lumen obstruction the following steps are advised...</a:t>
            </a:r>
            <a:endParaRPr sz="3200"/>
          </a:p>
        </p:txBody>
      </p:sp>
      <p:sp>
        <p:nvSpPr>
          <p:cNvPr id="3146027" name="Google Shape;3146027;p36"/>
          <p:cNvSpPr txBox="1"/>
          <p:nvPr>
            <p:ph idx="2" type="body"/>
          </p:nvPr>
        </p:nvSpPr>
        <p:spPr>
          <a:xfrm>
            <a:off x="1952625" y="2654490"/>
            <a:ext cx="8870100" cy="2405400"/>
          </a:xfrm>
          <a:prstGeom prst="rect">
            <a:avLst/>
          </a:prstGeom>
          <a:noFill/>
          <a:ln>
            <a:noFill/>
          </a:ln>
        </p:spPr>
        <p:txBody>
          <a:bodyPr anchorCtr="0" anchor="t" bIns="45700" lIns="91425" spcFirstLastPara="1" rIns="91425" wrap="square" tIns="45700">
            <a:normAutofit/>
          </a:bodyPr>
          <a:lstStyle/>
          <a:p>
            <a:pPr indent="-306000" lvl="0" marL="306000" rtl="0" algn="l">
              <a:spcBef>
                <a:spcPts val="0"/>
              </a:spcBef>
              <a:spcAft>
                <a:spcPts val="0"/>
              </a:spcAft>
              <a:buSzPts val="2208"/>
              <a:buChar char="◼"/>
            </a:pPr>
            <a:r>
              <a:rPr lang="en-US" sz="2400"/>
              <a:t>Assess the site for redness,tenderness and swelling </a:t>
            </a:r>
            <a:endParaRPr/>
          </a:p>
          <a:p>
            <a:pPr indent="-306000" lvl="0" marL="306000" rtl="0" algn="l">
              <a:spcBef>
                <a:spcPts val="1080"/>
              </a:spcBef>
              <a:spcAft>
                <a:spcPts val="0"/>
              </a:spcAft>
              <a:buSzPts val="2208"/>
              <a:buChar char="◼"/>
            </a:pPr>
            <a:r>
              <a:rPr lang="en-US" sz="2400"/>
              <a:t>Flush the lumen with 0.9% normal saline to check the patency of the catheter </a:t>
            </a:r>
            <a:endParaRPr/>
          </a:p>
          <a:p>
            <a:pPr indent="-306000" lvl="0" marL="306000" rtl="0" algn="l">
              <a:spcBef>
                <a:spcPts val="1080"/>
              </a:spcBef>
              <a:spcAft>
                <a:spcPts val="0"/>
              </a:spcAft>
              <a:buSzPts val="2208"/>
              <a:buChar char="◼"/>
            </a:pPr>
            <a:r>
              <a:rPr lang="en-US" sz="2400"/>
              <a:t>Aspirate each lumen to determine if easy to flush and aspirate</a:t>
            </a:r>
            <a:endParaRPr/>
          </a:p>
          <a:p>
            <a:pPr indent="-165792" lvl="0" marL="306000" rtl="0" algn="l">
              <a:spcBef>
                <a:spcPts val="1080"/>
              </a:spcBef>
              <a:spcAft>
                <a:spcPts val="0"/>
              </a:spcAft>
              <a:buSzPts val="2208"/>
              <a:buNone/>
            </a:pPr>
            <a:r>
              <a:t/>
            </a:r>
            <a:endParaRPr sz="2400"/>
          </a:p>
          <a:p>
            <a:pPr indent="-165792" lvl="0" marL="306000" rtl="0" algn="l">
              <a:spcBef>
                <a:spcPts val="1080"/>
              </a:spcBef>
              <a:spcAft>
                <a:spcPts val="0"/>
              </a:spcAft>
              <a:buSzPts val="2208"/>
              <a:buNone/>
            </a:pPr>
            <a:r>
              <a:t/>
            </a:r>
            <a:endParaRPr sz="2400"/>
          </a:p>
        </p:txBody>
      </p:sp>
      <p:sp>
        <p:nvSpPr>
          <p:cNvPr id="3146028" name="Google Shape;3146028;p36"/>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29" name="Google Shape;3146029;p36"/>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30" name="Google Shape;3146030;p36"/>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34" name="Shape 3146034"/>
        <p:cNvGrpSpPr/>
        <p:nvPr/>
      </p:nvGrpSpPr>
      <p:grpSpPr>
        <a:xfrm>
          <a:off x="0" y="0"/>
          <a:ext cx="0" cy="0"/>
          <a:chOff x="0" y="0"/>
          <a:chExt cx="0" cy="0"/>
        </a:xfrm>
      </p:grpSpPr>
      <p:sp>
        <p:nvSpPr>
          <p:cNvPr id="3146035" name="Google Shape;3146035;p37"/>
          <p:cNvSpPr txBox="1"/>
          <p:nvPr>
            <p:ph type="title"/>
          </p:nvPr>
        </p:nvSpPr>
        <p:spPr>
          <a:xfrm>
            <a:off x="1357313" y="750092"/>
            <a:ext cx="9429600" cy="6192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C00000"/>
              </a:buClr>
              <a:buSzPct val="100000"/>
              <a:buFont typeface="Gill Sans"/>
              <a:buNone/>
            </a:pPr>
            <a:r>
              <a:rPr lang="en-US">
                <a:solidFill>
                  <a:srgbClr val="C00000"/>
                </a:solidFill>
              </a:rPr>
              <a:t>MANAGEMENT OF THROMBOTIC OBSTRUCTION OF A LUMEN</a:t>
            </a:r>
            <a:endParaRPr>
              <a:solidFill>
                <a:srgbClr val="C00000"/>
              </a:solidFill>
            </a:endParaRPr>
          </a:p>
        </p:txBody>
      </p:sp>
      <p:sp>
        <p:nvSpPr>
          <p:cNvPr id="3146036" name="Google Shape;3146036;p37"/>
          <p:cNvSpPr txBox="1"/>
          <p:nvPr>
            <p:ph idx="2" type="body"/>
          </p:nvPr>
        </p:nvSpPr>
        <p:spPr>
          <a:xfrm>
            <a:off x="869158" y="1762124"/>
            <a:ext cx="10741800" cy="4661700"/>
          </a:xfrm>
          <a:prstGeom prst="rect">
            <a:avLst/>
          </a:prstGeom>
          <a:noFill/>
          <a:ln>
            <a:noFill/>
          </a:ln>
        </p:spPr>
        <p:txBody>
          <a:bodyPr anchorCtr="0" anchor="t" bIns="45700" lIns="91425" spcFirstLastPara="1" rIns="91425" wrap="square" tIns="45700">
            <a:normAutofit fontScale="92500" lnSpcReduction="10000"/>
          </a:bodyPr>
          <a:lstStyle/>
          <a:p>
            <a:pPr indent="-306000" lvl="0" marL="306000" rtl="0" algn="l">
              <a:spcBef>
                <a:spcPts val="0"/>
              </a:spcBef>
              <a:spcAft>
                <a:spcPts val="0"/>
              </a:spcAft>
              <a:buSzPct val="92000"/>
              <a:buChar char="◼"/>
            </a:pPr>
            <a:r>
              <a:rPr lang="en-US" sz="3200"/>
              <a:t>Flush and aspirate the lumen to make sure about patency </a:t>
            </a:r>
            <a:endParaRPr/>
          </a:p>
          <a:p>
            <a:pPr indent="-306000" lvl="0" marL="306000" rtl="0" algn="l">
              <a:spcBef>
                <a:spcPts val="1192"/>
              </a:spcBef>
              <a:spcAft>
                <a:spcPts val="0"/>
              </a:spcAft>
              <a:buSzPct val="92000"/>
              <a:buChar char="◼"/>
            </a:pPr>
            <a:r>
              <a:rPr lang="en-US" sz="3200"/>
              <a:t>Check back flow with small syringe (1ml or 3ml)as it has less negative pressure withdrawing </a:t>
            </a:r>
            <a:endParaRPr/>
          </a:p>
          <a:p>
            <a:pPr indent="-306000" lvl="0" marL="306000" rtl="0" algn="l">
              <a:spcBef>
                <a:spcPts val="1192"/>
              </a:spcBef>
              <a:spcAft>
                <a:spcPts val="0"/>
              </a:spcAft>
              <a:buSzPct val="92000"/>
              <a:buChar char="◼"/>
            </a:pPr>
            <a:r>
              <a:rPr lang="en-US" sz="3200"/>
              <a:t>Do not try to flush the lumen with small syringe because of high positive pressure </a:t>
            </a:r>
            <a:endParaRPr/>
          </a:p>
          <a:p>
            <a:pPr indent="-306000" lvl="0" marL="306000" rtl="0" algn="l">
              <a:spcBef>
                <a:spcPts val="1192"/>
              </a:spcBef>
              <a:spcAft>
                <a:spcPts val="0"/>
              </a:spcAft>
              <a:buSzPct val="92000"/>
              <a:buChar char="◼"/>
            </a:pPr>
            <a:r>
              <a:rPr lang="en-US" sz="3200"/>
              <a:t>If the lumen is blocked administer thrombolytic agent and the thrombolytic agent should be aspirated after dwell time</a:t>
            </a:r>
            <a:endParaRPr/>
          </a:p>
          <a:p>
            <a:pPr indent="-306000" lvl="0" marL="306000" rtl="0" algn="l">
              <a:spcBef>
                <a:spcPts val="1192"/>
              </a:spcBef>
              <a:spcAft>
                <a:spcPts val="0"/>
              </a:spcAft>
              <a:buSzPct val="92000"/>
              <a:buChar char="◼"/>
            </a:pPr>
            <a:r>
              <a:rPr lang="en-US" sz="3200"/>
              <a:t>Please consult the most senior physician (consultant)before requesting for thrombolytic agent </a:t>
            </a:r>
            <a:endParaRPr/>
          </a:p>
          <a:p>
            <a:pPr indent="-133076" lvl="0" marL="306000" rtl="0" algn="l">
              <a:spcBef>
                <a:spcPts val="1192"/>
              </a:spcBef>
              <a:spcAft>
                <a:spcPts val="0"/>
              </a:spcAft>
              <a:buSzPct val="92000"/>
              <a:buNone/>
            </a:pPr>
            <a:r>
              <a:t/>
            </a:r>
            <a:endParaRPr sz="3200"/>
          </a:p>
        </p:txBody>
      </p:sp>
      <p:sp>
        <p:nvSpPr>
          <p:cNvPr id="3146037" name="Google Shape;3146037;p37"/>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38" name="Google Shape;3146038;p37"/>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39" name="Google Shape;3146039;p37"/>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43" name="Shape 3146043"/>
        <p:cNvGrpSpPr/>
        <p:nvPr/>
      </p:nvGrpSpPr>
      <p:grpSpPr>
        <a:xfrm>
          <a:off x="0" y="0"/>
          <a:ext cx="0" cy="0"/>
          <a:chOff x="0" y="0"/>
          <a:chExt cx="0" cy="0"/>
        </a:xfrm>
      </p:grpSpPr>
      <p:sp>
        <p:nvSpPr>
          <p:cNvPr id="3146044" name="Google Shape;3146044;p38"/>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3F3F3F"/>
              </a:buClr>
              <a:buSzPts val="2800"/>
              <a:buFont typeface="Gill Sans"/>
              <a:buNone/>
            </a:pPr>
            <a:r>
              <a:rPr lang="en-US"/>
              <a:t>CONT...</a:t>
            </a:r>
            <a:endParaRPr/>
          </a:p>
        </p:txBody>
      </p:sp>
      <p:sp>
        <p:nvSpPr>
          <p:cNvPr id="3146045" name="Google Shape;3146045;p38"/>
          <p:cNvSpPr txBox="1"/>
          <p:nvPr>
            <p:ph idx="2" type="body"/>
          </p:nvPr>
        </p:nvSpPr>
        <p:spPr>
          <a:xfrm>
            <a:off x="581192" y="2012156"/>
            <a:ext cx="11277300" cy="4411800"/>
          </a:xfrm>
          <a:prstGeom prst="rect">
            <a:avLst/>
          </a:prstGeom>
          <a:noFill/>
          <a:ln>
            <a:noFill/>
          </a:ln>
        </p:spPr>
        <p:txBody>
          <a:bodyPr anchorCtr="0" anchor="t" bIns="45700" lIns="91425" spcFirstLastPara="1" rIns="91425" wrap="square" tIns="45700">
            <a:normAutofit lnSpcReduction="10000"/>
          </a:bodyPr>
          <a:lstStyle/>
          <a:p>
            <a:pPr indent="-306000" lvl="0" marL="306000" rtl="0" algn="l">
              <a:spcBef>
                <a:spcPts val="0"/>
              </a:spcBef>
              <a:spcAft>
                <a:spcPts val="0"/>
              </a:spcAft>
              <a:buSzPts val="2944"/>
              <a:buChar char="◼"/>
            </a:pPr>
            <a:r>
              <a:rPr lang="en-US" sz="3200"/>
              <a:t>It is recommended to instill up to 2 doses of alteplase to fill up the catheter lumen dead space (the priming voloume of the catheter </a:t>
            </a:r>
            <a:endParaRPr/>
          </a:p>
          <a:p>
            <a:pPr indent="-306000" lvl="0" marL="306000" rtl="0" algn="l">
              <a:spcBef>
                <a:spcPts val="1240"/>
              </a:spcBef>
              <a:spcAft>
                <a:spcPts val="0"/>
              </a:spcAft>
              <a:buSzPts val="2944"/>
              <a:buChar char="◼"/>
            </a:pPr>
            <a:r>
              <a:rPr lang="en-US" sz="3200"/>
              <a:t>Keep the dwelling time for thrombolytic agent 30-120 minutes for first dose</a:t>
            </a:r>
            <a:endParaRPr/>
          </a:p>
          <a:p>
            <a:pPr indent="-306000" lvl="0" marL="306000" rtl="0" algn="l">
              <a:spcBef>
                <a:spcPts val="1240"/>
              </a:spcBef>
              <a:spcAft>
                <a:spcPts val="0"/>
              </a:spcAft>
              <a:buSzPts val="2944"/>
              <a:buChar char="◼"/>
            </a:pPr>
            <a:r>
              <a:rPr lang="en-US" sz="3200"/>
              <a:t>In case of catheter is not fully patent,repeat 2</a:t>
            </a:r>
            <a:r>
              <a:rPr baseline="30000" lang="en-US" sz="3200"/>
              <a:t>nd</a:t>
            </a:r>
            <a:r>
              <a:rPr lang="en-US" sz="3200"/>
              <a:t> for 30 minutes can be administered </a:t>
            </a:r>
            <a:endParaRPr/>
          </a:p>
          <a:p>
            <a:pPr indent="-306000" lvl="0" marL="306000" rtl="0" algn="l">
              <a:spcBef>
                <a:spcPts val="1240"/>
              </a:spcBef>
              <a:spcAft>
                <a:spcPts val="0"/>
              </a:spcAft>
              <a:buSzPts val="2944"/>
              <a:buChar char="◼"/>
            </a:pPr>
            <a:r>
              <a:rPr lang="en-US" sz="3200"/>
              <a:t>Reteplace can also be used for unblocking of blocked lumens </a:t>
            </a:r>
            <a:endParaRPr/>
          </a:p>
          <a:p>
            <a:pPr indent="-119056" lvl="0" marL="306000" rtl="0" algn="l">
              <a:spcBef>
                <a:spcPts val="1240"/>
              </a:spcBef>
              <a:spcAft>
                <a:spcPts val="0"/>
              </a:spcAft>
              <a:buSzPts val="2944"/>
              <a:buNone/>
            </a:pPr>
            <a:r>
              <a:t/>
            </a:r>
            <a:endParaRPr sz="3200"/>
          </a:p>
        </p:txBody>
      </p:sp>
      <p:sp>
        <p:nvSpPr>
          <p:cNvPr id="3146046" name="Google Shape;3146046;p38"/>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47" name="Google Shape;3146047;p38"/>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48" name="Google Shape;3146048;p38"/>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52" name="Shape 3146052"/>
        <p:cNvGrpSpPr/>
        <p:nvPr/>
      </p:nvGrpSpPr>
      <p:grpSpPr>
        <a:xfrm>
          <a:off x="0" y="0"/>
          <a:ext cx="0" cy="0"/>
          <a:chOff x="0" y="0"/>
          <a:chExt cx="0" cy="0"/>
        </a:xfrm>
      </p:grpSpPr>
      <p:sp>
        <p:nvSpPr>
          <p:cNvPr id="3146053" name="Google Shape;3146053;p39"/>
          <p:cNvSpPr txBox="1"/>
          <p:nvPr>
            <p:ph type="title"/>
          </p:nvPr>
        </p:nvSpPr>
        <p:spPr>
          <a:xfrm>
            <a:off x="4036220" y="729657"/>
            <a:ext cx="1726500" cy="12231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2800"/>
              <a:buFont typeface="Gill Sans"/>
              <a:buNone/>
            </a:pPr>
            <a:r>
              <a:rPr lang="en-US">
                <a:solidFill>
                  <a:srgbClr val="C00000"/>
                </a:solidFill>
              </a:rPr>
              <a:t>AUDIT</a:t>
            </a:r>
            <a:endParaRPr>
              <a:solidFill>
                <a:srgbClr val="C00000"/>
              </a:solidFill>
            </a:endParaRPr>
          </a:p>
        </p:txBody>
      </p:sp>
      <p:sp>
        <p:nvSpPr>
          <p:cNvPr id="3146054" name="Google Shape;3146054;p39"/>
          <p:cNvSpPr txBox="1"/>
          <p:nvPr>
            <p:ph idx="2" type="body"/>
          </p:nvPr>
        </p:nvSpPr>
        <p:spPr>
          <a:xfrm>
            <a:off x="581193" y="2926052"/>
            <a:ext cx="10134300" cy="2934900"/>
          </a:xfrm>
          <a:prstGeom prst="rect">
            <a:avLst/>
          </a:prstGeom>
          <a:noFill/>
          <a:ln>
            <a:noFill/>
          </a:ln>
        </p:spPr>
        <p:txBody>
          <a:bodyPr anchorCtr="0" anchor="t" bIns="45700" lIns="91425" spcFirstLastPara="1" rIns="91425" wrap="square" tIns="45700">
            <a:normAutofit/>
          </a:bodyPr>
          <a:lstStyle/>
          <a:p>
            <a:pPr indent="-306000" lvl="0" marL="306000" rtl="0" algn="l">
              <a:spcBef>
                <a:spcPts val="0"/>
              </a:spcBef>
              <a:spcAft>
                <a:spcPts val="0"/>
              </a:spcAft>
              <a:buSzPts val="2944"/>
              <a:buChar char="◼"/>
            </a:pPr>
            <a:r>
              <a:rPr lang="en-US" sz="3200"/>
              <a:t>Central line form should be filled every shift and any patient came to PHDU with cvc should be audit in audit book</a:t>
            </a:r>
            <a:endParaRPr sz="3200"/>
          </a:p>
        </p:txBody>
      </p:sp>
      <p:sp>
        <p:nvSpPr>
          <p:cNvPr id="3146055" name="Google Shape;3146055;p39"/>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56" name="Google Shape;3146056;p39"/>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57" name="Google Shape;3146057;p39"/>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61" name="Shape 3146061"/>
        <p:cNvGrpSpPr/>
        <p:nvPr/>
      </p:nvGrpSpPr>
      <p:grpSpPr>
        <a:xfrm>
          <a:off x="0" y="0"/>
          <a:ext cx="0" cy="0"/>
          <a:chOff x="0" y="0"/>
          <a:chExt cx="0" cy="0"/>
        </a:xfrm>
      </p:grpSpPr>
      <p:sp>
        <p:nvSpPr>
          <p:cNvPr id="3146062" name="Google Shape;3146062;p40"/>
          <p:cNvSpPr txBox="1"/>
          <p:nvPr>
            <p:ph type="title"/>
          </p:nvPr>
        </p:nvSpPr>
        <p:spPr>
          <a:xfrm>
            <a:off x="304801" y="305610"/>
            <a:ext cx="11306100" cy="98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3600"/>
              <a:buFont typeface="Gill Sans"/>
              <a:buNone/>
            </a:pPr>
            <a:r>
              <a:rPr lang="en-US" sz="3600">
                <a:solidFill>
                  <a:srgbClr val="C00000"/>
                </a:solidFill>
              </a:rPr>
              <a:t>REFERENCES…</a:t>
            </a:r>
            <a:endParaRPr/>
          </a:p>
        </p:txBody>
      </p:sp>
      <p:sp>
        <p:nvSpPr>
          <p:cNvPr id="3146063" name="Google Shape;3146063;p40"/>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64" name="Google Shape;3146064;p40"/>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65" name="Google Shape;3146065;p40"/>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6066" name="Google Shape;3146066;p40"/>
          <p:cNvSpPr txBox="1"/>
          <p:nvPr>
            <p:ph idx="4" type="body"/>
          </p:nvPr>
        </p:nvSpPr>
        <p:spPr>
          <a:xfrm>
            <a:off x="304801" y="1397377"/>
            <a:ext cx="11415300" cy="542550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222222"/>
              </a:buClr>
              <a:buSzPts val="2400"/>
              <a:buFont typeface="Noto Sans Symbols"/>
              <a:buNone/>
            </a:pPr>
            <a:r>
              <a:rPr b="0" i="0" lang="en-US" sz="2400" u="none" cap="none" strike="noStrike">
                <a:solidFill>
                  <a:srgbClr val="222222"/>
                </a:solidFill>
                <a:latin typeface="Arial"/>
                <a:ea typeface="Arial"/>
                <a:cs typeface="Arial"/>
                <a:sym typeface="Arial"/>
              </a:rPr>
              <a:t>&gt; Pennsylvania Patient Safety Authority, 2011. Assessment of Program for Prevention of Central-Line Associated Bloodstream Infections [Online]. Available at: </a:t>
            </a:r>
            <a:r>
              <a:rPr b="0" i="0" lang="en-US" sz="2400" u="sng" cap="none" strike="noStrike">
                <a:solidFill>
                  <a:schemeClr val="hlink"/>
                </a:solidFill>
                <a:latin typeface="Arial"/>
                <a:ea typeface="Arial"/>
                <a:cs typeface="Arial"/>
                <a:sym typeface="Arial"/>
                <a:hlinkClick r:id="rId3"/>
              </a:rPr>
              <a:t>http://www.patientsafetyauthority.org.</a:t>
            </a:r>
            <a:r>
              <a:rPr b="0" i="0" lang="en-US" sz="2400" u="none" cap="none" strike="noStrike">
                <a:solidFill>
                  <a:srgbClr val="222222"/>
                </a:solidFill>
                <a:latin typeface="Arial"/>
                <a:ea typeface="Arial"/>
                <a:cs typeface="Arial"/>
                <a:sym typeface="Arial"/>
              </a:rPr>
              <a:t>[Accessed on 28/02/2016].</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br>
              <a:rPr b="0" i="0" lang="en-US" sz="2400" u="none" cap="none" strike="noStrike">
                <a:solidFill>
                  <a:srgbClr val="222222"/>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r>
              <a:rPr b="0" i="0" lang="en-US" sz="2400" u="none" cap="none" strike="noStrike">
                <a:solidFill>
                  <a:srgbClr val="222222"/>
                </a:solidFill>
                <a:latin typeface="Arial"/>
                <a:ea typeface="Arial"/>
                <a:cs typeface="Arial"/>
                <a:sym typeface="Arial"/>
              </a:rPr>
              <a:t>&gt; Safdar, N. et al. 2016. Making Health Care Safer II: An Update Critical Analysis of the Evidence for Patient Safety Practices. Chapter 2 Prevention of Central Line Associated Bloodstream Infections (Brief Update Review).</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br>
              <a:rPr b="0" i="0" lang="en-US" sz="2400" u="none" cap="none" strike="noStrike">
                <a:solidFill>
                  <a:srgbClr val="222222"/>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r>
              <a:rPr b="0" i="0" lang="en-US" sz="2400" u="none" cap="none" strike="noStrike">
                <a:solidFill>
                  <a:srgbClr val="222222"/>
                </a:solidFill>
                <a:latin typeface="Arial"/>
                <a:ea typeface="Arial"/>
                <a:cs typeface="Arial"/>
                <a:sym typeface="Arial"/>
              </a:rPr>
              <a:t>&gt;The Joint Comission. 2013. CVC Maintenance Bundles[Online]. Available at: </a:t>
            </a:r>
            <a:r>
              <a:rPr b="0" i="0" lang="en-US" sz="2400" u="sng" cap="none" strike="noStrike">
                <a:solidFill>
                  <a:schemeClr val="hlink"/>
                </a:solidFill>
                <a:latin typeface="Arial"/>
                <a:ea typeface="Arial"/>
                <a:cs typeface="Arial"/>
                <a:sym typeface="Arial"/>
                <a:hlinkClick r:id="rId4"/>
              </a:rPr>
              <a:t>http://www.jointcommission.org/CLABSITToolkit</a:t>
            </a:r>
            <a:r>
              <a:rPr b="0" i="0" lang="en-US" sz="2400" u="none" cap="none" strike="noStrike">
                <a:solidFill>
                  <a:srgbClr val="222222"/>
                </a:solidFill>
                <a:latin typeface="Arial"/>
                <a:ea typeface="Arial"/>
                <a:cs typeface="Arial"/>
                <a:sym typeface="Arial"/>
              </a:rPr>
              <a:t> [Accessed on 28/02/2016].</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br>
              <a:rPr b="0" i="0" lang="en-US" sz="2400" u="none" cap="none" strike="noStrike">
                <a:solidFill>
                  <a:srgbClr val="222222"/>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1155CC"/>
              </a:buClr>
              <a:buSzPts val="2400"/>
              <a:buFont typeface="Noto Sans Symbols"/>
              <a:buNone/>
            </a:pPr>
            <a:r>
              <a:rPr b="0" i="0" lang="en-US" sz="2400" u="sng" cap="none" strike="noStrike">
                <a:solidFill>
                  <a:schemeClr val="hlink"/>
                </a:solidFill>
                <a:latin typeface="Arial"/>
                <a:ea typeface="Arial"/>
                <a:cs typeface="Arial"/>
                <a:sym typeface="Arial"/>
                <a:hlinkClick r:id="rId5"/>
              </a:rPr>
              <a:t>&gt; www.bestcare.org.za</a:t>
            </a:r>
            <a:r>
              <a:rPr b="0" i="0" lang="en-US" sz="2400" u="none" cap="none" strike="noStrike">
                <a:solidFill>
                  <a:srgbClr val="222222"/>
                </a:solidFill>
                <a:latin typeface="Arial"/>
                <a:ea typeface="Arial"/>
                <a:cs typeface="Arial"/>
                <a:sym typeface="Arial"/>
              </a:rPr>
              <a:t> [Accessed on 28/02/2016)..</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70" name="Shape 3146070"/>
        <p:cNvGrpSpPr/>
        <p:nvPr/>
      </p:nvGrpSpPr>
      <p:grpSpPr>
        <a:xfrm>
          <a:off x="0" y="0"/>
          <a:ext cx="0" cy="0"/>
          <a:chOff x="0" y="0"/>
          <a:chExt cx="0" cy="0"/>
        </a:xfrm>
      </p:grpSpPr>
      <p:sp>
        <p:nvSpPr>
          <p:cNvPr id="3146071" name="Google Shape;3146071;p41"/>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sp>
        <p:nvSpPr>
          <p:cNvPr id="3146072" name="Google Shape;3146072;p4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20XX</a:t>
            </a:r>
            <a:endParaRPr/>
          </a:p>
        </p:txBody>
      </p:sp>
      <p:sp>
        <p:nvSpPr>
          <p:cNvPr id="3146073" name="Google Shape;3146073;p4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46074" name="Google Shape;3146074;p41"/>
          <p:cNvSpPr txBox="1"/>
          <p:nvPr>
            <p:ph idx="4" type="body"/>
          </p:nvPr>
        </p:nvSpPr>
        <p:spPr>
          <a:xfrm>
            <a:off x="491243" y="527187"/>
            <a:ext cx="11090100" cy="6492300"/>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222222"/>
              </a:buClr>
              <a:buSzPts val="2400"/>
              <a:buFont typeface="Noto Sans Symbols"/>
              <a:buNone/>
            </a:pPr>
            <a:br>
              <a:rPr b="0" i="0" lang="en-US" sz="2400" u="none" cap="none" strike="noStrike">
                <a:solidFill>
                  <a:srgbClr val="222222"/>
                </a:solidFill>
                <a:latin typeface="Arial"/>
                <a:ea typeface="Arial"/>
                <a:cs typeface="Arial"/>
                <a:sym typeface="Arial"/>
              </a:rPr>
            </a:br>
            <a:r>
              <a:rPr b="0" i="0" lang="en-US" sz="2400" u="none" cap="none" strike="noStrike">
                <a:solidFill>
                  <a:srgbClr val="222222"/>
                </a:solidFill>
                <a:latin typeface="Arial"/>
                <a:ea typeface="Arial"/>
                <a:cs typeface="Arial"/>
                <a:sym typeface="Arial"/>
              </a:rPr>
              <a:t>&gt; Alexander, M. et al. 2011. Guidelines for the prevention of intravascular catheter related infections. American Journal of Infection Control 39 (4), pp. SI-234.</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br>
              <a:rPr b="0" i="0" lang="en-US" sz="2400" u="none" cap="none" strike="noStrike">
                <a:solidFill>
                  <a:srgbClr val="222222"/>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r>
              <a:rPr b="0" i="0" lang="en-US" sz="2400" u="none" cap="none" strike="noStrike">
                <a:solidFill>
                  <a:srgbClr val="222222"/>
                </a:solidFill>
                <a:latin typeface="Arial"/>
                <a:ea typeface="Arial"/>
                <a:cs typeface="Arial"/>
                <a:sym typeface="Arial"/>
              </a:rPr>
              <a:t>&gt; Bani Ahmed, N. 2013. Guidelines for Venous Access Devices. Oman: Royal Hospital.</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br>
              <a:rPr b="0" i="0" lang="en-US" sz="2400" u="none" cap="none" strike="noStrike">
                <a:solidFill>
                  <a:srgbClr val="222222"/>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r>
              <a:rPr b="0" i="0" lang="en-US" sz="2400" u="none" cap="none" strike="noStrike">
                <a:solidFill>
                  <a:srgbClr val="222222"/>
                </a:solidFill>
                <a:latin typeface="Arial"/>
                <a:ea typeface="Arial"/>
                <a:cs typeface="Arial"/>
                <a:sym typeface="Arial"/>
              </a:rPr>
              <a:t>&gt; California Department of Public Health (CDPH). 2013. Central line-associated bloodstream infection. In Basics of Infection Prevention 2-Day Mini Course.</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br>
              <a:rPr b="0" i="0" lang="en-US" sz="2400" u="none" cap="none" strike="noStrike">
                <a:solidFill>
                  <a:srgbClr val="222222"/>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2400"/>
              <a:buFont typeface="Noto Sans Symbols"/>
              <a:buNone/>
            </a:pPr>
            <a:r>
              <a:rPr b="0" i="0" lang="en-US" sz="2400" u="none" cap="none" strike="noStrike">
                <a:solidFill>
                  <a:srgbClr val="222222"/>
                </a:solidFill>
                <a:latin typeface="Arial"/>
                <a:ea typeface="Arial"/>
                <a:cs typeface="Arial"/>
                <a:sym typeface="Arial"/>
              </a:rPr>
              <a:t>&gt; National Center of Emerging and Zoonotic Infectious Diseases. Checklist for prevention of Central Line Associated Blood Stream Infections[Online]. Available at: http//</a:t>
            </a:r>
            <a:r>
              <a:rPr b="0" i="0" lang="en-US" sz="2400" u="sng" cap="none" strike="noStrike">
                <a:solidFill>
                  <a:schemeClr val="hlink"/>
                </a:solidFill>
                <a:latin typeface="Arial"/>
                <a:ea typeface="Arial"/>
                <a:cs typeface="Arial"/>
                <a:sym typeface="Arial"/>
                <a:hlinkClick r:id="rId3"/>
              </a:rPr>
              <a:t>www.cdc.gov/hicpac/pdf/guidelines/bsi-guidelines-2011.pdf</a:t>
            </a:r>
            <a:r>
              <a:rPr b="0" i="0" lang="en-US" sz="2400" u="none" cap="none" strike="noStrike">
                <a:solidFill>
                  <a:srgbClr val="222222"/>
                </a:solidFill>
                <a:latin typeface="Arial"/>
                <a:ea typeface="Arial"/>
                <a:cs typeface="Arial"/>
                <a:sym typeface="Arial"/>
              </a:rPr>
              <a:t> [Accessed on 28/02/2016]</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6078" name="Shape 3146078"/>
        <p:cNvGrpSpPr/>
        <p:nvPr/>
      </p:nvGrpSpPr>
      <p:grpSpPr>
        <a:xfrm>
          <a:off x="0" y="0"/>
          <a:ext cx="0" cy="0"/>
          <a:chOff x="0" y="0"/>
          <a:chExt cx="0" cy="0"/>
        </a:xfrm>
      </p:grpSpPr>
      <p:sp>
        <p:nvSpPr>
          <p:cNvPr id="3146079" name="Google Shape;3146079;p42"/>
          <p:cNvSpPr txBox="1"/>
          <p:nvPr>
            <p:ph type="title"/>
          </p:nvPr>
        </p:nvSpPr>
        <p:spPr>
          <a:xfrm>
            <a:off x="581192" y="1351085"/>
            <a:ext cx="3568800" cy="1188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C00000"/>
              </a:buClr>
              <a:buSzPts val="4000"/>
              <a:buFont typeface="Gill Sans"/>
              <a:buNone/>
            </a:pPr>
            <a:r>
              <a:rPr b="1" lang="en-US" sz="4000" u="sng">
                <a:solidFill>
                  <a:srgbClr val="C00000"/>
                </a:solidFill>
              </a:rPr>
              <a:t>THANK YOU</a:t>
            </a:r>
            <a:endParaRPr/>
          </a:p>
        </p:txBody>
      </p:sp>
      <p:sp>
        <p:nvSpPr>
          <p:cNvPr id="3146080" name="Google Shape;3146080;p42"/>
          <p:cNvSpPr txBox="1"/>
          <p:nvPr>
            <p:ph idx="1" type="body"/>
          </p:nvPr>
        </p:nvSpPr>
        <p:spPr>
          <a:xfrm>
            <a:off x="196646" y="3510116"/>
            <a:ext cx="3431400" cy="2465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472"/>
              <a:buNone/>
            </a:pPr>
            <a:r>
              <a:rPr lang="en-US" sz="1600"/>
              <a:t>MIDHUL MICHAEL </a:t>
            </a:r>
            <a:endParaRPr sz="1600"/>
          </a:p>
          <a:p>
            <a:pPr indent="0" lvl="0" marL="0" rtl="0" algn="l">
              <a:spcBef>
                <a:spcPts val="960"/>
              </a:spcBef>
              <a:spcAft>
                <a:spcPts val="0"/>
              </a:spcAft>
              <a:buSzPts val="1656"/>
              <a:buNone/>
            </a:pPr>
            <a:r>
              <a:t/>
            </a:r>
            <a:endParaRPr/>
          </a:p>
        </p:txBody>
      </p:sp>
      <p:sp>
        <p:nvSpPr>
          <p:cNvPr id="3146081" name="Google Shape;3146081;p42"/>
          <p:cNvSpPr txBox="1"/>
          <p:nvPr>
            <p:ph idx="11" type="ftr"/>
          </p:nvPr>
        </p:nvSpPr>
        <p:spPr>
          <a:xfrm>
            <a:off x="581192" y="6423914"/>
            <a:ext cx="69171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SAMPLE FOOTER TEXT</a:t>
            </a:r>
            <a:endParaRPr/>
          </a:p>
        </p:txBody>
      </p:sp>
      <p:pic>
        <p:nvPicPr>
          <p:cNvPr descr="A doctor talking to a patient " id="3146082" name="Google Shape;3146082;p42"/>
          <p:cNvPicPr preferRelativeResize="0"/>
          <p:nvPr>
            <p:ph idx="2" type="pic"/>
          </p:nvPr>
        </p:nvPicPr>
        <p:blipFill rotWithShape="1">
          <a:blip r:embed="rId3">
            <a:alphaModFix/>
          </a:blip>
          <a:srcRect b="0" l="0" r="0" t="0"/>
          <a:stretch/>
        </p:blipFill>
        <p:spPr>
          <a:xfrm>
            <a:off x="4657344" y="0"/>
            <a:ext cx="7534655" cy="6857999"/>
          </a:xfrm>
          <a:prstGeom prst="rect">
            <a:avLst/>
          </a:prstGeom>
          <a:solidFill>
            <a:schemeClr val="accent2"/>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name="DividendVTI">
  <a:themeElements>
    <a:clrScheme name="Custom 10">
      <a:dk1>
        <a:srgbClr val="000000"/>
      </a:dk1>
      <a:lt1>
        <a:srgbClr val="FFFFFF"/>
      </a:lt1>
      <a:dk2>
        <a:srgbClr val="3D3D3D"/>
      </a:dk2>
      <a:lt2>
        <a:srgbClr val="EBEBEB"/>
      </a:lt2>
      <a:accent1>
        <a:srgbClr val="ED8428"/>
      </a:accent1>
      <a:accent2>
        <a:srgbClr val="E6C46D"/>
      </a:accent2>
      <a:accent3>
        <a:srgbClr val="465359"/>
      </a:accent3>
      <a:accent4>
        <a:srgbClr val="969FA7"/>
      </a:accent4>
      <a:accent5>
        <a:srgbClr val="A9C37C"/>
      </a:accent5>
      <a:accent6>
        <a:srgbClr val="5A8071"/>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