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drawingml.diagramData+xml" PartName="/ppt/diagrams/data8.xml"/>
  <Override ContentType="application/vnd.openxmlformats-officedocument.drawingml.diagramData+xml" PartName="/ppt/diagrams/data3.xml"/>
  <Override ContentType="application/vnd.openxmlformats-officedocument.drawingml.diagramData+xml" PartName="/ppt/diagrams/data2.xml"/>
  <Override ContentType="application/vnd.openxmlformats-officedocument.drawingml.diagramData+xml" PartName="/ppt/diagrams/data1.xml"/>
  <Override ContentType="application/vnd.openxmlformats-officedocument.drawingml.diagramData+xml" PartName="/ppt/diagrams/data10.xml"/>
  <Override ContentType="application/vnd.openxmlformats-officedocument.drawingml.diagramData+xml" PartName="/ppt/diagrams/data5.xml"/>
  <Override ContentType="application/vnd.openxmlformats-officedocument.drawingml.diagramData+xml" PartName="/ppt/diagrams/data11.xml"/>
  <Override ContentType="application/vnd.openxmlformats-officedocument.drawingml.diagramData+xml" PartName="/ppt/diagrams/data9.xml"/>
  <Override ContentType="application/vnd.openxmlformats-officedocument.drawingml.diagramData+xml" PartName="/ppt/diagrams/data4.xml"/>
  <Override ContentType="application/vnd.openxmlformats-officedocument.drawingml.diagramData+xml" PartName="/ppt/diagrams/data7.xml"/>
  <Override ContentType="application/vnd.openxmlformats-officedocument.drawingml.diagramData+xml" PartName="/ppt/diagrams/data6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drawingml.diagramLayout+xml" PartName="/ppt/diagrams/layout9.xml"/>
  <Override ContentType="application/vnd.openxmlformats-officedocument.drawingml.diagramLayout+xml" PartName="/ppt/diagrams/layout4.xml"/>
  <Override ContentType="application/vnd.openxmlformats-officedocument.drawingml.diagramLayout+xml" PartName="/ppt/diagrams/layout10.xml"/>
  <Override ContentType="application/vnd.openxmlformats-officedocument.drawingml.diagramLayout+xml" PartName="/ppt/diagrams/layout5.xml"/>
  <Override ContentType="application/vnd.openxmlformats-officedocument.drawingml.diagramLayout+xml" PartName="/ppt/diagrams/layout3.xml"/>
  <Override ContentType="application/vnd.openxmlformats-officedocument.drawingml.diagramLayout+xml" PartName="/ppt/diagrams/layout1.xml"/>
  <Override ContentType="application/vnd.openxmlformats-officedocument.drawingml.diagramLayout+xml" PartName="/ppt/diagrams/layout2.xml"/>
  <Override ContentType="application/vnd.openxmlformats-officedocument.drawingml.diagramLayout+xml" PartName="/ppt/diagrams/layout11.xml"/>
  <Override ContentType="application/vnd.openxmlformats-officedocument.drawingml.diagramLayout+xml" PartName="/ppt/diagrams/layout7.xml"/>
  <Override ContentType="application/vnd.openxmlformats-officedocument.drawingml.diagramLayout+xml" PartName="/ppt/diagrams/layout6.xml"/>
  <Override ContentType="application/vnd.openxmlformats-officedocument.drawingml.diagramLayout+xml" PartName="/ppt/diagrams/layout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drawingml.diagramStyle+xml" PartName="/ppt/diagrams/quickStyle5.xml"/>
  <Override ContentType="application/vnd.openxmlformats-officedocument.drawingml.diagramStyle+xml" PartName="/ppt/diagrams/quickStyle4.xml"/>
  <Override ContentType="application/vnd.openxmlformats-officedocument.drawingml.diagramStyle+xml" PartName="/ppt/diagrams/quickStyle10.xml"/>
  <Override ContentType="application/vnd.openxmlformats-officedocument.drawingml.diagramStyle+xml" PartName="/ppt/diagrams/quickStyle2.xml"/>
  <Override ContentType="application/vnd.openxmlformats-officedocument.drawingml.diagramStyle+xml" PartName="/ppt/diagrams/quickStyle1.xml"/>
  <Override ContentType="application/vnd.openxmlformats-officedocument.drawingml.diagramStyle+xml" PartName="/ppt/diagrams/quickStyle3.xml"/>
  <Override ContentType="application/vnd.openxmlformats-officedocument.drawingml.diagramStyle+xml" PartName="/ppt/diagrams/quickStyle6.xml"/>
  <Override ContentType="application/vnd.openxmlformats-officedocument.drawingml.diagramStyle+xml" PartName="/ppt/diagrams/quickStyle9.xml"/>
  <Override ContentType="application/vnd.openxmlformats-officedocument.drawingml.diagramStyle+xml" PartName="/ppt/diagrams/quickStyle11.xml"/>
  <Override ContentType="application/vnd.openxmlformats-officedocument.drawingml.diagramStyle+xml" PartName="/ppt/diagrams/quickStyle8.xml"/>
  <Override ContentType="application/vnd.openxmlformats-officedocument.drawingml.diagramStyle+xml" PartName="/ppt/diagrams/quickStyle7.xml"/>
  <Override ContentType="application/vnd.openxmlformats-officedocument.presentationml.presentation.main+xml" PartName="/ppt/presentation.xml"/>
  <Override ContentType="application/vnd.ms-office.drawingml.diagramDrawing+xml" PartName="/ppt/diagrams/drawing2.xml"/>
  <Override ContentType="application/vnd.ms-office.drawingml.diagramDrawing+xml" PartName="/ppt/diagrams/drawing7.xml"/>
  <Override ContentType="application/vnd.ms-office.drawingml.diagramDrawing+xml" PartName="/ppt/diagrams/drawing8.xml"/>
  <Override ContentType="application/vnd.ms-office.drawingml.diagramDrawing+xml" PartName="/ppt/diagrams/drawing11.xml"/>
  <Override ContentType="application/vnd.ms-office.drawingml.diagramDrawing+xml" PartName="/ppt/diagrams/drawing1.xml"/>
  <Override ContentType="application/vnd.ms-office.drawingml.diagramDrawing+xml" PartName="/ppt/diagrams/drawing6.xml"/>
  <Override ContentType="application/vnd.ms-office.drawingml.diagramDrawing+xml" PartName="/ppt/diagrams/drawing3.xml"/>
  <Override ContentType="application/vnd.ms-office.drawingml.diagramDrawing+xml" PartName="/ppt/diagrams/drawing4.xml"/>
  <Override ContentType="application/vnd.ms-office.drawingml.diagramDrawing+xml" PartName="/ppt/diagrams/drawing5.xml"/>
  <Override ContentType="application/vnd.ms-office.drawingml.diagramDrawing+xml" PartName="/ppt/diagrams/drawing9.xml"/>
  <Override ContentType="application/vnd.ms-office.drawingml.diagramDrawing+xml" PartName="/ppt/diagrams/drawing10.xml"/>
  <Override ContentType="application/vnd.openxmlformats-officedocument.presentationml.presProps+xml" PartName="/ppt/presProps1.xml"/>
  <Override ContentType="application/vnd.openxmlformats-officedocument.drawingml.diagramColors+xml" PartName="/ppt/diagrams/colors6.xml"/>
  <Override ContentType="application/vnd.openxmlformats-officedocument.drawingml.diagramColors+xml" PartName="/ppt/diagrams/colors5.xml"/>
  <Override ContentType="application/vnd.openxmlformats-officedocument.drawingml.diagramColors+xml" PartName="/ppt/diagrams/colors7.xml"/>
  <Override ContentType="application/vnd.openxmlformats-officedocument.drawingml.diagramColors+xml" PartName="/ppt/diagrams/colors9.xml"/>
  <Override ContentType="application/vnd.openxmlformats-officedocument.drawingml.diagramColors+xml" PartName="/ppt/diagrams/colors8.xml"/>
  <Override ContentType="application/vnd.openxmlformats-officedocument.drawingml.diagramColors+xml" PartName="/ppt/diagrams/colors3.xml"/>
  <Override ContentType="application/vnd.openxmlformats-officedocument.drawingml.diagramColors+xml" PartName="/ppt/diagrams/colors2.xml"/>
  <Override ContentType="application/vnd.openxmlformats-officedocument.drawingml.diagramColors+xml" PartName="/ppt/diagrams/colors11.xml"/>
  <Override ContentType="application/vnd.openxmlformats-officedocument.drawingml.diagramColors+xml" PartName="/ppt/diagrams/colors4.xml"/>
  <Override ContentType="application/vnd.openxmlformats-officedocument.drawingml.diagramColors+xml" PartName="/ppt/diagrams/colors10.xml"/>
  <Override ContentType="application/vnd.openxmlformats-officedocument.drawingml.diagramColors+xml" PartName="/ppt/diagrams/color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9144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5" Type="http://schemas.openxmlformats.org/officeDocument/2006/relationships/slide" Target="slides/slide2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ED640C-6E03-8941-BA70-B4AC2E1C083D}" type="doc">
      <dgm:prSet loTypeId="urn:microsoft.com/office/officeart/2008/layout/CircularPictureCallou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24EA0F-C48A-3343-82CC-C012A8BC0FA7}">
      <dgm:prSet/>
      <dgm:spPr/>
      <dgm:t>
        <a:bodyPr/>
        <a:lstStyle/>
        <a:p>
          <a:endParaRPr lang="en-US"/>
        </a:p>
      </dgm:t>
    </dgm:pt>
    <dgm:pt modelId="{0C355042-12CF-7C46-A1AC-0685289EFE59}" type="parTrans" cxnId="{22F5C6D4-AB29-2045-98F3-4991AD3494BF}">
      <dgm:prSet/>
      <dgm:spPr/>
      <dgm:t>
        <a:bodyPr/>
        <a:lstStyle/>
        <a:p>
          <a:endParaRPr lang="en-US"/>
        </a:p>
      </dgm:t>
    </dgm:pt>
    <dgm:pt modelId="{3C3885B4-C118-BD41-9499-4B7595D52345}" type="sibTrans" cxnId="{22F5C6D4-AB29-2045-98F3-4991AD3494BF}">
      <dgm:prSet/>
      <dgm:spPr/>
      <dgm:t>
        <a:bodyPr/>
        <a:lstStyle/>
        <a:p>
          <a:endParaRPr lang="en-US"/>
        </a:p>
      </dgm:t>
    </dgm:pt>
    <dgm:pt modelId="{9D096087-E1A9-5749-BE94-5C7B7B72E57A}">
      <dgm:prSet phldrT="[Text]" phldr="1"/>
      <dgm:spPr/>
      <dgm:t>
        <a:bodyPr/>
        <a:lstStyle/>
        <a:p>
          <a:endParaRPr lang="en-US"/>
        </a:p>
      </dgm:t>
    </dgm:pt>
    <dgm:pt modelId="{556859D2-19F3-0C40-80A8-1B594FE4249D}" type="parTrans" cxnId="{EE8FCA33-6327-3844-B23C-D357225A05E4}">
      <dgm:prSet/>
      <dgm:spPr/>
      <dgm:t>
        <a:bodyPr/>
        <a:lstStyle/>
        <a:p>
          <a:endParaRPr lang="en-US"/>
        </a:p>
      </dgm:t>
    </dgm:pt>
    <dgm:pt modelId="{D4EEDA0E-6CA4-6345-8052-E9F3D3F04A9F}" type="sibTrans" cxnId="{EE8FCA33-6327-3844-B23C-D357225A05E4}">
      <dgm:prSet/>
      <dgm:spPr/>
      <dgm:t>
        <a:bodyPr/>
        <a:lstStyle/>
        <a:p>
          <a:endParaRPr lang="en-US"/>
        </a:p>
      </dgm:t>
    </dgm:pt>
    <dgm:pt modelId="{279E684E-288E-B049-B332-F041FC08B0D4}">
      <dgm:prSet phldrT="[Text]" phldr="1"/>
      <dgm:spPr/>
      <dgm:t>
        <a:bodyPr/>
        <a:lstStyle/>
        <a:p>
          <a:endParaRPr lang="en-US"/>
        </a:p>
      </dgm:t>
    </dgm:pt>
    <dgm:pt modelId="{E88D07AD-9973-E24C-9CFC-12FAAE5C2AC4}" type="parTrans" cxnId="{36DC8564-2021-AA4D-B2D1-AA5ACDFE198B}">
      <dgm:prSet/>
      <dgm:spPr/>
      <dgm:t>
        <a:bodyPr/>
        <a:lstStyle/>
        <a:p>
          <a:endParaRPr lang="en-US"/>
        </a:p>
      </dgm:t>
    </dgm:pt>
    <dgm:pt modelId="{136B0173-9F07-EC48-B339-BF765AA80CA9}" type="sibTrans" cxnId="{36DC8564-2021-AA4D-B2D1-AA5ACDFE198B}">
      <dgm:prSet/>
      <dgm:spPr/>
      <dgm:t>
        <a:bodyPr/>
        <a:lstStyle/>
        <a:p>
          <a:endParaRPr lang="en-US"/>
        </a:p>
      </dgm:t>
    </dgm:pt>
    <dgm:pt modelId="{BF53307E-DB0C-DE4E-80C5-EC645A9166A5}">
      <dgm:prSet phldrT="[Text]" phldr="1"/>
      <dgm:spPr/>
      <dgm:t>
        <a:bodyPr/>
        <a:lstStyle/>
        <a:p>
          <a:endParaRPr lang="en-US"/>
        </a:p>
      </dgm:t>
    </dgm:pt>
    <dgm:pt modelId="{06AE6BA6-69F4-2448-BB88-C3F662731809}" type="parTrans" cxnId="{750DBE08-E8BB-B949-A333-28A612394143}">
      <dgm:prSet/>
      <dgm:spPr/>
      <dgm:t>
        <a:bodyPr/>
        <a:lstStyle/>
        <a:p>
          <a:endParaRPr lang="en-US"/>
        </a:p>
      </dgm:t>
    </dgm:pt>
    <dgm:pt modelId="{AF5D8E66-A506-474B-8476-F34D773473FC}" type="sibTrans" cxnId="{750DBE08-E8BB-B949-A333-28A612394143}">
      <dgm:prSet/>
      <dgm:spPr/>
      <dgm:t>
        <a:bodyPr/>
        <a:lstStyle/>
        <a:p>
          <a:endParaRPr lang="en-US"/>
        </a:p>
      </dgm:t>
    </dgm:pt>
    <dgm:pt modelId="{6F28DE24-3575-024D-BD24-92EAA8C038C8}" type="pres">
      <dgm:prSet presAssocID="{6FED640C-6E03-8941-BA70-B4AC2E1C083D}" presName="Name0" presStyleCnt="0">
        <dgm:presLayoutVars>
          <dgm:chMax val="7"/>
          <dgm:chPref val="7"/>
          <dgm:dir/>
        </dgm:presLayoutVars>
      </dgm:prSet>
      <dgm:spPr/>
    </dgm:pt>
    <dgm:pt modelId="{10F5540B-E005-2F4F-90D3-2365C1641DEF}" type="pres">
      <dgm:prSet presAssocID="{6FED640C-6E03-8941-BA70-B4AC2E1C083D}" presName="Name1" presStyleCnt="0"/>
      <dgm:spPr/>
    </dgm:pt>
    <dgm:pt modelId="{0563A355-C2DB-4F40-A1D2-01E530DE0DB7}" type="pres">
      <dgm:prSet presAssocID="{3C3885B4-C118-BD41-9499-4B7595D52345}" presName="picture_1" presStyleCnt="0"/>
      <dgm:spPr/>
    </dgm:pt>
    <dgm:pt modelId="{CC3A0017-918E-AD4E-A72B-10960703BBA7}" type="pres">
      <dgm:prSet presAssocID="{3C3885B4-C118-BD41-9499-4B7595D52345}" presName="pictureRepeatNode" presStyleLbl="alignImgPlace1" presStyleIdx="0" presStyleCnt="4"/>
      <dgm:spPr/>
    </dgm:pt>
    <dgm:pt modelId="{F9A3A9CA-160D-4B42-8117-0BA2B47FAF09}" type="pres">
      <dgm:prSet presAssocID="{9824EA0F-C48A-3343-82CC-C012A8BC0FA7}" presName="text_1" presStyleLbl="node1" presStyleIdx="0" presStyleCnt="0" custLinFactNeighborX="-3322" custLinFactNeighborY="-66996">
        <dgm:presLayoutVars>
          <dgm:bulletEnabled val="1"/>
        </dgm:presLayoutVars>
      </dgm:prSet>
      <dgm:spPr/>
    </dgm:pt>
    <dgm:pt modelId="{851359E8-925B-8749-B3DD-41353A6F44B8}" type="pres">
      <dgm:prSet presAssocID="{D4EEDA0E-6CA4-6345-8052-E9F3D3F04A9F}" presName="picture_2" presStyleCnt="0"/>
      <dgm:spPr/>
    </dgm:pt>
    <dgm:pt modelId="{3D09F411-8152-A24F-ACD3-2A7520826968}" type="pres">
      <dgm:prSet presAssocID="{D4EEDA0E-6CA4-6345-8052-E9F3D3F04A9F}" presName="pictureRepeatNode" presStyleLbl="alignImgPlace1" presStyleIdx="1" presStyleCnt="4" custScaleX="240683" custScaleY="80878"/>
      <dgm:spPr/>
    </dgm:pt>
    <dgm:pt modelId="{9506EBDC-4823-8749-9AA1-2070CFE49EFA}" type="pres">
      <dgm:prSet presAssocID="{9D096087-E1A9-5749-BE94-5C7B7B72E57A}" presName="line_2" presStyleLbl="parChTrans1D1" presStyleIdx="0" presStyleCnt="3"/>
      <dgm:spPr/>
    </dgm:pt>
    <dgm:pt modelId="{F07E4181-3EE5-944E-AC1A-8FB350D17EA8}" type="pres">
      <dgm:prSet presAssocID="{9D096087-E1A9-5749-BE94-5C7B7B72E57A}" presName="textparent_2" presStyleLbl="node1" presStyleIdx="0" presStyleCnt="0"/>
      <dgm:spPr/>
    </dgm:pt>
    <dgm:pt modelId="{B54015CE-6FC4-5046-A1F3-16BD1BD8984D}" type="pres">
      <dgm:prSet presAssocID="{9D096087-E1A9-5749-BE94-5C7B7B72E57A}" presName="text_2" presStyleLbl="revTx" presStyleIdx="0" presStyleCnt="3">
        <dgm:presLayoutVars>
          <dgm:bulletEnabled val="1"/>
        </dgm:presLayoutVars>
      </dgm:prSet>
      <dgm:spPr/>
    </dgm:pt>
    <dgm:pt modelId="{3D693916-CBEF-514F-9196-E33F4A53152C}" type="pres">
      <dgm:prSet presAssocID="{136B0173-9F07-EC48-B339-BF765AA80CA9}" presName="picture_3" presStyleCnt="0"/>
      <dgm:spPr/>
    </dgm:pt>
    <dgm:pt modelId="{85FDEB4E-F828-6B4B-939D-E8CFC0EA2748}" type="pres">
      <dgm:prSet presAssocID="{136B0173-9F07-EC48-B339-BF765AA80CA9}" presName="pictureRepeatNode" presStyleLbl="alignImgPlace1" presStyleIdx="2" presStyleCnt="4" custScaleX="181973" custScaleY="75907" custLinFactNeighborX="65193" custLinFactNeighborY="-8608"/>
      <dgm:spPr/>
    </dgm:pt>
    <dgm:pt modelId="{7FC46842-949E-7747-BF2F-DAEC7C6922EC}" type="pres">
      <dgm:prSet presAssocID="{279E684E-288E-B049-B332-F041FC08B0D4}" presName="line_3" presStyleLbl="parChTrans1D1" presStyleIdx="1" presStyleCnt="3"/>
      <dgm:spPr/>
    </dgm:pt>
    <dgm:pt modelId="{E94F0BD4-95D8-AC45-9528-D569201EFD86}" type="pres">
      <dgm:prSet presAssocID="{279E684E-288E-B049-B332-F041FC08B0D4}" presName="textparent_3" presStyleLbl="node1" presStyleIdx="0" presStyleCnt="0"/>
      <dgm:spPr/>
    </dgm:pt>
    <dgm:pt modelId="{7A310A12-2F17-3646-A6BA-FD419084179C}" type="pres">
      <dgm:prSet presAssocID="{279E684E-288E-B049-B332-F041FC08B0D4}" presName="text_3" presStyleLbl="revTx" presStyleIdx="1" presStyleCnt="3">
        <dgm:presLayoutVars>
          <dgm:bulletEnabled val="1"/>
        </dgm:presLayoutVars>
      </dgm:prSet>
      <dgm:spPr/>
    </dgm:pt>
    <dgm:pt modelId="{89E802DE-60D3-0D43-850D-F7D8464D6F59}" type="pres">
      <dgm:prSet presAssocID="{AF5D8E66-A506-474B-8476-F34D773473FC}" presName="picture_4" presStyleCnt="0"/>
      <dgm:spPr/>
    </dgm:pt>
    <dgm:pt modelId="{721A6280-B417-BF4C-9C1E-8412081DEA10}" type="pres">
      <dgm:prSet presAssocID="{AF5D8E66-A506-474B-8476-F34D773473FC}" presName="pictureRepeatNode" presStyleLbl="alignImgPlace1" presStyleIdx="3" presStyleCnt="4" custScaleX="171898"/>
      <dgm:spPr/>
    </dgm:pt>
    <dgm:pt modelId="{D9B101C3-25CF-A342-B566-FFC3E55F0B4F}" type="pres">
      <dgm:prSet presAssocID="{BF53307E-DB0C-DE4E-80C5-EC645A9166A5}" presName="line_4" presStyleLbl="parChTrans1D1" presStyleIdx="2" presStyleCnt="3"/>
      <dgm:spPr/>
    </dgm:pt>
    <dgm:pt modelId="{0CE22894-8D6F-D244-BAE9-2059ABC720F9}" type="pres">
      <dgm:prSet presAssocID="{BF53307E-DB0C-DE4E-80C5-EC645A9166A5}" presName="textparent_4" presStyleLbl="node1" presStyleIdx="0" presStyleCnt="0"/>
      <dgm:spPr/>
    </dgm:pt>
    <dgm:pt modelId="{D10ED9D0-0490-5E44-9042-F11FEDA368DA}" type="pres">
      <dgm:prSet presAssocID="{BF53307E-DB0C-DE4E-80C5-EC645A9166A5}" presName="text_4" presStyleLbl="revTx" presStyleIdx="2" presStyleCnt="3">
        <dgm:presLayoutVars>
          <dgm:bulletEnabled val="1"/>
        </dgm:presLayoutVars>
      </dgm:prSet>
      <dgm:spPr/>
    </dgm:pt>
  </dgm:ptLst>
  <dgm:cxnLst>
    <dgm:cxn modelId="{750DBE08-E8BB-B949-A333-28A612394143}" srcId="{6FED640C-6E03-8941-BA70-B4AC2E1C083D}" destId="{BF53307E-DB0C-DE4E-80C5-EC645A9166A5}" srcOrd="3" destOrd="0" parTransId="{06AE6BA6-69F4-2448-BB88-C3F662731809}" sibTransId="{AF5D8E66-A506-474B-8476-F34D773473FC}"/>
    <dgm:cxn modelId="{34B7DC17-4CDF-2242-A576-766E553E44C0}" type="presOf" srcId="{3C3885B4-C118-BD41-9499-4B7595D52345}" destId="{CC3A0017-918E-AD4E-A72B-10960703BBA7}" srcOrd="0" destOrd="0" presId="urn:microsoft.com/office/officeart/2008/layout/CircularPictureCallout"/>
    <dgm:cxn modelId="{EE8FCA33-6327-3844-B23C-D357225A05E4}" srcId="{6FED640C-6E03-8941-BA70-B4AC2E1C083D}" destId="{9D096087-E1A9-5749-BE94-5C7B7B72E57A}" srcOrd="1" destOrd="0" parTransId="{556859D2-19F3-0C40-80A8-1B594FE4249D}" sibTransId="{D4EEDA0E-6CA4-6345-8052-E9F3D3F04A9F}"/>
    <dgm:cxn modelId="{D812405C-B87A-BE45-8119-12E0D75B9F70}" type="presOf" srcId="{279E684E-288E-B049-B332-F041FC08B0D4}" destId="{7A310A12-2F17-3646-A6BA-FD419084179C}" srcOrd="0" destOrd="0" presId="urn:microsoft.com/office/officeart/2008/layout/CircularPictureCallout"/>
    <dgm:cxn modelId="{36DC8564-2021-AA4D-B2D1-AA5ACDFE198B}" srcId="{6FED640C-6E03-8941-BA70-B4AC2E1C083D}" destId="{279E684E-288E-B049-B332-F041FC08B0D4}" srcOrd="2" destOrd="0" parTransId="{E88D07AD-9973-E24C-9CFC-12FAAE5C2AC4}" sibTransId="{136B0173-9F07-EC48-B339-BF765AA80CA9}"/>
    <dgm:cxn modelId="{21CD0467-0ABF-7547-8304-48EC7FD6978E}" type="presOf" srcId="{BF53307E-DB0C-DE4E-80C5-EC645A9166A5}" destId="{D10ED9D0-0490-5E44-9042-F11FEDA368DA}" srcOrd="0" destOrd="0" presId="urn:microsoft.com/office/officeart/2008/layout/CircularPictureCallout"/>
    <dgm:cxn modelId="{71163C6F-1083-9841-AA3A-D5F0B93364E0}" type="presOf" srcId="{6FED640C-6E03-8941-BA70-B4AC2E1C083D}" destId="{6F28DE24-3575-024D-BD24-92EAA8C038C8}" srcOrd="0" destOrd="0" presId="urn:microsoft.com/office/officeart/2008/layout/CircularPictureCallout"/>
    <dgm:cxn modelId="{97C4F698-9092-564E-B32F-7DB6F65A3A84}" type="presOf" srcId="{9824EA0F-C48A-3343-82CC-C012A8BC0FA7}" destId="{F9A3A9CA-160D-4B42-8117-0BA2B47FAF09}" srcOrd="0" destOrd="0" presId="urn:microsoft.com/office/officeart/2008/layout/CircularPictureCallout"/>
    <dgm:cxn modelId="{2D3AA8AC-B1C9-BD49-B787-E1B3695B11D2}" type="presOf" srcId="{136B0173-9F07-EC48-B339-BF765AA80CA9}" destId="{85FDEB4E-F828-6B4B-939D-E8CFC0EA2748}" srcOrd="0" destOrd="0" presId="urn:microsoft.com/office/officeart/2008/layout/CircularPictureCallout"/>
    <dgm:cxn modelId="{049874C2-0502-5F43-89B7-678BE21E411E}" type="presOf" srcId="{AF5D8E66-A506-474B-8476-F34D773473FC}" destId="{721A6280-B417-BF4C-9C1E-8412081DEA10}" srcOrd="0" destOrd="0" presId="urn:microsoft.com/office/officeart/2008/layout/CircularPictureCallout"/>
    <dgm:cxn modelId="{22F5C6D4-AB29-2045-98F3-4991AD3494BF}" srcId="{6FED640C-6E03-8941-BA70-B4AC2E1C083D}" destId="{9824EA0F-C48A-3343-82CC-C012A8BC0FA7}" srcOrd="0" destOrd="0" parTransId="{0C355042-12CF-7C46-A1AC-0685289EFE59}" sibTransId="{3C3885B4-C118-BD41-9499-4B7595D52345}"/>
    <dgm:cxn modelId="{748180D7-CEA4-F745-930F-03FB4D98252E}" type="presOf" srcId="{D4EEDA0E-6CA4-6345-8052-E9F3D3F04A9F}" destId="{3D09F411-8152-A24F-ACD3-2A7520826968}" srcOrd="0" destOrd="0" presId="urn:microsoft.com/office/officeart/2008/layout/CircularPictureCallout"/>
    <dgm:cxn modelId="{AFFD8DE3-D5DB-B348-A469-0D669362BEC9}" type="presOf" srcId="{9D096087-E1A9-5749-BE94-5C7B7B72E57A}" destId="{B54015CE-6FC4-5046-A1F3-16BD1BD8984D}" srcOrd="0" destOrd="0" presId="urn:microsoft.com/office/officeart/2008/layout/CircularPictureCallout"/>
    <dgm:cxn modelId="{23242C18-92F2-6540-A49A-B5874E0F652D}" type="presParOf" srcId="{6F28DE24-3575-024D-BD24-92EAA8C038C8}" destId="{10F5540B-E005-2F4F-90D3-2365C1641DEF}" srcOrd="0" destOrd="0" presId="urn:microsoft.com/office/officeart/2008/layout/CircularPictureCallout"/>
    <dgm:cxn modelId="{186045A0-74E1-EE49-B7C5-06036EE01BFC}" type="presParOf" srcId="{10F5540B-E005-2F4F-90D3-2365C1641DEF}" destId="{0563A355-C2DB-4F40-A1D2-01E530DE0DB7}" srcOrd="0" destOrd="0" presId="urn:microsoft.com/office/officeart/2008/layout/CircularPictureCallout"/>
    <dgm:cxn modelId="{B8DF7F48-6547-D447-A392-001DDF36EB87}" type="presParOf" srcId="{0563A355-C2DB-4F40-A1D2-01E530DE0DB7}" destId="{CC3A0017-918E-AD4E-A72B-10960703BBA7}" srcOrd="0" destOrd="0" presId="urn:microsoft.com/office/officeart/2008/layout/CircularPictureCallout"/>
    <dgm:cxn modelId="{8CE23132-F0F6-FE43-9B4B-8B6C3B2CD987}" type="presParOf" srcId="{10F5540B-E005-2F4F-90D3-2365C1641DEF}" destId="{F9A3A9CA-160D-4B42-8117-0BA2B47FAF09}" srcOrd="1" destOrd="0" presId="urn:microsoft.com/office/officeart/2008/layout/CircularPictureCallout"/>
    <dgm:cxn modelId="{BA005560-720C-F544-8041-40C1830B3094}" type="presParOf" srcId="{10F5540B-E005-2F4F-90D3-2365C1641DEF}" destId="{851359E8-925B-8749-B3DD-41353A6F44B8}" srcOrd="2" destOrd="0" presId="urn:microsoft.com/office/officeart/2008/layout/CircularPictureCallout"/>
    <dgm:cxn modelId="{F8E6BC72-60F1-3549-8B70-10EDA1927B73}" type="presParOf" srcId="{851359E8-925B-8749-B3DD-41353A6F44B8}" destId="{3D09F411-8152-A24F-ACD3-2A7520826968}" srcOrd="0" destOrd="0" presId="urn:microsoft.com/office/officeart/2008/layout/CircularPictureCallout"/>
    <dgm:cxn modelId="{89A4118D-853A-7748-A031-6204B4BFCAA1}" type="presParOf" srcId="{10F5540B-E005-2F4F-90D3-2365C1641DEF}" destId="{9506EBDC-4823-8749-9AA1-2070CFE49EFA}" srcOrd="3" destOrd="0" presId="urn:microsoft.com/office/officeart/2008/layout/CircularPictureCallout"/>
    <dgm:cxn modelId="{954B943E-E72A-6844-8BF0-C157701068F8}" type="presParOf" srcId="{10F5540B-E005-2F4F-90D3-2365C1641DEF}" destId="{F07E4181-3EE5-944E-AC1A-8FB350D17EA8}" srcOrd="4" destOrd="0" presId="urn:microsoft.com/office/officeart/2008/layout/CircularPictureCallout"/>
    <dgm:cxn modelId="{167B88A3-5BDB-9F40-B4FD-A93519906218}" type="presParOf" srcId="{F07E4181-3EE5-944E-AC1A-8FB350D17EA8}" destId="{B54015CE-6FC4-5046-A1F3-16BD1BD8984D}" srcOrd="0" destOrd="0" presId="urn:microsoft.com/office/officeart/2008/layout/CircularPictureCallout"/>
    <dgm:cxn modelId="{95A1DB8F-FD29-A743-B151-C12530389867}" type="presParOf" srcId="{10F5540B-E005-2F4F-90D3-2365C1641DEF}" destId="{3D693916-CBEF-514F-9196-E33F4A53152C}" srcOrd="5" destOrd="0" presId="urn:microsoft.com/office/officeart/2008/layout/CircularPictureCallout"/>
    <dgm:cxn modelId="{D4A46C1E-3867-DE48-A5F7-25A6F45676E1}" type="presParOf" srcId="{3D693916-CBEF-514F-9196-E33F4A53152C}" destId="{85FDEB4E-F828-6B4B-939D-E8CFC0EA2748}" srcOrd="0" destOrd="0" presId="urn:microsoft.com/office/officeart/2008/layout/CircularPictureCallout"/>
    <dgm:cxn modelId="{DC7C4851-F5E6-C04B-A74D-9080B139A4E3}" type="presParOf" srcId="{10F5540B-E005-2F4F-90D3-2365C1641DEF}" destId="{7FC46842-949E-7747-BF2F-DAEC7C6922EC}" srcOrd="6" destOrd="0" presId="urn:microsoft.com/office/officeart/2008/layout/CircularPictureCallout"/>
    <dgm:cxn modelId="{3E4AA121-C959-A947-93BB-FA2C21BD0D15}" type="presParOf" srcId="{10F5540B-E005-2F4F-90D3-2365C1641DEF}" destId="{E94F0BD4-95D8-AC45-9528-D569201EFD86}" srcOrd="7" destOrd="0" presId="urn:microsoft.com/office/officeart/2008/layout/CircularPictureCallout"/>
    <dgm:cxn modelId="{5B826B68-09D6-DE49-8D17-C0539A754CEB}" type="presParOf" srcId="{E94F0BD4-95D8-AC45-9528-D569201EFD86}" destId="{7A310A12-2F17-3646-A6BA-FD419084179C}" srcOrd="0" destOrd="0" presId="urn:microsoft.com/office/officeart/2008/layout/CircularPictureCallout"/>
    <dgm:cxn modelId="{BE08AFC1-4172-D34F-A943-53E263719A63}" type="presParOf" srcId="{10F5540B-E005-2F4F-90D3-2365C1641DEF}" destId="{89E802DE-60D3-0D43-850D-F7D8464D6F59}" srcOrd="8" destOrd="0" presId="urn:microsoft.com/office/officeart/2008/layout/CircularPictureCallout"/>
    <dgm:cxn modelId="{33E11B97-284A-9C44-91AA-AE959745580D}" type="presParOf" srcId="{89E802DE-60D3-0D43-850D-F7D8464D6F59}" destId="{721A6280-B417-BF4C-9C1E-8412081DEA10}" srcOrd="0" destOrd="0" presId="urn:microsoft.com/office/officeart/2008/layout/CircularPictureCallout"/>
    <dgm:cxn modelId="{A2CF472B-1431-0948-B2DA-E94E70284324}" type="presParOf" srcId="{10F5540B-E005-2F4F-90D3-2365C1641DEF}" destId="{D9B101C3-25CF-A342-B566-FFC3E55F0B4F}" srcOrd="9" destOrd="0" presId="urn:microsoft.com/office/officeart/2008/layout/CircularPictureCallout"/>
    <dgm:cxn modelId="{7E1A9962-D60C-8246-A9B1-96B8DE524DB7}" type="presParOf" srcId="{10F5540B-E005-2F4F-90D3-2365C1641DEF}" destId="{0CE22894-8D6F-D244-BAE9-2059ABC720F9}" srcOrd="10" destOrd="0" presId="urn:microsoft.com/office/officeart/2008/layout/CircularPictureCallout"/>
    <dgm:cxn modelId="{DB3767DB-504D-5E4A-8CF2-DB2EE12BBE8B}" type="presParOf" srcId="{0CE22894-8D6F-D244-BAE9-2059ABC720F9}" destId="{D10ED9D0-0490-5E44-9042-F11FEDA368DA}" srcOrd="0" destOrd="0" presId="urn:microsoft.com/office/officeart/2008/layout/CircularPictureCallou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0D74693-037B-5347-9BEB-D10FCEFB9D2A}" type="doc">
      <dgm:prSet loTypeId="urn:microsoft.com/office/officeart/2008/layout/BendingPictureCaptionLis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204481-6B2B-B240-86CB-9FE29D7AB890}">
      <dgm:prSet phldrT="[Text]"/>
      <dgm:spPr/>
      <dgm:t>
        <a:bodyPr/>
        <a:lstStyle/>
        <a:p>
          <a:r>
            <a:rPr lang="en-US" dirty="0"/>
            <a:t>HYPERTONIC</a:t>
          </a:r>
        </a:p>
      </dgm:t>
    </dgm:pt>
    <dgm:pt modelId="{F04D28FD-9396-6041-9EF0-FB79E9E65997}" type="parTrans" cxnId="{C8956056-69E9-2A44-BACD-4EC9C521A0B3}">
      <dgm:prSet/>
      <dgm:spPr/>
      <dgm:t>
        <a:bodyPr/>
        <a:lstStyle/>
        <a:p>
          <a:endParaRPr lang="en-US"/>
        </a:p>
      </dgm:t>
    </dgm:pt>
    <dgm:pt modelId="{277BFFA9-2BD6-F744-BA6A-66237D6E17F1}" type="sibTrans" cxnId="{C8956056-69E9-2A44-BACD-4EC9C521A0B3}">
      <dgm:prSet/>
      <dgm:spPr/>
      <dgm:t>
        <a:bodyPr/>
        <a:lstStyle/>
        <a:p>
          <a:endParaRPr lang="en-US"/>
        </a:p>
      </dgm:t>
    </dgm:pt>
    <dgm:pt modelId="{5197B35E-0F3E-834C-9621-FACA5DB26AAE}">
      <dgm:prSet phldrT="[Text]"/>
      <dgm:spPr/>
      <dgm:t>
        <a:bodyPr/>
        <a:lstStyle/>
        <a:p>
          <a:r>
            <a:rPr lang="en-US" dirty="0"/>
            <a:t>ISOTONIC</a:t>
          </a:r>
        </a:p>
      </dgm:t>
    </dgm:pt>
    <dgm:pt modelId="{04D848F3-EFAD-484A-90C1-CC223D338504}" type="parTrans" cxnId="{9B3928B1-FEEF-3D43-BADB-8C630AB9DB10}">
      <dgm:prSet/>
      <dgm:spPr/>
      <dgm:t>
        <a:bodyPr/>
        <a:lstStyle/>
        <a:p>
          <a:endParaRPr lang="en-US"/>
        </a:p>
      </dgm:t>
    </dgm:pt>
    <dgm:pt modelId="{3A187189-2834-9A4A-935D-81E0C0A488EE}" type="sibTrans" cxnId="{9B3928B1-FEEF-3D43-BADB-8C630AB9DB10}">
      <dgm:prSet/>
      <dgm:spPr/>
      <dgm:t>
        <a:bodyPr/>
        <a:lstStyle/>
        <a:p>
          <a:endParaRPr lang="en-US"/>
        </a:p>
      </dgm:t>
    </dgm:pt>
    <dgm:pt modelId="{F01C3F8F-7D46-5847-99B9-3D696E3BD625}">
      <dgm:prSet phldrT="[Text]"/>
      <dgm:spPr/>
      <dgm:t>
        <a:bodyPr/>
        <a:lstStyle/>
        <a:p>
          <a:r>
            <a:rPr lang="en-US" dirty="0"/>
            <a:t>HYPOTONIC</a:t>
          </a:r>
        </a:p>
      </dgm:t>
    </dgm:pt>
    <dgm:pt modelId="{49A842FD-2F07-4142-8B4A-E55E72551C0F}" type="parTrans" cxnId="{25211F30-52E3-B845-8044-1DAB00ED60E1}">
      <dgm:prSet/>
      <dgm:spPr/>
      <dgm:t>
        <a:bodyPr/>
        <a:lstStyle/>
        <a:p>
          <a:endParaRPr lang="en-US"/>
        </a:p>
      </dgm:t>
    </dgm:pt>
    <dgm:pt modelId="{E98BF09A-25FA-1644-894E-AE90D2E79EB0}" type="sibTrans" cxnId="{25211F30-52E3-B845-8044-1DAB00ED60E1}">
      <dgm:prSet/>
      <dgm:spPr/>
      <dgm:t>
        <a:bodyPr/>
        <a:lstStyle/>
        <a:p>
          <a:endParaRPr lang="en-US"/>
        </a:p>
      </dgm:t>
    </dgm:pt>
    <dgm:pt modelId="{9C3CF784-F879-E348-9577-377F31ABE037}" type="pres">
      <dgm:prSet presAssocID="{D0D74693-037B-5347-9BEB-D10FCEFB9D2A}" presName="Name0" presStyleCnt="0">
        <dgm:presLayoutVars>
          <dgm:dir/>
          <dgm:resizeHandles val="exact"/>
        </dgm:presLayoutVars>
      </dgm:prSet>
      <dgm:spPr/>
    </dgm:pt>
    <dgm:pt modelId="{CDD9C515-0872-4145-ABA5-AA705B41DE95}" type="pres">
      <dgm:prSet presAssocID="{DA204481-6B2B-B240-86CB-9FE29D7AB890}" presName="composite" presStyleCnt="0"/>
      <dgm:spPr/>
    </dgm:pt>
    <dgm:pt modelId="{D1F534F6-F192-6D41-99BC-3B6D0633382A}" type="pres">
      <dgm:prSet presAssocID="{DA204481-6B2B-B240-86CB-9FE29D7AB890}" presName="rect1" presStyleLbl="bgImgPlace1" presStyleIdx="0" presStyleCnt="3"/>
      <dgm:spPr/>
    </dgm:pt>
    <dgm:pt modelId="{453115F9-4B4D-EF4E-B020-5582A38417B8}" type="pres">
      <dgm:prSet presAssocID="{DA204481-6B2B-B240-86CB-9FE29D7AB890}" presName="wedgeRectCallout1" presStyleLbl="node1" presStyleIdx="0" presStyleCnt="3">
        <dgm:presLayoutVars>
          <dgm:bulletEnabled val="1"/>
        </dgm:presLayoutVars>
      </dgm:prSet>
      <dgm:spPr/>
    </dgm:pt>
    <dgm:pt modelId="{7BFE9AD3-AF25-734A-94B8-37EA8BC18FB7}" type="pres">
      <dgm:prSet presAssocID="{277BFFA9-2BD6-F744-BA6A-66237D6E17F1}" presName="sibTrans" presStyleCnt="0"/>
      <dgm:spPr/>
    </dgm:pt>
    <dgm:pt modelId="{508ED4C0-917A-6D4B-BCA4-6A02FE2AB1E9}" type="pres">
      <dgm:prSet presAssocID="{5197B35E-0F3E-834C-9621-FACA5DB26AAE}" presName="composite" presStyleCnt="0"/>
      <dgm:spPr/>
    </dgm:pt>
    <dgm:pt modelId="{ABE6DD63-4E6B-CA43-B25D-6B9AF1081C9C}" type="pres">
      <dgm:prSet presAssocID="{5197B35E-0F3E-834C-9621-FACA5DB26AAE}" presName="rect1" presStyleLbl="bgImgPlace1" presStyleIdx="1" presStyleCnt="3"/>
      <dgm:spPr/>
    </dgm:pt>
    <dgm:pt modelId="{DF3A04D3-2275-B84A-AD98-66BEB59DF2B7}" type="pres">
      <dgm:prSet presAssocID="{5197B35E-0F3E-834C-9621-FACA5DB26AAE}" presName="wedgeRectCallout1" presStyleLbl="node1" presStyleIdx="1" presStyleCnt="3">
        <dgm:presLayoutVars>
          <dgm:bulletEnabled val="1"/>
        </dgm:presLayoutVars>
      </dgm:prSet>
      <dgm:spPr/>
    </dgm:pt>
    <dgm:pt modelId="{FA4D7F69-3830-AF4E-8A98-FF03E1E17BC7}" type="pres">
      <dgm:prSet presAssocID="{3A187189-2834-9A4A-935D-81E0C0A488EE}" presName="sibTrans" presStyleCnt="0"/>
      <dgm:spPr/>
    </dgm:pt>
    <dgm:pt modelId="{90D18DE8-FDBA-3E4E-92F8-EE075E5F7039}" type="pres">
      <dgm:prSet presAssocID="{F01C3F8F-7D46-5847-99B9-3D696E3BD625}" presName="composite" presStyleCnt="0"/>
      <dgm:spPr/>
    </dgm:pt>
    <dgm:pt modelId="{D2433C0F-4218-6542-AB1E-BC51E8A8945E}" type="pres">
      <dgm:prSet presAssocID="{F01C3F8F-7D46-5847-99B9-3D696E3BD625}" presName="rect1" presStyleLbl="bgImgPlace1" presStyleIdx="2" presStyleCnt="3"/>
      <dgm:spPr/>
    </dgm:pt>
    <dgm:pt modelId="{99E856CF-0FCD-2142-B075-35CC3C473780}" type="pres">
      <dgm:prSet presAssocID="{F01C3F8F-7D46-5847-99B9-3D696E3BD625}" presName="wedgeRectCallout1" presStyleLbl="node1" presStyleIdx="2" presStyleCnt="3">
        <dgm:presLayoutVars>
          <dgm:bulletEnabled val="1"/>
        </dgm:presLayoutVars>
      </dgm:prSet>
      <dgm:spPr/>
    </dgm:pt>
  </dgm:ptLst>
  <dgm:cxnLst>
    <dgm:cxn modelId="{14A1CF09-6D9E-B94B-89C5-D6FC158B9431}" type="presOf" srcId="{D0D74693-037B-5347-9BEB-D10FCEFB9D2A}" destId="{9C3CF784-F879-E348-9577-377F31ABE037}" srcOrd="0" destOrd="0" presId="urn:microsoft.com/office/officeart/2008/layout/BendingPictureCaptionList"/>
    <dgm:cxn modelId="{25211F30-52E3-B845-8044-1DAB00ED60E1}" srcId="{D0D74693-037B-5347-9BEB-D10FCEFB9D2A}" destId="{F01C3F8F-7D46-5847-99B9-3D696E3BD625}" srcOrd="2" destOrd="0" parTransId="{49A842FD-2F07-4142-8B4A-E55E72551C0F}" sibTransId="{E98BF09A-25FA-1644-894E-AE90D2E79EB0}"/>
    <dgm:cxn modelId="{93620840-01A2-9C4D-809C-14C2C786F04C}" type="presOf" srcId="{DA204481-6B2B-B240-86CB-9FE29D7AB890}" destId="{453115F9-4B4D-EF4E-B020-5582A38417B8}" srcOrd="0" destOrd="0" presId="urn:microsoft.com/office/officeart/2008/layout/BendingPictureCaptionList"/>
    <dgm:cxn modelId="{38BF014A-C779-EB40-A834-CB94D62A4FDF}" type="presOf" srcId="{F01C3F8F-7D46-5847-99B9-3D696E3BD625}" destId="{99E856CF-0FCD-2142-B075-35CC3C473780}" srcOrd="0" destOrd="0" presId="urn:microsoft.com/office/officeart/2008/layout/BendingPictureCaptionList"/>
    <dgm:cxn modelId="{C8956056-69E9-2A44-BACD-4EC9C521A0B3}" srcId="{D0D74693-037B-5347-9BEB-D10FCEFB9D2A}" destId="{DA204481-6B2B-B240-86CB-9FE29D7AB890}" srcOrd="0" destOrd="0" parTransId="{F04D28FD-9396-6041-9EF0-FB79E9E65997}" sibTransId="{277BFFA9-2BD6-F744-BA6A-66237D6E17F1}"/>
    <dgm:cxn modelId="{9B3928B1-FEEF-3D43-BADB-8C630AB9DB10}" srcId="{D0D74693-037B-5347-9BEB-D10FCEFB9D2A}" destId="{5197B35E-0F3E-834C-9621-FACA5DB26AAE}" srcOrd="1" destOrd="0" parTransId="{04D848F3-EFAD-484A-90C1-CC223D338504}" sibTransId="{3A187189-2834-9A4A-935D-81E0C0A488EE}"/>
    <dgm:cxn modelId="{D464A5CC-79F8-FC44-AA76-4221CF5E48A5}" type="presOf" srcId="{5197B35E-0F3E-834C-9621-FACA5DB26AAE}" destId="{DF3A04D3-2275-B84A-AD98-66BEB59DF2B7}" srcOrd="0" destOrd="0" presId="urn:microsoft.com/office/officeart/2008/layout/BendingPictureCaptionList"/>
    <dgm:cxn modelId="{646746F1-731A-0A40-92FA-D90EA0713295}" type="presParOf" srcId="{9C3CF784-F879-E348-9577-377F31ABE037}" destId="{CDD9C515-0872-4145-ABA5-AA705B41DE95}" srcOrd="0" destOrd="0" presId="urn:microsoft.com/office/officeart/2008/layout/BendingPictureCaptionList"/>
    <dgm:cxn modelId="{51C1180A-8C34-7F41-AB10-9455DDC60AB7}" type="presParOf" srcId="{CDD9C515-0872-4145-ABA5-AA705B41DE95}" destId="{D1F534F6-F192-6D41-99BC-3B6D0633382A}" srcOrd="0" destOrd="0" presId="urn:microsoft.com/office/officeart/2008/layout/BendingPictureCaptionList"/>
    <dgm:cxn modelId="{AAC96EA3-4BB8-EF4E-AAA7-5FF2D1A7B05D}" type="presParOf" srcId="{CDD9C515-0872-4145-ABA5-AA705B41DE95}" destId="{453115F9-4B4D-EF4E-B020-5582A38417B8}" srcOrd="1" destOrd="0" presId="urn:microsoft.com/office/officeart/2008/layout/BendingPictureCaptionList"/>
    <dgm:cxn modelId="{461C07CE-0A58-2346-A0E1-7F92130ABD90}" type="presParOf" srcId="{9C3CF784-F879-E348-9577-377F31ABE037}" destId="{7BFE9AD3-AF25-734A-94B8-37EA8BC18FB7}" srcOrd="1" destOrd="0" presId="urn:microsoft.com/office/officeart/2008/layout/BendingPictureCaptionList"/>
    <dgm:cxn modelId="{A6FFCC38-E328-9644-864B-5F0DAFC6CD2B}" type="presParOf" srcId="{9C3CF784-F879-E348-9577-377F31ABE037}" destId="{508ED4C0-917A-6D4B-BCA4-6A02FE2AB1E9}" srcOrd="2" destOrd="0" presId="urn:microsoft.com/office/officeart/2008/layout/BendingPictureCaptionList"/>
    <dgm:cxn modelId="{47313D79-EA0C-2141-BFC5-37D04A7E0AFB}" type="presParOf" srcId="{508ED4C0-917A-6D4B-BCA4-6A02FE2AB1E9}" destId="{ABE6DD63-4E6B-CA43-B25D-6B9AF1081C9C}" srcOrd="0" destOrd="0" presId="urn:microsoft.com/office/officeart/2008/layout/BendingPictureCaptionList"/>
    <dgm:cxn modelId="{3F5C99DB-7BA4-8447-91F0-E046AC265358}" type="presParOf" srcId="{508ED4C0-917A-6D4B-BCA4-6A02FE2AB1E9}" destId="{DF3A04D3-2275-B84A-AD98-66BEB59DF2B7}" srcOrd="1" destOrd="0" presId="urn:microsoft.com/office/officeart/2008/layout/BendingPictureCaptionList"/>
    <dgm:cxn modelId="{704FCC40-D435-7B49-B5C6-890674CDB7AA}" type="presParOf" srcId="{9C3CF784-F879-E348-9577-377F31ABE037}" destId="{FA4D7F69-3830-AF4E-8A98-FF03E1E17BC7}" srcOrd="3" destOrd="0" presId="urn:microsoft.com/office/officeart/2008/layout/BendingPictureCaptionList"/>
    <dgm:cxn modelId="{57735FEE-3E77-3746-8390-8351CBD19689}" type="presParOf" srcId="{9C3CF784-F879-E348-9577-377F31ABE037}" destId="{90D18DE8-FDBA-3E4E-92F8-EE075E5F7039}" srcOrd="4" destOrd="0" presId="urn:microsoft.com/office/officeart/2008/layout/BendingPictureCaptionList"/>
    <dgm:cxn modelId="{14163C62-F088-1E4F-BD82-3ABC66E2CD6C}" type="presParOf" srcId="{90D18DE8-FDBA-3E4E-92F8-EE075E5F7039}" destId="{D2433C0F-4218-6542-AB1E-BC51E8A8945E}" srcOrd="0" destOrd="0" presId="urn:microsoft.com/office/officeart/2008/layout/BendingPictureCaptionList"/>
    <dgm:cxn modelId="{6768398E-4B8B-684F-B225-FC8FB6C09214}" type="presParOf" srcId="{90D18DE8-FDBA-3E4E-92F8-EE075E5F7039}" destId="{99E856CF-0FCD-2142-B075-35CC3C473780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EB2C5DA-9A16-B84D-83E8-6684D863D727}" type="doc">
      <dgm:prSet loTypeId="urn:microsoft.com/office/officeart/2008/layout/BendingPictureCaption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3AE0964-6884-3649-B3FE-AD6A135BDBBC}">
      <dgm:prSet phldrT="[Text]"/>
      <dgm:spPr/>
      <dgm:t>
        <a:bodyPr/>
        <a:lstStyle/>
        <a:p>
          <a:r>
            <a:rPr lang="en-US" dirty="0"/>
            <a:t>Isotonic </a:t>
          </a:r>
        </a:p>
      </dgm:t>
    </dgm:pt>
    <dgm:pt modelId="{3F28FEC8-3188-8649-A643-CCE86AD227E0}" type="parTrans" cxnId="{F04B7161-C101-3A43-A5AA-650DCA8DA50E}">
      <dgm:prSet/>
      <dgm:spPr/>
      <dgm:t>
        <a:bodyPr/>
        <a:lstStyle/>
        <a:p>
          <a:endParaRPr lang="en-US"/>
        </a:p>
      </dgm:t>
    </dgm:pt>
    <dgm:pt modelId="{AD4A9D69-2215-9947-8C5A-A1CA355D6FF0}" type="sibTrans" cxnId="{F04B7161-C101-3A43-A5AA-650DCA8DA50E}">
      <dgm:prSet/>
      <dgm:spPr/>
      <dgm:t>
        <a:bodyPr/>
        <a:lstStyle/>
        <a:p>
          <a:endParaRPr lang="en-US"/>
        </a:p>
      </dgm:t>
    </dgm:pt>
    <dgm:pt modelId="{8EFD5661-77D3-9048-8555-27D70E8D0295}">
      <dgm:prSet phldrT="[Text]"/>
      <dgm:spPr/>
      <dgm:t>
        <a:bodyPr/>
        <a:lstStyle/>
        <a:p>
          <a:r>
            <a:rPr lang="en-US" dirty="0"/>
            <a:t>isotonic</a:t>
          </a:r>
        </a:p>
      </dgm:t>
    </dgm:pt>
    <dgm:pt modelId="{C083684E-FB4C-0641-B5A9-992593A102B0}" type="parTrans" cxnId="{0AE8E260-413A-2245-97F8-6C1A8B307A47}">
      <dgm:prSet/>
      <dgm:spPr/>
      <dgm:t>
        <a:bodyPr/>
        <a:lstStyle/>
        <a:p>
          <a:endParaRPr lang="en-US"/>
        </a:p>
      </dgm:t>
    </dgm:pt>
    <dgm:pt modelId="{219C44A8-8377-1A4E-BA9A-94D226BFE9B6}" type="sibTrans" cxnId="{0AE8E260-413A-2245-97F8-6C1A8B307A47}">
      <dgm:prSet/>
      <dgm:spPr/>
      <dgm:t>
        <a:bodyPr/>
        <a:lstStyle/>
        <a:p>
          <a:endParaRPr lang="en-US"/>
        </a:p>
      </dgm:t>
    </dgm:pt>
    <dgm:pt modelId="{42DAA518-801B-C544-AE24-87E409419F9C}" type="pres">
      <dgm:prSet presAssocID="{5EB2C5DA-9A16-B84D-83E8-6684D863D727}" presName="diagram" presStyleCnt="0">
        <dgm:presLayoutVars>
          <dgm:dir/>
        </dgm:presLayoutVars>
      </dgm:prSet>
      <dgm:spPr/>
    </dgm:pt>
    <dgm:pt modelId="{3308ACF8-59C9-9C40-A5BB-25C922EAF3B3}" type="pres">
      <dgm:prSet presAssocID="{33AE0964-6884-3649-B3FE-AD6A135BDBBC}" presName="composite" presStyleCnt="0"/>
      <dgm:spPr/>
    </dgm:pt>
    <dgm:pt modelId="{BE0C9210-FFD9-E544-B490-4F1875638D7D}" type="pres">
      <dgm:prSet presAssocID="{33AE0964-6884-3649-B3FE-AD6A135BDBBC}" presName="Image" presStyleLbl="bgShp" presStyleIdx="0" presStyleCnt="2" custScaleX="94121" custScaleY="153667" custLinFactNeighborX="4845" custLinFactNeighborY="2615"/>
      <dgm:spPr/>
    </dgm:pt>
    <dgm:pt modelId="{7AE7A90F-1FDE-9443-8FDB-305BBE12B6CD}" type="pres">
      <dgm:prSet presAssocID="{33AE0964-6884-3649-B3FE-AD6A135BDBBC}" presName="Parent" presStyleLbl="node0" presStyleIdx="0" presStyleCnt="2" custLinFactY="0" custLinFactNeighborX="-12968" custLinFactNeighborY="100000">
        <dgm:presLayoutVars>
          <dgm:bulletEnabled val="1"/>
        </dgm:presLayoutVars>
      </dgm:prSet>
      <dgm:spPr/>
    </dgm:pt>
    <dgm:pt modelId="{283D20F0-C80A-4049-B1E9-7BE953B172C7}" type="pres">
      <dgm:prSet presAssocID="{AD4A9D69-2215-9947-8C5A-A1CA355D6FF0}" presName="sibTrans" presStyleCnt="0"/>
      <dgm:spPr/>
    </dgm:pt>
    <dgm:pt modelId="{D87EA7CC-C59E-6B4A-89AB-A60C365011FD}" type="pres">
      <dgm:prSet presAssocID="{8EFD5661-77D3-9048-8555-27D70E8D0295}" presName="composite" presStyleCnt="0"/>
      <dgm:spPr/>
    </dgm:pt>
    <dgm:pt modelId="{E9B915C9-85D9-6349-977F-C145457F23B1}" type="pres">
      <dgm:prSet presAssocID="{8EFD5661-77D3-9048-8555-27D70E8D0295}" presName="Image" presStyleLbl="bgShp" presStyleIdx="1" presStyleCnt="2" custScaleY="151555" custLinFactNeighborX="-1440" custLinFactNeighborY="2954"/>
      <dgm:spPr/>
    </dgm:pt>
    <dgm:pt modelId="{7DFE2A08-887F-4D4A-B097-2005A9A4D49F}" type="pres">
      <dgm:prSet presAssocID="{8EFD5661-77D3-9048-8555-27D70E8D0295}" presName="Parent" presStyleLbl="node0" presStyleIdx="1" presStyleCnt="2" custLinFactY="0" custLinFactNeighborX="-9048" custLinFactNeighborY="100000">
        <dgm:presLayoutVars>
          <dgm:bulletEnabled val="1"/>
        </dgm:presLayoutVars>
      </dgm:prSet>
      <dgm:spPr/>
    </dgm:pt>
  </dgm:ptLst>
  <dgm:cxnLst>
    <dgm:cxn modelId="{0AE8E260-413A-2245-97F8-6C1A8B307A47}" srcId="{5EB2C5DA-9A16-B84D-83E8-6684D863D727}" destId="{8EFD5661-77D3-9048-8555-27D70E8D0295}" srcOrd="1" destOrd="0" parTransId="{C083684E-FB4C-0641-B5A9-992593A102B0}" sibTransId="{219C44A8-8377-1A4E-BA9A-94D226BFE9B6}"/>
    <dgm:cxn modelId="{F04B7161-C101-3A43-A5AA-650DCA8DA50E}" srcId="{5EB2C5DA-9A16-B84D-83E8-6684D863D727}" destId="{33AE0964-6884-3649-B3FE-AD6A135BDBBC}" srcOrd="0" destOrd="0" parTransId="{3F28FEC8-3188-8649-A643-CCE86AD227E0}" sibTransId="{AD4A9D69-2215-9947-8C5A-A1CA355D6FF0}"/>
    <dgm:cxn modelId="{F9FB3368-97B8-4C44-BB27-CF08D3714E44}" type="presOf" srcId="{5EB2C5DA-9A16-B84D-83E8-6684D863D727}" destId="{42DAA518-801B-C544-AE24-87E409419F9C}" srcOrd="0" destOrd="0" presId="urn:microsoft.com/office/officeart/2008/layout/BendingPictureCaption"/>
    <dgm:cxn modelId="{32E81EA5-9BC2-D94B-90CC-AF1CE4BAE3E6}" type="presOf" srcId="{8EFD5661-77D3-9048-8555-27D70E8D0295}" destId="{7DFE2A08-887F-4D4A-B097-2005A9A4D49F}" srcOrd="0" destOrd="0" presId="urn:microsoft.com/office/officeart/2008/layout/BendingPictureCaption"/>
    <dgm:cxn modelId="{42D53FB9-922B-2646-821C-441C197603CB}" type="presOf" srcId="{33AE0964-6884-3649-B3FE-AD6A135BDBBC}" destId="{7AE7A90F-1FDE-9443-8FDB-305BBE12B6CD}" srcOrd="0" destOrd="0" presId="urn:microsoft.com/office/officeart/2008/layout/BendingPictureCaption"/>
    <dgm:cxn modelId="{F724BCAD-1ACA-454D-A56D-89EEB0F62463}" type="presParOf" srcId="{42DAA518-801B-C544-AE24-87E409419F9C}" destId="{3308ACF8-59C9-9C40-A5BB-25C922EAF3B3}" srcOrd="0" destOrd="0" presId="urn:microsoft.com/office/officeart/2008/layout/BendingPictureCaption"/>
    <dgm:cxn modelId="{B4B98F7A-0C24-9C4F-B612-0B5921E4836B}" type="presParOf" srcId="{3308ACF8-59C9-9C40-A5BB-25C922EAF3B3}" destId="{BE0C9210-FFD9-E544-B490-4F1875638D7D}" srcOrd="0" destOrd="0" presId="urn:microsoft.com/office/officeart/2008/layout/BendingPictureCaption"/>
    <dgm:cxn modelId="{C2991418-36B7-FD48-9E52-3A61F9D7CF79}" type="presParOf" srcId="{3308ACF8-59C9-9C40-A5BB-25C922EAF3B3}" destId="{7AE7A90F-1FDE-9443-8FDB-305BBE12B6CD}" srcOrd="1" destOrd="0" presId="urn:microsoft.com/office/officeart/2008/layout/BendingPictureCaption"/>
    <dgm:cxn modelId="{E738F3F6-114B-584E-B176-E9E72C2CAC9B}" type="presParOf" srcId="{42DAA518-801B-C544-AE24-87E409419F9C}" destId="{283D20F0-C80A-4049-B1E9-7BE953B172C7}" srcOrd="1" destOrd="0" presId="urn:microsoft.com/office/officeart/2008/layout/BendingPictureCaption"/>
    <dgm:cxn modelId="{BD60714F-1348-364A-906B-E7B0AC06AD6A}" type="presParOf" srcId="{42DAA518-801B-C544-AE24-87E409419F9C}" destId="{D87EA7CC-C59E-6B4A-89AB-A60C365011FD}" srcOrd="2" destOrd="0" presId="urn:microsoft.com/office/officeart/2008/layout/BendingPictureCaption"/>
    <dgm:cxn modelId="{51C24A08-C808-7D4B-9828-B5FC4A28B05F}" type="presParOf" srcId="{D87EA7CC-C59E-6B4A-89AB-A60C365011FD}" destId="{E9B915C9-85D9-6349-977F-C145457F23B1}" srcOrd="0" destOrd="0" presId="urn:microsoft.com/office/officeart/2008/layout/BendingPictureCaption"/>
    <dgm:cxn modelId="{A948D895-4D48-EE41-90D6-DEC2182F5108}" type="presParOf" srcId="{D87EA7CC-C59E-6B4A-89AB-A60C365011FD}" destId="{7DFE2A08-887F-4D4A-B097-2005A9A4D49F}" srcOrd="1" destOrd="0" presId="urn:microsoft.com/office/officeart/2008/layout/BendingPictureCapti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A356C0-6239-4D47-BEEB-FB493A627376}" type="doc">
      <dgm:prSet loTypeId="urn:microsoft.com/office/officeart/2008/layout/PictureAccentLis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18B304-48AE-6F43-BD31-98B8CB05E4EB}">
      <dgm:prSet phldrT="[Text]"/>
      <dgm:spPr/>
      <dgm:t>
        <a:bodyPr/>
        <a:lstStyle/>
        <a:p>
          <a:r>
            <a:rPr lang="en-US" dirty="0"/>
            <a:t>HYPOVOLEMIA</a:t>
          </a:r>
        </a:p>
      </dgm:t>
    </dgm:pt>
    <dgm:pt modelId="{3F7FB747-1485-6B49-841B-B90BA5397BB6}" type="parTrans" cxnId="{7CF17358-C1AF-D64A-BAD6-0834050CE44E}">
      <dgm:prSet/>
      <dgm:spPr/>
      <dgm:t>
        <a:bodyPr/>
        <a:lstStyle/>
        <a:p>
          <a:endParaRPr lang="en-US"/>
        </a:p>
      </dgm:t>
    </dgm:pt>
    <dgm:pt modelId="{2FCE776B-321F-BF46-958D-B87CA049F5E6}" type="sibTrans" cxnId="{7CF17358-C1AF-D64A-BAD6-0834050CE44E}">
      <dgm:prSet/>
      <dgm:spPr/>
      <dgm:t>
        <a:bodyPr/>
        <a:lstStyle/>
        <a:p>
          <a:endParaRPr lang="en-US"/>
        </a:p>
      </dgm:t>
    </dgm:pt>
    <dgm:pt modelId="{377188ED-1944-CD42-856E-B67ADBC87BA8}">
      <dgm:prSet phldrT="[Text]"/>
      <dgm:spPr/>
      <dgm:t>
        <a:bodyPr/>
        <a:lstStyle/>
        <a:p>
          <a:r>
            <a:rPr lang="en-US" dirty="0"/>
            <a:t>HYPOTENSION</a:t>
          </a:r>
        </a:p>
      </dgm:t>
    </dgm:pt>
    <dgm:pt modelId="{11E2944D-DDB5-BC4F-B1EB-06C678D4238C}" type="parTrans" cxnId="{E5835AB0-CB6B-2F41-AB66-43C148CA8D2A}">
      <dgm:prSet/>
      <dgm:spPr/>
      <dgm:t>
        <a:bodyPr/>
        <a:lstStyle/>
        <a:p>
          <a:endParaRPr lang="en-US"/>
        </a:p>
      </dgm:t>
    </dgm:pt>
    <dgm:pt modelId="{AF2D3D20-DE0B-1243-915E-97D310F2B1B4}" type="sibTrans" cxnId="{E5835AB0-CB6B-2F41-AB66-43C148CA8D2A}">
      <dgm:prSet/>
      <dgm:spPr/>
      <dgm:t>
        <a:bodyPr/>
        <a:lstStyle/>
        <a:p>
          <a:endParaRPr lang="en-US"/>
        </a:p>
      </dgm:t>
    </dgm:pt>
    <dgm:pt modelId="{79378BA6-A063-0C4F-BE4F-C1AB112E4DF9}">
      <dgm:prSet phldrT="[Text]"/>
      <dgm:spPr/>
      <dgm:t>
        <a:bodyPr/>
        <a:lstStyle/>
        <a:p>
          <a:r>
            <a:rPr lang="en-US" dirty="0"/>
            <a:t>OLIGURIA</a:t>
          </a:r>
        </a:p>
      </dgm:t>
    </dgm:pt>
    <dgm:pt modelId="{C4E6248B-5C51-7443-A3DE-16B470DFDF08}" type="parTrans" cxnId="{5950A460-39F0-AF4C-8AB7-C81A2A207D20}">
      <dgm:prSet/>
      <dgm:spPr/>
      <dgm:t>
        <a:bodyPr/>
        <a:lstStyle/>
        <a:p>
          <a:endParaRPr lang="en-US"/>
        </a:p>
      </dgm:t>
    </dgm:pt>
    <dgm:pt modelId="{7978674D-8DE0-2244-8F4D-7A4E35D4C3CB}" type="sibTrans" cxnId="{5950A460-39F0-AF4C-8AB7-C81A2A207D20}">
      <dgm:prSet/>
      <dgm:spPr/>
      <dgm:t>
        <a:bodyPr/>
        <a:lstStyle/>
        <a:p>
          <a:endParaRPr lang="en-US"/>
        </a:p>
      </dgm:t>
    </dgm:pt>
    <dgm:pt modelId="{F97DAF44-8713-5F43-A530-12EE8C083FFD}" type="pres">
      <dgm:prSet presAssocID="{CAA356C0-6239-4D47-BEEB-FB493A627376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90968F15-A0E0-DE42-89E6-93C87A4E3C2B}" type="pres">
      <dgm:prSet presAssocID="{8918B304-48AE-6F43-BD31-98B8CB05E4EB}" presName="root" presStyleCnt="0">
        <dgm:presLayoutVars>
          <dgm:chMax/>
          <dgm:chPref val="4"/>
        </dgm:presLayoutVars>
      </dgm:prSet>
      <dgm:spPr/>
    </dgm:pt>
    <dgm:pt modelId="{79CFA90B-3F1E-574A-B93E-646B41234883}" type="pres">
      <dgm:prSet presAssocID="{8918B304-48AE-6F43-BD31-98B8CB05E4EB}" presName="rootComposite" presStyleCnt="0">
        <dgm:presLayoutVars/>
      </dgm:prSet>
      <dgm:spPr/>
    </dgm:pt>
    <dgm:pt modelId="{CAEFDDC3-24A3-4F4D-9427-5085D7D890E8}" type="pres">
      <dgm:prSet presAssocID="{8918B304-48AE-6F43-BD31-98B8CB05E4EB}" presName="rootText" presStyleLbl="node0" presStyleIdx="0" presStyleCnt="1" custScaleX="58355" custLinFactNeighborX="18318" custLinFactNeighborY="-7633">
        <dgm:presLayoutVars>
          <dgm:chMax/>
          <dgm:chPref val="4"/>
        </dgm:presLayoutVars>
      </dgm:prSet>
      <dgm:spPr/>
    </dgm:pt>
    <dgm:pt modelId="{44D65658-5722-AF42-80AA-93D8B517D022}" type="pres">
      <dgm:prSet presAssocID="{8918B304-48AE-6F43-BD31-98B8CB05E4EB}" presName="childShape" presStyleCnt="0">
        <dgm:presLayoutVars>
          <dgm:chMax val="0"/>
          <dgm:chPref val="0"/>
        </dgm:presLayoutVars>
      </dgm:prSet>
      <dgm:spPr/>
    </dgm:pt>
    <dgm:pt modelId="{A75F60CC-FAC7-E748-B99A-E52F320D4711}" type="pres">
      <dgm:prSet presAssocID="{377188ED-1944-CD42-856E-B67ADBC87BA8}" presName="childComposite" presStyleCnt="0">
        <dgm:presLayoutVars>
          <dgm:chMax val="0"/>
          <dgm:chPref val="0"/>
        </dgm:presLayoutVars>
      </dgm:prSet>
      <dgm:spPr/>
    </dgm:pt>
    <dgm:pt modelId="{64C90880-F749-0440-8AEA-EDB55297868A}" type="pres">
      <dgm:prSet presAssocID="{377188ED-1944-CD42-856E-B67ADBC87BA8}" presName="Image" presStyleLbl="node1" presStyleIdx="0" presStyleCnt="2" custScaleX="348146"/>
      <dgm:spPr/>
    </dgm:pt>
    <dgm:pt modelId="{E54CA9A2-6C5B-9949-B57C-69EBE29CE7C1}" type="pres">
      <dgm:prSet presAssocID="{377188ED-1944-CD42-856E-B67ADBC87BA8}" presName="childText" presStyleLbl="lnNode1" presStyleIdx="0" presStyleCnt="2" custScaleX="65213">
        <dgm:presLayoutVars>
          <dgm:chMax val="0"/>
          <dgm:chPref val="0"/>
          <dgm:bulletEnabled val="1"/>
        </dgm:presLayoutVars>
      </dgm:prSet>
      <dgm:spPr/>
    </dgm:pt>
    <dgm:pt modelId="{3374EAB9-4459-5044-8BAE-D949F7637379}" type="pres">
      <dgm:prSet presAssocID="{79378BA6-A063-0C4F-BE4F-C1AB112E4DF9}" presName="childComposite" presStyleCnt="0">
        <dgm:presLayoutVars>
          <dgm:chMax val="0"/>
          <dgm:chPref val="0"/>
        </dgm:presLayoutVars>
      </dgm:prSet>
      <dgm:spPr/>
    </dgm:pt>
    <dgm:pt modelId="{B7F44D22-BB43-C048-A896-532400207456}" type="pres">
      <dgm:prSet presAssocID="{79378BA6-A063-0C4F-BE4F-C1AB112E4DF9}" presName="Image" presStyleLbl="node1" presStyleIdx="1" presStyleCnt="2" custScaleX="369469" custLinFactNeighborX="10970"/>
      <dgm:spPr/>
    </dgm:pt>
    <dgm:pt modelId="{70C17007-91BA-474B-9A5C-E89A0BA9B142}" type="pres">
      <dgm:prSet presAssocID="{79378BA6-A063-0C4F-BE4F-C1AB112E4DF9}" presName="childText" presStyleLbl="lnNode1" presStyleIdx="1" presStyleCnt="2" custScaleX="61706">
        <dgm:presLayoutVars>
          <dgm:chMax val="0"/>
          <dgm:chPref val="0"/>
          <dgm:bulletEnabled val="1"/>
        </dgm:presLayoutVars>
      </dgm:prSet>
      <dgm:spPr/>
    </dgm:pt>
  </dgm:ptLst>
  <dgm:cxnLst>
    <dgm:cxn modelId="{1E203E05-84A3-DE40-AB21-3E7484ADD693}" type="presOf" srcId="{8918B304-48AE-6F43-BD31-98B8CB05E4EB}" destId="{CAEFDDC3-24A3-4F4D-9427-5085D7D890E8}" srcOrd="0" destOrd="0" presId="urn:microsoft.com/office/officeart/2008/layout/PictureAccentList"/>
    <dgm:cxn modelId="{5950A460-39F0-AF4C-8AB7-C81A2A207D20}" srcId="{8918B304-48AE-6F43-BD31-98B8CB05E4EB}" destId="{79378BA6-A063-0C4F-BE4F-C1AB112E4DF9}" srcOrd="1" destOrd="0" parTransId="{C4E6248B-5C51-7443-A3DE-16B470DFDF08}" sibTransId="{7978674D-8DE0-2244-8F4D-7A4E35D4C3CB}"/>
    <dgm:cxn modelId="{8865CB44-1AA9-FC4E-8F78-E8B751D7A5A8}" type="presOf" srcId="{377188ED-1944-CD42-856E-B67ADBC87BA8}" destId="{E54CA9A2-6C5B-9949-B57C-69EBE29CE7C1}" srcOrd="0" destOrd="0" presId="urn:microsoft.com/office/officeart/2008/layout/PictureAccentList"/>
    <dgm:cxn modelId="{7CF17358-C1AF-D64A-BAD6-0834050CE44E}" srcId="{CAA356C0-6239-4D47-BEEB-FB493A627376}" destId="{8918B304-48AE-6F43-BD31-98B8CB05E4EB}" srcOrd="0" destOrd="0" parTransId="{3F7FB747-1485-6B49-841B-B90BA5397BB6}" sibTransId="{2FCE776B-321F-BF46-958D-B87CA049F5E6}"/>
    <dgm:cxn modelId="{1EA2F5A6-10A7-B24D-A63D-5464FE4F69C1}" type="presOf" srcId="{CAA356C0-6239-4D47-BEEB-FB493A627376}" destId="{F97DAF44-8713-5F43-A530-12EE8C083FFD}" srcOrd="0" destOrd="0" presId="urn:microsoft.com/office/officeart/2008/layout/PictureAccentList"/>
    <dgm:cxn modelId="{E5835AB0-CB6B-2F41-AB66-43C148CA8D2A}" srcId="{8918B304-48AE-6F43-BD31-98B8CB05E4EB}" destId="{377188ED-1944-CD42-856E-B67ADBC87BA8}" srcOrd="0" destOrd="0" parTransId="{11E2944D-DDB5-BC4F-B1EB-06C678D4238C}" sibTransId="{AF2D3D20-DE0B-1243-915E-97D310F2B1B4}"/>
    <dgm:cxn modelId="{5D4B29F7-BCBB-E546-8868-66D846FB96C8}" type="presOf" srcId="{79378BA6-A063-0C4F-BE4F-C1AB112E4DF9}" destId="{70C17007-91BA-474B-9A5C-E89A0BA9B142}" srcOrd="0" destOrd="0" presId="urn:microsoft.com/office/officeart/2008/layout/PictureAccentList"/>
    <dgm:cxn modelId="{C85D056B-B156-C64F-9D1B-0917A9022586}" type="presParOf" srcId="{F97DAF44-8713-5F43-A530-12EE8C083FFD}" destId="{90968F15-A0E0-DE42-89E6-93C87A4E3C2B}" srcOrd="0" destOrd="0" presId="urn:microsoft.com/office/officeart/2008/layout/PictureAccentList"/>
    <dgm:cxn modelId="{8E4B2821-E26F-9F46-91A1-09CEB105177C}" type="presParOf" srcId="{90968F15-A0E0-DE42-89E6-93C87A4E3C2B}" destId="{79CFA90B-3F1E-574A-B93E-646B41234883}" srcOrd="0" destOrd="0" presId="urn:microsoft.com/office/officeart/2008/layout/PictureAccentList"/>
    <dgm:cxn modelId="{1FE66B81-9641-2F4C-B2B1-6EF176D48497}" type="presParOf" srcId="{79CFA90B-3F1E-574A-B93E-646B41234883}" destId="{CAEFDDC3-24A3-4F4D-9427-5085D7D890E8}" srcOrd="0" destOrd="0" presId="urn:microsoft.com/office/officeart/2008/layout/PictureAccentList"/>
    <dgm:cxn modelId="{47C0A555-17ED-FA4C-A144-61A2457A0C55}" type="presParOf" srcId="{90968F15-A0E0-DE42-89E6-93C87A4E3C2B}" destId="{44D65658-5722-AF42-80AA-93D8B517D022}" srcOrd="1" destOrd="0" presId="urn:microsoft.com/office/officeart/2008/layout/PictureAccentList"/>
    <dgm:cxn modelId="{D5119E7F-9368-044B-97E2-05EF2F7DA707}" type="presParOf" srcId="{44D65658-5722-AF42-80AA-93D8B517D022}" destId="{A75F60CC-FAC7-E748-B99A-E52F320D4711}" srcOrd="0" destOrd="0" presId="urn:microsoft.com/office/officeart/2008/layout/PictureAccentList"/>
    <dgm:cxn modelId="{B3ADCC63-C646-4A49-A5AD-94D4AC2BCCC9}" type="presParOf" srcId="{A75F60CC-FAC7-E748-B99A-E52F320D4711}" destId="{64C90880-F749-0440-8AEA-EDB55297868A}" srcOrd="0" destOrd="0" presId="urn:microsoft.com/office/officeart/2008/layout/PictureAccentList"/>
    <dgm:cxn modelId="{B1395436-6EE4-AD40-BDAA-40F219B27B1A}" type="presParOf" srcId="{A75F60CC-FAC7-E748-B99A-E52F320D4711}" destId="{E54CA9A2-6C5B-9949-B57C-69EBE29CE7C1}" srcOrd="1" destOrd="0" presId="urn:microsoft.com/office/officeart/2008/layout/PictureAccentList"/>
    <dgm:cxn modelId="{7B2B70BF-D859-A842-9C61-A75043DCC827}" type="presParOf" srcId="{44D65658-5722-AF42-80AA-93D8B517D022}" destId="{3374EAB9-4459-5044-8BAE-D949F7637379}" srcOrd="1" destOrd="0" presId="urn:microsoft.com/office/officeart/2008/layout/PictureAccentList"/>
    <dgm:cxn modelId="{19F542D1-E6CD-6D42-92DD-583FC32BC72D}" type="presParOf" srcId="{3374EAB9-4459-5044-8BAE-D949F7637379}" destId="{B7F44D22-BB43-C048-A896-532400207456}" srcOrd="0" destOrd="0" presId="urn:microsoft.com/office/officeart/2008/layout/PictureAccentList"/>
    <dgm:cxn modelId="{AB85E067-A590-944C-9E29-F3231E51DCC9}" type="presParOf" srcId="{3374EAB9-4459-5044-8BAE-D949F7637379}" destId="{70C17007-91BA-474B-9A5C-E89A0BA9B142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86759FA-7E80-0F43-8E54-A1B9D56D9891}" type="doc">
      <dgm:prSet loTypeId="urn:microsoft.com/office/officeart/2005/8/layout/cycle4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47EBCD2-5585-AD41-BACD-FA6429A6D918}">
      <dgm:prSet phldrT="[Text]" custT="1"/>
      <dgm:spPr/>
      <dgm:t>
        <a:bodyPr/>
        <a:lstStyle/>
        <a:p>
          <a:r>
            <a:rPr lang="en-US" sz="2000" dirty="0"/>
            <a:t>POLYURIA</a:t>
          </a:r>
        </a:p>
      </dgm:t>
    </dgm:pt>
    <dgm:pt modelId="{0DED85F7-3008-EF4F-895B-D49B2D8CE968}" type="parTrans" cxnId="{4CAC24F6-10AA-A545-B858-EA03514AC571}">
      <dgm:prSet/>
      <dgm:spPr/>
      <dgm:t>
        <a:bodyPr/>
        <a:lstStyle/>
        <a:p>
          <a:endParaRPr lang="en-US"/>
        </a:p>
      </dgm:t>
    </dgm:pt>
    <dgm:pt modelId="{C1764A47-7D2F-504A-A4E7-A748EB47AA2E}" type="sibTrans" cxnId="{4CAC24F6-10AA-A545-B858-EA03514AC571}">
      <dgm:prSet/>
      <dgm:spPr/>
      <dgm:t>
        <a:bodyPr/>
        <a:lstStyle/>
        <a:p>
          <a:endParaRPr lang="en-US"/>
        </a:p>
      </dgm:t>
    </dgm:pt>
    <dgm:pt modelId="{C65965F3-E7B8-4742-9223-A590C51BF2A9}">
      <dgm:prSet phldrT="[Text]"/>
      <dgm:spPr/>
      <dgm:t>
        <a:bodyPr/>
        <a:lstStyle/>
        <a:p>
          <a:r>
            <a:rPr lang="en-US" dirty="0"/>
            <a:t>HYPERVOLEMIA</a:t>
          </a:r>
        </a:p>
      </dgm:t>
    </dgm:pt>
    <dgm:pt modelId="{CBA63D3F-5FEF-6044-8EE0-1EB0DC8985C9}" type="parTrans" cxnId="{1F6AD18C-DEFA-D34D-BDC5-AA0255BC65F0}">
      <dgm:prSet/>
      <dgm:spPr/>
      <dgm:t>
        <a:bodyPr/>
        <a:lstStyle/>
        <a:p>
          <a:endParaRPr lang="en-US"/>
        </a:p>
      </dgm:t>
    </dgm:pt>
    <dgm:pt modelId="{3BC5259D-794C-4444-96E5-47738E85017E}" type="sibTrans" cxnId="{1F6AD18C-DEFA-D34D-BDC5-AA0255BC65F0}">
      <dgm:prSet/>
      <dgm:spPr/>
      <dgm:t>
        <a:bodyPr/>
        <a:lstStyle/>
        <a:p>
          <a:endParaRPr lang="en-US"/>
        </a:p>
      </dgm:t>
    </dgm:pt>
    <dgm:pt modelId="{A78F58EC-B472-EB4D-8ACD-F5427570667A}">
      <dgm:prSet phldrT="[Text]" custT="1"/>
      <dgm:spPr/>
      <dgm:t>
        <a:bodyPr/>
        <a:lstStyle/>
        <a:p>
          <a:r>
            <a:rPr lang="en-US" sz="1700" dirty="0"/>
            <a:t>POLYDYPSIA</a:t>
          </a:r>
        </a:p>
      </dgm:t>
    </dgm:pt>
    <dgm:pt modelId="{D999E68F-FAAA-4E49-8FB7-10DC990CA917}" type="parTrans" cxnId="{81629196-1048-5D4F-8FD5-399773B1AFCD}">
      <dgm:prSet/>
      <dgm:spPr/>
      <dgm:t>
        <a:bodyPr/>
        <a:lstStyle/>
        <a:p>
          <a:endParaRPr lang="en-US"/>
        </a:p>
      </dgm:t>
    </dgm:pt>
    <dgm:pt modelId="{833E1BC5-F301-0F45-880D-532046AC0F4F}" type="sibTrans" cxnId="{81629196-1048-5D4F-8FD5-399773B1AFCD}">
      <dgm:prSet/>
      <dgm:spPr/>
      <dgm:t>
        <a:bodyPr/>
        <a:lstStyle/>
        <a:p>
          <a:endParaRPr lang="en-US"/>
        </a:p>
      </dgm:t>
    </dgm:pt>
    <dgm:pt modelId="{83D1644F-CC3F-8F46-B574-A5F9771A0338}">
      <dgm:prSet phldrT="[Text]"/>
      <dgm:spPr/>
      <dgm:t>
        <a:bodyPr/>
        <a:lstStyle/>
        <a:p>
          <a:r>
            <a:rPr lang="en-US" dirty="0"/>
            <a:t>HYPERTENSION</a:t>
          </a:r>
        </a:p>
      </dgm:t>
    </dgm:pt>
    <dgm:pt modelId="{C91F32B0-A28A-E842-AD18-54CDB41566FF}" type="parTrans" cxnId="{83854817-6BEE-8343-B3E1-1C40AD0AB522}">
      <dgm:prSet/>
      <dgm:spPr/>
      <dgm:t>
        <a:bodyPr/>
        <a:lstStyle/>
        <a:p>
          <a:endParaRPr lang="en-US"/>
        </a:p>
      </dgm:t>
    </dgm:pt>
    <dgm:pt modelId="{96882D56-0897-0A4D-9919-C6675EF6258C}" type="sibTrans" cxnId="{83854817-6BEE-8343-B3E1-1C40AD0AB522}">
      <dgm:prSet/>
      <dgm:spPr/>
      <dgm:t>
        <a:bodyPr/>
        <a:lstStyle/>
        <a:p>
          <a:endParaRPr lang="en-US"/>
        </a:p>
      </dgm:t>
    </dgm:pt>
    <dgm:pt modelId="{7D25EB19-6681-BB4D-9A2A-367019C6FC5D}">
      <dgm:prSet phldrT="[Text]"/>
      <dgm:spPr/>
      <dgm:t>
        <a:bodyPr/>
        <a:lstStyle/>
        <a:p>
          <a:r>
            <a:rPr lang="en-US" dirty="0"/>
            <a:t>DRY MOUTH</a:t>
          </a:r>
        </a:p>
      </dgm:t>
    </dgm:pt>
    <dgm:pt modelId="{CEFB2B0F-626E-154F-B6B5-311B48D370D4}" type="parTrans" cxnId="{4C384800-4AC8-C34E-86B8-C84C4E2A859F}">
      <dgm:prSet/>
      <dgm:spPr/>
      <dgm:t>
        <a:bodyPr/>
        <a:lstStyle/>
        <a:p>
          <a:endParaRPr lang="en-US"/>
        </a:p>
      </dgm:t>
    </dgm:pt>
    <dgm:pt modelId="{5E7CA409-DD3C-A44C-A1FC-A32EF45CA68A}" type="sibTrans" cxnId="{4C384800-4AC8-C34E-86B8-C84C4E2A859F}">
      <dgm:prSet/>
      <dgm:spPr/>
      <dgm:t>
        <a:bodyPr/>
        <a:lstStyle/>
        <a:p>
          <a:endParaRPr lang="en-US"/>
        </a:p>
      </dgm:t>
    </dgm:pt>
    <dgm:pt modelId="{535746AD-607F-D54F-8EC4-A7A3FA342EF7}">
      <dgm:prSet phldrT="[Text]"/>
      <dgm:spPr/>
      <dgm:t>
        <a:bodyPr/>
        <a:lstStyle/>
        <a:p>
          <a:r>
            <a:rPr lang="en-US" dirty="0"/>
            <a:t>        CONFUSION/   DECREASE LOC</a:t>
          </a:r>
        </a:p>
      </dgm:t>
    </dgm:pt>
    <dgm:pt modelId="{C516DD12-84F0-5945-839E-4D43AF63F797}" type="parTrans" cxnId="{626C1223-5F59-F947-BA52-AD9AA73542CF}">
      <dgm:prSet/>
      <dgm:spPr/>
      <dgm:t>
        <a:bodyPr/>
        <a:lstStyle/>
        <a:p>
          <a:endParaRPr lang="en-US"/>
        </a:p>
      </dgm:t>
    </dgm:pt>
    <dgm:pt modelId="{4FF1396D-6CA8-624C-A22A-566076C1F1E4}" type="sibTrans" cxnId="{626C1223-5F59-F947-BA52-AD9AA73542CF}">
      <dgm:prSet/>
      <dgm:spPr/>
      <dgm:t>
        <a:bodyPr/>
        <a:lstStyle/>
        <a:p>
          <a:endParaRPr lang="en-US"/>
        </a:p>
      </dgm:t>
    </dgm:pt>
    <dgm:pt modelId="{DD1BCD2C-8735-D64B-BE64-410256762063}">
      <dgm:prSet phldrT="[Text]"/>
      <dgm:spPr/>
      <dgm:t>
        <a:bodyPr/>
        <a:lstStyle/>
        <a:p>
          <a:r>
            <a:rPr lang="en-US" dirty="0"/>
            <a:t>DRY SKIN</a:t>
          </a:r>
        </a:p>
      </dgm:t>
    </dgm:pt>
    <dgm:pt modelId="{33263835-8422-A646-9DF7-7A2535A2BEDC}" type="parTrans" cxnId="{2851D163-2C06-2341-B248-1C8BD65CC1B7}">
      <dgm:prSet/>
      <dgm:spPr/>
      <dgm:t>
        <a:bodyPr/>
        <a:lstStyle/>
        <a:p>
          <a:endParaRPr lang="en-US"/>
        </a:p>
      </dgm:t>
    </dgm:pt>
    <dgm:pt modelId="{F748B3AC-BF08-3A4F-8A3D-1C99878FF60F}" type="sibTrans" cxnId="{2851D163-2C06-2341-B248-1C8BD65CC1B7}">
      <dgm:prSet/>
      <dgm:spPr/>
      <dgm:t>
        <a:bodyPr/>
        <a:lstStyle/>
        <a:p>
          <a:endParaRPr lang="en-US"/>
        </a:p>
      </dgm:t>
    </dgm:pt>
    <dgm:pt modelId="{CFCBAA63-7CC5-DC49-8286-148C561FD7C6}">
      <dgm:prSet phldrT="[Text]"/>
      <dgm:spPr/>
      <dgm:t>
        <a:bodyPr/>
        <a:lstStyle/>
        <a:p>
          <a:r>
            <a:rPr lang="en-US" dirty="0"/>
            <a:t>CELLULAR DEHYDRATION</a:t>
          </a:r>
        </a:p>
      </dgm:t>
    </dgm:pt>
    <dgm:pt modelId="{345E9C10-B620-3F41-BB0C-6DD1C489106C}" type="parTrans" cxnId="{80BAA515-B0D0-EF4C-A92D-536BFA3B9E5C}">
      <dgm:prSet/>
      <dgm:spPr/>
      <dgm:t>
        <a:bodyPr/>
        <a:lstStyle/>
        <a:p>
          <a:endParaRPr lang="en-US"/>
        </a:p>
      </dgm:t>
    </dgm:pt>
    <dgm:pt modelId="{93D5BF8D-7EA6-9C49-89F9-D1E69AB6F580}" type="sibTrans" cxnId="{80BAA515-B0D0-EF4C-A92D-536BFA3B9E5C}">
      <dgm:prSet/>
      <dgm:spPr/>
      <dgm:t>
        <a:bodyPr/>
        <a:lstStyle/>
        <a:p>
          <a:endParaRPr lang="en-US"/>
        </a:p>
      </dgm:t>
    </dgm:pt>
    <dgm:pt modelId="{7540779E-75BF-0945-ABF2-3B00B01F3F18}" type="pres">
      <dgm:prSet presAssocID="{C86759FA-7E80-0F43-8E54-A1B9D56D9891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030B56AB-3376-B043-9C83-D87252F25A63}" type="pres">
      <dgm:prSet presAssocID="{C86759FA-7E80-0F43-8E54-A1B9D56D9891}" presName="children" presStyleCnt="0"/>
      <dgm:spPr/>
    </dgm:pt>
    <dgm:pt modelId="{E8880CD2-585B-4F4D-A362-7C05D649EC8B}" type="pres">
      <dgm:prSet presAssocID="{C86759FA-7E80-0F43-8E54-A1B9D56D9891}" presName="child1group" presStyleCnt="0"/>
      <dgm:spPr/>
    </dgm:pt>
    <dgm:pt modelId="{189C033B-D9F7-134E-97FF-CF60E1A59201}" type="pres">
      <dgm:prSet presAssocID="{C86759FA-7E80-0F43-8E54-A1B9D56D9891}" presName="child1" presStyleLbl="bgAcc1" presStyleIdx="0" presStyleCnt="4" custScaleX="173542"/>
      <dgm:spPr/>
    </dgm:pt>
    <dgm:pt modelId="{1443C814-0562-9B49-B270-7B14FD80D8BA}" type="pres">
      <dgm:prSet presAssocID="{C86759FA-7E80-0F43-8E54-A1B9D56D9891}" presName="child1Text" presStyleLbl="bgAcc1" presStyleIdx="0" presStyleCnt="4">
        <dgm:presLayoutVars>
          <dgm:bulletEnabled val="1"/>
        </dgm:presLayoutVars>
      </dgm:prSet>
      <dgm:spPr/>
    </dgm:pt>
    <dgm:pt modelId="{94AD80F3-0B09-9949-8D42-BD175E9BA000}" type="pres">
      <dgm:prSet presAssocID="{C86759FA-7E80-0F43-8E54-A1B9D56D9891}" presName="child2group" presStyleCnt="0"/>
      <dgm:spPr/>
    </dgm:pt>
    <dgm:pt modelId="{550A3792-E508-BD46-8CFC-47B3460AF955}" type="pres">
      <dgm:prSet presAssocID="{C86759FA-7E80-0F43-8E54-A1B9D56D9891}" presName="child2" presStyleLbl="bgAcc1" presStyleIdx="1" presStyleCnt="4" custScaleX="170929"/>
      <dgm:spPr/>
    </dgm:pt>
    <dgm:pt modelId="{178349E3-F315-4547-8304-66C98A3FA590}" type="pres">
      <dgm:prSet presAssocID="{C86759FA-7E80-0F43-8E54-A1B9D56D9891}" presName="child2Text" presStyleLbl="bgAcc1" presStyleIdx="1" presStyleCnt="4">
        <dgm:presLayoutVars>
          <dgm:bulletEnabled val="1"/>
        </dgm:presLayoutVars>
      </dgm:prSet>
      <dgm:spPr/>
    </dgm:pt>
    <dgm:pt modelId="{28ECF5FC-EE8B-AA4F-B46E-B22050099D57}" type="pres">
      <dgm:prSet presAssocID="{C86759FA-7E80-0F43-8E54-A1B9D56D9891}" presName="child3group" presStyleCnt="0"/>
      <dgm:spPr/>
    </dgm:pt>
    <dgm:pt modelId="{A3B67988-C5BC-7749-86E6-9FE1CECE207C}" type="pres">
      <dgm:prSet presAssocID="{C86759FA-7E80-0F43-8E54-A1B9D56D9891}" presName="child3" presStyleLbl="bgAcc1" presStyleIdx="2" presStyleCnt="4" custScaleX="186875"/>
      <dgm:spPr/>
    </dgm:pt>
    <dgm:pt modelId="{9B5E812F-DCCD-3949-B333-FE99AD09E337}" type="pres">
      <dgm:prSet presAssocID="{C86759FA-7E80-0F43-8E54-A1B9D56D9891}" presName="child3Text" presStyleLbl="bgAcc1" presStyleIdx="2" presStyleCnt="4">
        <dgm:presLayoutVars>
          <dgm:bulletEnabled val="1"/>
        </dgm:presLayoutVars>
      </dgm:prSet>
      <dgm:spPr/>
    </dgm:pt>
    <dgm:pt modelId="{FE4D67A3-E417-7340-92E0-67B07D6349B1}" type="pres">
      <dgm:prSet presAssocID="{C86759FA-7E80-0F43-8E54-A1B9D56D9891}" presName="child4group" presStyleCnt="0"/>
      <dgm:spPr/>
    </dgm:pt>
    <dgm:pt modelId="{29990944-58EE-E44A-8457-F38C44EE5CE6}" type="pres">
      <dgm:prSet presAssocID="{C86759FA-7E80-0F43-8E54-A1B9D56D9891}" presName="child4" presStyleLbl="bgAcc1" presStyleIdx="3" presStyleCnt="4" custScaleX="184768"/>
      <dgm:spPr/>
    </dgm:pt>
    <dgm:pt modelId="{1588DEF8-0C79-7F41-ADFE-93012024DB03}" type="pres">
      <dgm:prSet presAssocID="{C86759FA-7E80-0F43-8E54-A1B9D56D9891}" presName="child4Text" presStyleLbl="bgAcc1" presStyleIdx="3" presStyleCnt="4">
        <dgm:presLayoutVars>
          <dgm:bulletEnabled val="1"/>
        </dgm:presLayoutVars>
      </dgm:prSet>
      <dgm:spPr/>
    </dgm:pt>
    <dgm:pt modelId="{D0716CD5-2B19-E24C-AB1F-8C7B31EDEF86}" type="pres">
      <dgm:prSet presAssocID="{C86759FA-7E80-0F43-8E54-A1B9D56D9891}" presName="childPlaceholder" presStyleCnt="0"/>
      <dgm:spPr/>
    </dgm:pt>
    <dgm:pt modelId="{EB824823-58D7-7A49-8579-E9C78DD28AFA}" type="pres">
      <dgm:prSet presAssocID="{C86759FA-7E80-0F43-8E54-A1B9D56D9891}" presName="circle" presStyleCnt="0"/>
      <dgm:spPr/>
    </dgm:pt>
    <dgm:pt modelId="{F309F151-22F2-3B45-A953-B76BFA7500C1}" type="pres">
      <dgm:prSet presAssocID="{C86759FA-7E80-0F43-8E54-A1B9D56D9891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4D0348ED-6398-6B4A-ADFE-655FF377FBC6}" type="pres">
      <dgm:prSet presAssocID="{C86759FA-7E80-0F43-8E54-A1B9D56D9891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FA9556ED-95CE-F545-AA20-FEC5555DCA66}" type="pres">
      <dgm:prSet presAssocID="{C86759FA-7E80-0F43-8E54-A1B9D56D9891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F9B2CB41-8201-FB46-891B-2B9CAEF935DD}" type="pres">
      <dgm:prSet presAssocID="{C86759FA-7E80-0F43-8E54-A1B9D56D9891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50121A3E-1BEE-CC45-B8A7-D5745E62D4D1}" type="pres">
      <dgm:prSet presAssocID="{C86759FA-7E80-0F43-8E54-A1B9D56D9891}" presName="quadrantPlaceholder" presStyleCnt="0"/>
      <dgm:spPr/>
    </dgm:pt>
    <dgm:pt modelId="{482D1B0C-AFC5-1649-9485-25C64D205ADE}" type="pres">
      <dgm:prSet presAssocID="{C86759FA-7E80-0F43-8E54-A1B9D56D9891}" presName="center1" presStyleLbl="fgShp" presStyleIdx="0" presStyleCnt="2"/>
      <dgm:spPr/>
    </dgm:pt>
    <dgm:pt modelId="{90D896D1-C231-8945-89AB-7332060E28EE}" type="pres">
      <dgm:prSet presAssocID="{C86759FA-7E80-0F43-8E54-A1B9D56D9891}" presName="center2" presStyleLbl="fgShp" presStyleIdx="1" presStyleCnt="2"/>
      <dgm:spPr/>
    </dgm:pt>
  </dgm:ptLst>
  <dgm:cxnLst>
    <dgm:cxn modelId="{4C384800-4AC8-C34E-86B8-C84C4E2A859F}" srcId="{C86759FA-7E80-0F43-8E54-A1B9D56D9891}" destId="{7D25EB19-6681-BB4D-9A2A-367019C6FC5D}" srcOrd="2" destOrd="0" parTransId="{CEFB2B0F-626E-154F-B6B5-311B48D370D4}" sibTransId="{5E7CA409-DD3C-A44C-A1FC-A32EF45CA68A}"/>
    <dgm:cxn modelId="{7FC13208-F171-B945-BAE6-433AC20ACA5F}" type="presOf" srcId="{C65965F3-E7B8-4742-9223-A590C51BF2A9}" destId="{189C033B-D9F7-134E-97FF-CF60E1A59201}" srcOrd="0" destOrd="0" presId="urn:microsoft.com/office/officeart/2005/8/layout/cycle4"/>
    <dgm:cxn modelId="{80BAA515-B0D0-EF4C-A92D-536BFA3B9E5C}" srcId="{DD1BCD2C-8735-D64B-BE64-410256762063}" destId="{CFCBAA63-7CC5-DC49-8286-148C561FD7C6}" srcOrd="0" destOrd="0" parTransId="{345E9C10-B620-3F41-BB0C-6DD1C489106C}" sibTransId="{93D5BF8D-7EA6-9C49-89F9-D1E69AB6F580}"/>
    <dgm:cxn modelId="{83854817-6BEE-8343-B3E1-1C40AD0AB522}" srcId="{A78F58EC-B472-EB4D-8ACD-F5427570667A}" destId="{83D1644F-CC3F-8F46-B574-A5F9771A0338}" srcOrd="0" destOrd="0" parTransId="{C91F32B0-A28A-E842-AD18-54CDB41566FF}" sibTransId="{96882D56-0897-0A4D-9919-C6675EF6258C}"/>
    <dgm:cxn modelId="{D9D8BE19-C69E-CC49-B422-E690AC6F15AF}" type="presOf" srcId="{83D1644F-CC3F-8F46-B574-A5F9771A0338}" destId="{178349E3-F315-4547-8304-66C98A3FA590}" srcOrd="1" destOrd="0" presId="urn:microsoft.com/office/officeart/2005/8/layout/cycle4"/>
    <dgm:cxn modelId="{17D60C21-EB73-3240-AF81-3B5168108995}" type="presOf" srcId="{535746AD-607F-D54F-8EC4-A7A3FA342EF7}" destId="{9B5E812F-DCCD-3949-B333-FE99AD09E337}" srcOrd="1" destOrd="0" presId="urn:microsoft.com/office/officeart/2005/8/layout/cycle4"/>
    <dgm:cxn modelId="{626C1223-5F59-F947-BA52-AD9AA73542CF}" srcId="{7D25EB19-6681-BB4D-9A2A-367019C6FC5D}" destId="{535746AD-607F-D54F-8EC4-A7A3FA342EF7}" srcOrd="0" destOrd="0" parTransId="{C516DD12-84F0-5945-839E-4D43AF63F797}" sibTransId="{4FF1396D-6CA8-624C-A22A-566076C1F1E4}"/>
    <dgm:cxn modelId="{439A1532-4DB5-9A48-8C97-750D2CBC2E65}" type="presOf" srcId="{C86759FA-7E80-0F43-8E54-A1B9D56D9891}" destId="{7540779E-75BF-0945-ABF2-3B00B01F3F18}" srcOrd="0" destOrd="0" presId="urn:microsoft.com/office/officeart/2005/8/layout/cycle4"/>
    <dgm:cxn modelId="{DA7D193F-416D-DF4A-B161-489BB37032C5}" type="presOf" srcId="{535746AD-607F-D54F-8EC4-A7A3FA342EF7}" destId="{A3B67988-C5BC-7749-86E6-9FE1CECE207C}" srcOrd="0" destOrd="0" presId="urn:microsoft.com/office/officeart/2005/8/layout/cycle4"/>
    <dgm:cxn modelId="{2851D163-2C06-2341-B248-1C8BD65CC1B7}" srcId="{C86759FA-7E80-0F43-8E54-A1B9D56D9891}" destId="{DD1BCD2C-8735-D64B-BE64-410256762063}" srcOrd="3" destOrd="0" parTransId="{33263835-8422-A646-9DF7-7A2535A2BEDC}" sibTransId="{F748B3AC-BF08-3A4F-8A3D-1C99878FF60F}"/>
    <dgm:cxn modelId="{3FEE066C-30F2-5544-98E5-081A121D6D44}" type="presOf" srcId="{DD1BCD2C-8735-D64B-BE64-410256762063}" destId="{F9B2CB41-8201-FB46-891B-2B9CAEF935DD}" srcOrd="0" destOrd="0" presId="urn:microsoft.com/office/officeart/2005/8/layout/cycle4"/>
    <dgm:cxn modelId="{E6927775-8BAD-F145-93D2-12C10BFEECC9}" type="presOf" srcId="{83D1644F-CC3F-8F46-B574-A5F9771A0338}" destId="{550A3792-E508-BD46-8CFC-47B3460AF955}" srcOrd="0" destOrd="0" presId="urn:microsoft.com/office/officeart/2005/8/layout/cycle4"/>
    <dgm:cxn modelId="{6FDA268B-63BB-4F41-96C9-9ECA53E9603F}" type="presOf" srcId="{7D25EB19-6681-BB4D-9A2A-367019C6FC5D}" destId="{FA9556ED-95CE-F545-AA20-FEC5555DCA66}" srcOrd="0" destOrd="0" presId="urn:microsoft.com/office/officeart/2005/8/layout/cycle4"/>
    <dgm:cxn modelId="{1F6AD18C-DEFA-D34D-BDC5-AA0255BC65F0}" srcId="{F47EBCD2-5585-AD41-BACD-FA6429A6D918}" destId="{C65965F3-E7B8-4742-9223-A590C51BF2A9}" srcOrd="0" destOrd="0" parTransId="{CBA63D3F-5FEF-6044-8EE0-1EB0DC8985C9}" sibTransId="{3BC5259D-794C-4444-96E5-47738E85017E}"/>
    <dgm:cxn modelId="{81629196-1048-5D4F-8FD5-399773B1AFCD}" srcId="{C86759FA-7E80-0F43-8E54-A1B9D56D9891}" destId="{A78F58EC-B472-EB4D-8ACD-F5427570667A}" srcOrd="1" destOrd="0" parTransId="{D999E68F-FAAA-4E49-8FB7-10DC990CA917}" sibTransId="{833E1BC5-F301-0F45-880D-532046AC0F4F}"/>
    <dgm:cxn modelId="{8201ACAB-8836-9041-AA35-0F82F7E6E43A}" type="presOf" srcId="{F47EBCD2-5585-AD41-BACD-FA6429A6D918}" destId="{F309F151-22F2-3B45-A953-B76BFA7500C1}" srcOrd="0" destOrd="0" presId="urn:microsoft.com/office/officeart/2005/8/layout/cycle4"/>
    <dgm:cxn modelId="{6F3F8BD9-9D25-1445-95CA-1F25B13BCF53}" type="presOf" srcId="{C65965F3-E7B8-4742-9223-A590C51BF2A9}" destId="{1443C814-0562-9B49-B270-7B14FD80D8BA}" srcOrd="1" destOrd="0" presId="urn:microsoft.com/office/officeart/2005/8/layout/cycle4"/>
    <dgm:cxn modelId="{B59133E0-151E-DB45-B137-0A6427D8E753}" type="presOf" srcId="{A78F58EC-B472-EB4D-8ACD-F5427570667A}" destId="{4D0348ED-6398-6B4A-ADFE-655FF377FBC6}" srcOrd="0" destOrd="0" presId="urn:microsoft.com/office/officeart/2005/8/layout/cycle4"/>
    <dgm:cxn modelId="{14296FE9-DD43-DA4D-A7BC-9C32C3B9162C}" type="presOf" srcId="{CFCBAA63-7CC5-DC49-8286-148C561FD7C6}" destId="{1588DEF8-0C79-7F41-ADFE-93012024DB03}" srcOrd="1" destOrd="0" presId="urn:microsoft.com/office/officeart/2005/8/layout/cycle4"/>
    <dgm:cxn modelId="{AFC840ED-8B19-0940-ABFC-BBBF56BE0BF9}" type="presOf" srcId="{CFCBAA63-7CC5-DC49-8286-148C561FD7C6}" destId="{29990944-58EE-E44A-8457-F38C44EE5CE6}" srcOrd="0" destOrd="0" presId="urn:microsoft.com/office/officeart/2005/8/layout/cycle4"/>
    <dgm:cxn modelId="{4CAC24F6-10AA-A545-B858-EA03514AC571}" srcId="{C86759FA-7E80-0F43-8E54-A1B9D56D9891}" destId="{F47EBCD2-5585-AD41-BACD-FA6429A6D918}" srcOrd="0" destOrd="0" parTransId="{0DED85F7-3008-EF4F-895B-D49B2D8CE968}" sibTransId="{C1764A47-7D2F-504A-A4E7-A748EB47AA2E}"/>
    <dgm:cxn modelId="{AB96A0FF-0192-094B-A0E0-4F913BBB94C5}" type="presParOf" srcId="{7540779E-75BF-0945-ABF2-3B00B01F3F18}" destId="{030B56AB-3376-B043-9C83-D87252F25A63}" srcOrd="0" destOrd="0" presId="urn:microsoft.com/office/officeart/2005/8/layout/cycle4"/>
    <dgm:cxn modelId="{00D969B3-1AF7-924C-B7D9-ABD01C547396}" type="presParOf" srcId="{030B56AB-3376-B043-9C83-D87252F25A63}" destId="{E8880CD2-585B-4F4D-A362-7C05D649EC8B}" srcOrd="0" destOrd="0" presId="urn:microsoft.com/office/officeart/2005/8/layout/cycle4"/>
    <dgm:cxn modelId="{DA160FD9-79D7-F04C-A5E9-2F8C1FB8D613}" type="presParOf" srcId="{E8880CD2-585B-4F4D-A362-7C05D649EC8B}" destId="{189C033B-D9F7-134E-97FF-CF60E1A59201}" srcOrd="0" destOrd="0" presId="urn:microsoft.com/office/officeart/2005/8/layout/cycle4"/>
    <dgm:cxn modelId="{0A8B93A4-FD1F-6741-8036-748868158000}" type="presParOf" srcId="{E8880CD2-585B-4F4D-A362-7C05D649EC8B}" destId="{1443C814-0562-9B49-B270-7B14FD80D8BA}" srcOrd="1" destOrd="0" presId="urn:microsoft.com/office/officeart/2005/8/layout/cycle4"/>
    <dgm:cxn modelId="{C410AC0F-7AEA-3C4F-917D-5489AC12EB1C}" type="presParOf" srcId="{030B56AB-3376-B043-9C83-D87252F25A63}" destId="{94AD80F3-0B09-9949-8D42-BD175E9BA000}" srcOrd="1" destOrd="0" presId="urn:microsoft.com/office/officeart/2005/8/layout/cycle4"/>
    <dgm:cxn modelId="{37B3039B-86E5-8640-868D-C973BA7F3E4F}" type="presParOf" srcId="{94AD80F3-0B09-9949-8D42-BD175E9BA000}" destId="{550A3792-E508-BD46-8CFC-47B3460AF955}" srcOrd="0" destOrd="0" presId="urn:microsoft.com/office/officeart/2005/8/layout/cycle4"/>
    <dgm:cxn modelId="{10D5B172-B8CF-1447-BEEE-9CA71E76465C}" type="presParOf" srcId="{94AD80F3-0B09-9949-8D42-BD175E9BA000}" destId="{178349E3-F315-4547-8304-66C98A3FA590}" srcOrd="1" destOrd="0" presId="urn:microsoft.com/office/officeart/2005/8/layout/cycle4"/>
    <dgm:cxn modelId="{7A0FE5A4-FA87-B14C-A2F4-BE61F6521CDF}" type="presParOf" srcId="{030B56AB-3376-B043-9C83-D87252F25A63}" destId="{28ECF5FC-EE8B-AA4F-B46E-B22050099D57}" srcOrd="2" destOrd="0" presId="urn:microsoft.com/office/officeart/2005/8/layout/cycle4"/>
    <dgm:cxn modelId="{3F4FB932-652F-2548-9DCC-FB4FDC4AEA13}" type="presParOf" srcId="{28ECF5FC-EE8B-AA4F-B46E-B22050099D57}" destId="{A3B67988-C5BC-7749-86E6-9FE1CECE207C}" srcOrd="0" destOrd="0" presId="urn:microsoft.com/office/officeart/2005/8/layout/cycle4"/>
    <dgm:cxn modelId="{303AA452-FCCD-5F41-82AF-4BEF59937877}" type="presParOf" srcId="{28ECF5FC-EE8B-AA4F-B46E-B22050099D57}" destId="{9B5E812F-DCCD-3949-B333-FE99AD09E337}" srcOrd="1" destOrd="0" presId="urn:microsoft.com/office/officeart/2005/8/layout/cycle4"/>
    <dgm:cxn modelId="{07376AF5-654D-5D4C-9587-B5783C0B914B}" type="presParOf" srcId="{030B56AB-3376-B043-9C83-D87252F25A63}" destId="{FE4D67A3-E417-7340-92E0-67B07D6349B1}" srcOrd="3" destOrd="0" presId="urn:microsoft.com/office/officeart/2005/8/layout/cycle4"/>
    <dgm:cxn modelId="{B98AF6F9-4DF3-734C-81F0-A7DF5A72A682}" type="presParOf" srcId="{FE4D67A3-E417-7340-92E0-67B07D6349B1}" destId="{29990944-58EE-E44A-8457-F38C44EE5CE6}" srcOrd="0" destOrd="0" presId="urn:microsoft.com/office/officeart/2005/8/layout/cycle4"/>
    <dgm:cxn modelId="{C5E1BAD3-3142-9E48-B1F3-9C03525598E6}" type="presParOf" srcId="{FE4D67A3-E417-7340-92E0-67B07D6349B1}" destId="{1588DEF8-0C79-7F41-ADFE-93012024DB03}" srcOrd="1" destOrd="0" presId="urn:microsoft.com/office/officeart/2005/8/layout/cycle4"/>
    <dgm:cxn modelId="{319C08FA-A63D-5644-8F8E-5BDDBD648FA7}" type="presParOf" srcId="{030B56AB-3376-B043-9C83-D87252F25A63}" destId="{D0716CD5-2B19-E24C-AB1F-8C7B31EDEF86}" srcOrd="4" destOrd="0" presId="urn:microsoft.com/office/officeart/2005/8/layout/cycle4"/>
    <dgm:cxn modelId="{F204CB2C-B742-3A4B-A957-624901853F0B}" type="presParOf" srcId="{7540779E-75BF-0945-ABF2-3B00B01F3F18}" destId="{EB824823-58D7-7A49-8579-E9C78DD28AFA}" srcOrd="1" destOrd="0" presId="urn:microsoft.com/office/officeart/2005/8/layout/cycle4"/>
    <dgm:cxn modelId="{9FA17ED0-5672-4140-8068-A21EF2E79EEF}" type="presParOf" srcId="{EB824823-58D7-7A49-8579-E9C78DD28AFA}" destId="{F309F151-22F2-3B45-A953-B76BFA7500C1}" srcOrd="0" destOrd="0" presId="urn:microsoft.com/office/officeart/2005/8/layout/cycle4"/>
    <dgm:cxn modelId="{F5ADF65A-204D-394B-A103-EBEFEFF76AB2}" type="presParOf" srcId="{EB824823-58D7-7A49-8579-E9C78DD28AFA}" destId="{4D0348ED-6398-6B4A-ADFE-655FF377FBC6}" srcOrd="1" destOrd="0" presId="urn:microsoft.com/office/officeart/2005/8/layout/cycle4"/>
    <dgm:cxn modelId="{893D5E42-7A17-7C4B-B003-9CF6296AEB8F}" type="presParOf" srcId="{EB824823-58D7-7A49-8579-E9C78DD28AFA}" destId="{FA9556ED-95CE-F545-AA20-FEC5555DCA66}" srcOrd="2" destOrd="0" presId="urn:microsoft.com/office/officeart/2005/8/layout/cycle4"/>
    <dgm:cxn modelId="{11F28288-E6CD-D04C-99DD-B8A122FF9D91}" type="presParOf" srcId="{EB824823-58D7-7A49-8579-E9C78DD28AFA}" destId="{F9B2CB41-8201-FB46-891B-2B9CAEF935DD}" srcOrd="3" destOrd="0" presId="urn:microsoft.com/office/officeart/2005/8/layout/cycle4"/>
    <dgm:cxn modelId="{7FFF0F51-6B63-1142-81B7-228C1E7E1608}" type="presParOf" srcId="{EB824823-58D7-7A49-8579-E9C78DD28AFA}" destId="{50121A3E-1BEE-CC45-B8A7-D5745E62D4D1}" srcOrd="4" destOrd="0" presId="urn:microsoft.com/office/officeart/2005/8/layout/cycle4"/>
    <dgm:cxn modelId="{B14A944A-0D39-0141-845C-911FABB013C6}" type="presParOf" srcId="{7540779E-75BF-0945-ABF2-3B00B01F3F18}" destId="{482D1B0C-AFC5-1649-9485-25C64D205ADE}" srcOrd="2" destOrd="0" presId="urn:microsoft.com/office/officeart/2005/8/layout/cycle4"/>
    <dgm:cxn modelId="{25C0CDB1-0B66-CB42-AC2B-D0E1E7A801DE}" type="presParOf" srcId="{7540779E-75BF-0945-ABF2-3B00B01F3F18}" destId="{90D896D1-C231-8945-89AB-7332060E28EE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1F91B91-17E9-E844-AF20-7E28AD8E8D78}" type="doc">
      <dgm:prSet loTypeId="urn:microsoft.com/office/officeart/2009/3/layout/OpposingIdeas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6E2DDB-0EC1-044D-8638-E8FCD399D12A}">
      <dgm:prSet phldrT="[Text]"/>
      <dgm:spPr/>
      <dgm:t>
        <a:bodyPr/>
        <a:lstStyle/>
        <a:p>
          <a:r>
            <a:rPr lang="en-US" dirty="0"/>
            <a:t>HYPER NATREMIA</a:t>
          </a:r>
        </a:p>
      </dgm:t>
    </dgm:pt>
    <dgm:pt modelId="{EF87D0CF-F282-3440-9A7F-F1229ECB8C95}" type="parTrans" cxnId="{7092FD72-BA5A-A04B-8D4B-C2F4F8D853AA}">
      <dgm:prSet/>
      <dgm:spPr/>
      <dgm:t>
        <a:bodyPr/>
        <a:lstStyle/>
        <a:p>
          <a:endParaRPr lang="en-US"/>
        </a:p>
      </dgm:t>
    </dgm:pt>
    <dgm:pt modelId="{BFCAB849-2A12-BC46-A49A-F87E66E3657F}" type="sibTrans" cxnId="{7092FD72-BA5A-A04B-8D4B-C2F4F8D853AA}">
      <dgm:prSet/>
      <dgm:spPr/>
      <dgm:t>
        <a:bodyPr/>
        <a:lstStyle/>
        <a:p>
          <a:endParaRPr lang="en-US"/>
        </a:p>
      </dgm:t>
    </dgm:pt>
    <dgm:pt modelId="{BF7A4B3D-DBC6-A642-BBA2-23903E1A94DD}">
      <dgm:prSet phldrT="[Text]"/>
      <dgm:spPr/>
      <dgm:t>
        <a:bodyPr/>
        <a:lstStyle/>
        <a:p>
          <a:r>
            <a:rPr lang="en-US" dirty="0"/>
            <a:t>* Na is hydrophilic</a:t>
          </a:r>
        </a:p>
        <a:p>
          <a:r>
            <a:rPr lang="en-US" dirty="0"/>
            <a:t>* Na Loves water</a:t>
          </a:r>
        </a:p>
        <a:p>
          <a:r>
            <a:rPr lang="en-US" dirty="0"/>
            <a:t>* Na attracts water</a:t>
          </a:r>
        </a:p>
        <a:p>
          <a:r>
            <a:rPr lang="en-US" dirty="0"/>
            <a:t>*When there is salt there is water</a:t>
          </a:r>
        </a:p>
        <a:p>
          <a:r>
            <a:rPr lang="en-US" dirty="0"/>
            <a:t>*Signs of Hypertonic are signs of Hypernatremia</a:t>
          </a:r>
        </a:p>
        <a:p>
          <a:endParaRPr lang="en-US" dirty="0"/>
        </a:p>
      </dgm:t>
    </dgm:pt>
    <dgm:pt modelId="{51CF007D-0666-1D46-BF91-41A9D4B793CF}" type="parTrans" cxnId="{8DBA3948-F544-FF40-A0E7-0827201B3AB2}">
      <dgm:prSet/>
      <dgm:spPr/>
      <dgm:t>
        <a:bodyPr/>
        <a:lstStyle/>
        <a:p>
          <a:endParaRPr lang="en-US"/>
        </a:p>
      </dgm:t>
    </dgm:pt>
    <dgm:pt modelId="{72234822-EE8A-DC42-8549-654AE0DE4A03}" type="sibTrans" cxnId="{8DBA3948-F544-FF40-A0E7-0827201B3AB2}">
      <dgm:prSet/>
      <dgm:spPr/>
      <dgm:t>
        <a:bodyPr/>
        <a:lstStyle/>
        <a:p>
          <a:endParaRPr lang="en-US"/>
        </a:p>
      </dgm:t>
    </dgm:pt>
    <dgm:pt modelId="{D18D5861-92DA-7040-AFA4-A0485A7B5028}">
      <dgm:prSet phldrT="[Text]"/>
      <dgm:spPr/>
      <dgm:t>
        <a:bodyPr/>
        <a:lstStyle/>
        <a:p>
          <a:r>
            <a:rPr lang="en-US" dirty="0"/>
            <a:t>HYPO NATREMIA</a:t>
          </a:r>
        </a:p>
      </dgm:t>
    </dgm:pt>
    <dgm:pt modelId="{06E71746-FE01-0C46-AF1C-1B86EBBE90CE}" type="parTrans" cxnId="{1834E1ED-502B-1347-A99D-5748B83324FE}">
      <dgm:prSet/>
      <dgm:spPr/>
      <dgm:t>
        <a:bodyPr/>
        <a:lstStyle/>
        <a:p>
          <a:endParaRPr lang="en-US"/>
        </a:p>
      </dgm:t>
    </dgm:pt>
    <dgm:pt modelId="{F8E9C883-B432-C147-9714-D618F0C6D948}" type="sibTrans" cxnId="{1834E1ED-502B-1347-A99D-5748B83324FE}">
      <dgm:prSet/>
      <dgm:spPr/>
      <dgm:t>
        <a:bodyPr/>
        <a:lstStyle/>
        <a:p>
          <a:endParaRPr lang="en-US"/>
        </a:p>
      </dgm:t>
    </dgm:pt>
    <dgm:pt modelId="{EBA341C8-C7C5-FD44-8445-8484D08965A1}">
      <dgm:prSet phldrT="[Text]"/>
      <dgm:spPr/>
      <dgm:t>
        <a:bodyPr/>
        <a:lstStyle/>
        <a:p>
          <a:r>
            <a:rPr lang="en-US" dirty="0"/>
            <a:t>* Na has no power to hold the water due to weak concentration</a:t>
          </a:r>
        </a:p>
        <a:p>
          <a:r>
            <a:rPr lang="en-US" dirty="0"/>
            <a:t>* Signs of Hypotonic are signs of </a:t>
          </a:r>
          <a:r>
            <a:rPr lang="en-US" dirty="0" err="1"/>
            <a:t>Hyponatremia</a:t>
          </a:r>
          <a:endParaRPr lang="en-US" dirty="0"/>
        </a:p>
      </dgm:t>
    </dgm:pt>
    <dgm:pt modelId="{7C001059-702B-2C41-A48A-28F952F8331E}" type="parTrans" cxnId="{36811748-295F-874A-B4D6-84AF53977FA3}">
      <dgm:prSet/>
      <dgm:spPr/>
      <dgm:t>
        <a:bodyPr/>
        <a:lstStyle/>
        <a:p>
          <a:endParaRPr lang="en-US"/>
        </a:p>
      </dgm:t>
    </dgm:pt>
    <dgm:pt modelId="{6AF918D3-73CB-4445-BD07-53502AEE7607}" type="sibTrans" cxnId="{36811748-295F-874A-B4D6-84AF53977FA3}">
      <dgm:prSet/>
      <dgm:spPr/>
      <dgm:t>
        <a:bodyPr/>
        <a:lstStyle/>
        <a:p>
          <a:endParaRPr lang="en-US"/>
        </a:p>
      </dgm:t>
    </dgm:pt>
    <dgm:pt modelId="{DBFD909B-673C-E247-BAAA-DCF921F5E7F5}" type="pres">
      <dgm:prSet presAssocID="{61F91B91-17E9-E844-AF20-7E28AD8E8D78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78286A04-FE82-BD4A-BAA0-92E1BAEC6851}" type="pres">
      <dgm:prSet presAssocID="{61F91B91-17E9-E844-AF20-7E28AD8E8D78}" presName="Background" presStyleLbl="node1" presStyleIdx="0" presStyleCnt="1"/>
      <dgm:spPr/>
    </dgm:pt>
    <dgm:pt modelId="{B629AAEA-F14D-4943-9935-6C2A1287F8C9}" type="pres">
      <dgm:prSet presAssocID="{61F91B91-17E9-E844-AF20-7E28AD8E8D78}" presName="Divider" presStyleLbl="callout" presStyleIdx="0" presStyleCnt="1"/>
      <dgm:spPr/>
    </dgm:pt>
    <dgm:pt modelId="{2EEBC9CE-BFA0-624A-9567-83DBEAE799EF}" type="pres">
      <dgm:prSet presAssocID="{61F91B91-17E9-E844-AF20-7E28AD8E8D78}" presName="ChildText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515E3FE1-2856-5744-98D1-21C308F5897C}" type="pres">
      <dgm:prSet presAssocID="{61F91B91-17E9-E844-AF20-7E28AD8E8D78}" presName="ChildText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BEA4FA0B-5D61-8144-BCB4-A3EFD13A9519}" type="pres">
      <dgm:prSet presAssocID="{61F91B91-17E9-E844-AF20-7E28AD8E8D78}" presName="ParentText1" presStyleLbl="revTx" presStyleIdx="0" presStyleCnt="0">
        <dgm:presLayoutVars>
          <dgm:chMax val="1"/>
          <dgm:chPref val="1"/>
        </dgm:presLayoutVars>
      </dgm:prSet>
      <dgm:spPr/>
    </dgm:pt>
    <dgm:pt modelId="{CE76DDBD-E33F-7945-ABBC-48F31953B942}" type="pres">
      <dgm:prSet presAssocID="{61F91B91-17E9-E844-AF20-7E28AD8E8D78}" presName="ParentShape1" presStyleLbl="alignImgPlace1" presStyleIdx="0" presStyleCnt="2">
        <dgm:presLayoutVars/>
      </dgm:prSet>
      <dgm:spPr/>
    </dgm:pt>
    <dgm:pt modelId="{0FBFE540-8709-1C4C-9049-036A0019A5D4}" type="pres">
      <dgm:prSet presAssocID="{61F91B91-17E9-E844-AF20-7E28AD8E8D78}" presName="ParentText2" presStyleLbl="revTx" presStyleIdx="0" presStyleCnt="0">
        <dgm:presLayoutVars>
          <dgm:chMax val="1"/>
          <dgm:chPref val="1"/>
        </dgm:presLayoutVars>
      </dgm:prSet>
      <dgm:spPr/>
    </dgm:pt>
    <dgm:pt modelId="{1457B188-9A69-9A4F-9EFD-3C29D229332C}" type="pres">
      <dgm:prSet presAssocID="{61F91B91-17E9-E844-AF20-7E28AD8E8D78}" presName="ParentShape2" presStyleLbl="alignImgPlace1" presStyleIdx="1" presStyleCnt="2">
        <dgm:presLayoutVars/>
      </dgm:prSet>
      <dgm:spPr/>
    </dgm:pt>
  </dgm:ptLst>
  <dgm:cxnLst>
    <dgm:cxn modelId="{72C3C219-E783-F246-A24D-412C01ED8272}" type="presOf" srcId="{D18D5861-92DA-7040-AFA4-A0485A7B5028}" destId="{0FBFE540-8709-1C4C-9049-036A0019A5D4}" srcOrd="0" destOrd="0" presId="urn:microsoft.com/office/officeart/2009/3/layout/OpposingIdeas"/>
    <dgm:cxn modelId="{158A512E-95B8-5848-832D-DF7796962EB2}" type="presOf" srcId="{EBA341C8-C7C5-FD44-8445-8484D08965A1}" destId="{515E3FE1-2856-5744-98D1-21C308F5897C}" srcOrd="0" destOrd="0" presId="urn:microsoft.com/office/officeart/2009/3/layout/OpposingIdeas"/>
    <dgm:cxn modelId="{74807B32-5191-5248-9F39-447A6A7C02AD}" type="presOf" srcId="{61F91B91-17E9-E844-AF20-7E28AD8E8D78}" destId="{DBFD909B-673C-E247-BAAA-DCF921F5E7F5}" srcOrd="0" destOrd="0" presId="urn:microsoft.com/office/officeart/2009/3/layout/OpposingIdeas"/>
    <dgm:cxn modelId="{36811748-295F-874A-B4D6-84AF53977FA3}" srcId="{D18D5861-92DA-7040-AFA4-A0485A7B5028}" destId="{EBA341C8-C7C5-FD44-8445-8484D08965A1}" srcOrd="0" destOrd="0" parTransId="{7C001059-702B-2C41-A48A-28F952F8331E}" sibTransId="{6AF918D3-73CB-4445-BD07-53502AEE7607}"/>
    <dgm:cxn modelId="{8DBA3948-F544-FF40-A0E7-0827201B3AB2}" srcId="{A96E2DDB-0EC1-044D-8638-E8FCD399D12A}" destId="{BF7A4B3D-DBC6-A642-BBA2-23903E1A94DD}" srcOrd="0" destOrd="0" parTransId="{51CF007D-0666-1D46-BF91-41A9D4B793CF}" sibTransId="{72234822-EE8A-DC42-8549-654AE0DE4A03}"/>
    <dgm:cxn modelId="{F597F149-3B50-1649-9800-0D81EADF1A88}" type="presOf" srcId="{A96E2DDB-0EC1-044D-8638-E8FCD399D12A}" destId="{BEA4FA0B-5D61-8144-BCB4-A3EFD13A9519}" srcOrd="0" destOrd="0" presId="urn:microsoft.com/office/officeart/2009/3/layout/OpposingIdeas"/>
    <dgm:cxn modelId="{7092FD72-BA5A-A04B-8D4B-C2F4F8D853AA}" srcId="{61F91B91-17E9-E844-AF20-7E28AD8E8D78}" destId="{A96E2DDB-0EC1-044D-8638-E8FCD399D12A}" srcOrd="0" destOrd="0" parTransId="{EF87D0CF-F282-3440-9A7F-F1229ECB8C95}" sibTransId="{BFCAB849-2A12-BC46-A49A-F87E66E3657F}"/>
    <dgm:cxn modelId="{D28BC385-2E27-9347-B29B-3B1BF2ABA579}" type="presOf" srcId="{D18D5861-92DA-7040-AFA4-A0485A7B5028}" destId="{1457B188-9A69-9A4F-9EFD-3C29D229332C}" srcOrd="1" destOrd="0" presId="urn:microsoft.com/office/officeart/2009/3/layout/OpposingIdeas"/>
    <dgm:cxn modelId="{1D8EE696-3A29-964E-9D5F-120CA2DC8DA0}" type="presOf" srcId="{A96E2DDB-0EC1-044D-8638-E8FCD399D12A}" destId="{CE76DDBD-E33F-7945-ABBC-48F31953B942}" srcOrd="1" destOrd="0" presId="urn:microsoft.com/office/officeart/2009/3/layout/OpposingIdeas"/>
    <dgm:cxn modelId="{CF58C2A4-6005-4747-9872-29E06EEC17FD}" type="presOf" srcId="{BF7A4B3D-DBC6-A642-BBA2-23903E1A94DD}" destId="{2EEBC9CE-BFA0-624A-9567-83DBEAE799EF}" srcOrd="0" destOrd="0" presId="urn:microsoft.com/office/officeart/2009/3/layout/OpposingIdeas"/>
    <dgm:cxn modelId="{1834E1ED-502B-1347-A99D-5748B83324FE}" srcId="{61F91B91-17E9-E844-AF20-7E28AD8E8D78}" destId="{D18D5861-92DA-7040-AFA4-A0485A7B5028}" srcOrd="1" destOrd="0" parTransId="{06E71746-FE01-0C46-AF1C-1B86EBBE90CE}" sibTransId="{F8E9C883-B432-C147-9714-D618F0C6D948}"/>
    <dgm:cxn modelId="{BFD311E9-A05C-614C-81A8-8B664E1A732D}" type="presParOf" srcId="{DBFD909B-673C-E247-BAAA-DCF921F5E7F5}" destId="{78286A04-FE82-BD4A-BAA0-92E1BAEC6851}" srcOrd="0" destOrd="0" presId="urn:microsoft.com/office/officeart/2009/3/layout/OpposingIdeas"/>
    <dgm:cxn modelId="{2B807F0E-471A-E544-91A7-28EBC9EA9733}" type="presParOf" srcId="{DBFD909B-673C-E247-BAAA-DCF921F5E7F5}" destId="{B629AAEA-F14D-4943-9935-6C2A1287F8C9}" srcOrd="1" destOrd="0" presId="urn:microsoft.com/office/officeart/2009/3/layout/OpposingIdeas"/>
    <dgm:cxn modelId="{4FC1AF93-14B4-6C4F-AEA5-7C9C8E64446A}" type="presParOf" srcId="{DBFD909B-673C-E247-BAAA-DCF921F5E7F5}" destId="{2EEBC9CE-BFA0-624A-9567-83DBEAE799EF}" srcOrd="2" destOrd="0" presId="urn:microsoft.com/office/officeart/2009/3/layout/OpposingIdeas"/>
    <dgm:cxn modelId="{71D3ADD9-9D37-7C4F-AD87-0B7C377C771A}" type="presParOf" srcId="{DBFD909B-673C-E247-BAAA-DCF921F5E7F5}" destId="{515E3FE1-2856-5744-98D1-21C308F5897C}" srcOrd="3" destOrd="0" presId="urn:microsoft.com/office/officeart/2009/3/layout/OpposingIdeas"/>
    <dgm:cxn modelId="{0D40274E-FCD9-2148-B729-58B00BE31918}" type="presParOf" srcId="{DBFD909B-673C-E247-BAAA-DCF921F5E7F5}" destId="{BEA4FA0B-5D61-8144-BCB4-A3EFD13A9519}" srcOrd="4" destOrd="0" presId="urn:microsoft.com/office/officeart/2009/3/layout/OpposingIdeas"/>
    <dgm:cxn modelId="{5FAB6FB3-EF1E-9E4C-B08E-8A54B0C9454E}" type="presParOf" srcId="{DBFD909B-673C-E247-BAAA-DCF921F5E7F5}" destId="{CE76DDBD-E33F-7945-ABBC-48F31953B942}" srcOrd="5" destOrd="0" presId="urn:microsoft.com/office/officeart/2009/3/layout/OpposingIdeas"/>
    <dgm:cxn modelId="{D3701B10-8F1C-2A43-8201-9452B32F581C}" type="presParOf" srcId="{DBFD909B-673C-E247-BAAA-DCF921F5E7F5}" destId="{0FBFE540-8709-1C4C-9049-036A0019A5D4}" srcOrd="6" destOrd="0" presId="urn:microsoft.com/office/officeart/2009/3/layout/OpposingIdeas"/>
    <dgm:cxn modelId="{73CEBDFB-BD9B-F847-A6AA-D733DC0A4E17}" type="presParOf" srcId="{DBFD909B-673C-E247-BAAA-DCF921F5E7F5}" destId="{1457B188-9A69-9A4F-9EFD-3C29D229332C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1C2750C-B4D0-944F-A219-2582A252FF3A}" type="doc">
      <dgm:prSet loTypeId="urn:microsoft.com/office/officeart/2009/3/layout/SnapshotPictureLis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711B20E-5027-3244-93FF-826B038114FF}">
      <dgm:prSet phldrT="[Text]" phldr="1"/>
      <dgm:spPr/>
      <dgm:t>
        <a:bodyPr/>
        <a:lstStyle/>
        <a:p>
          <a:endParaRPr lang="en-US"/>
        </a:p>
      </dgm:t>
    </dgm:pt>
    <dgm:pt modelId="{292C73CA-575D-3A49-8944-6318FFFC2BEB}" type="parTrans" cxnId="{F1529616-EBB9-644C-86FC-AF06DC76BA05}">
      <dgm:prSet/>
      <dgm:spPr/>
      <dgm:t>
        <a:bodyPr/>
        <a:lstStyle/>
        <a:p>
          <a:endParaRPr lang="en-US"/>
        </a:p>
      </dgm:t>
    </dgm:pt>
    <dgm:pt modelId="{94B3AF62-7F41-C14D-AE34-FB0543A3D223}" type="sibTrans" cxnId="{F1529616-EBB9-644C-86FC-AF06DC76BA05}">
      <dgm:prSet/>
      <dgm:spPr/>
      <dgm:t>
        <a:bodyPr/>
        <a:lstStyle/>
        <a:p>
          <a:endParaRPr lang="en-US"/>
        </a:p>
      </dgm:t>
    </dgm:pt>
    <dgm:pt modelId="{7AB3ADF1-FA82-3846-B94B-206A33A517B5}">
      <dgm:prSet phldrT="[Text]"/>
      <dgm:spPr/>
      <dgm:t>
        <a:bodyPr/>
        <a:lstStyle/>
        <a:p>
          <a:r>
            <a:rPr lang="en-US" dirty="0"/>
            <a:t>SIGNS</a:t>
          </a:r>
        </a:p>
      </dgm:t>
    </dgm:pt>
    <dgm:pt modelId="{9BF38548-3765-B042-9F8B-3A1956DA4043}" type="parTrans" cxnId="{419001C1-CD4D-024C-AB85-F9804A01E45D}">
      <dgm:prSet/>
      <dgm:spPr/>
      <dgm:t>
        <a:bodyPr/>
        <a:lstStyle/>
        <a:p>
          <a:endParaRPr lang="en-US"/>
        </a:p>
      </dgm:t>
    </dgm:pt>
    <dgm:pt modelId="{EAD4AFA6-FA49-9941-A930-58F155AAFBDA}" type="sibTrans" cxnId="{419001C1-CD4D-024C-AB85-F9804A01E45D}">
      <dgm:prSet/>
      <dgm:spPr/>
      <dgm:t>
        <a:bodyPr/>
        <a:lstStyle/>
        <a:p>
          <a:endParaRPr lang="en-US"/>
        </a:p>
      </dgm:t>
    </dgm:pt>
    <dgm:pt modelId="{A326E02D-396C-874B-A3CC-5D583757F3F5}" type="pres">
      <dgm:prSet presAssocID="{D1C2750C-B4D0-944F-A219-2582A252FF3A}" presName="Name0" presStyleCnt="0">
        <dgm:presLayoutVars>
          <dgm:chMax/>
          <dgm:chPref/>
          <dgm:dir/>
          <dgm:animLvl val="lvl"/>
        </dgm:presLayoutVars>
      </dgm:prSet>
      <dgm:spPr/>
    </dgm:pt>
    <dgm:pt modelId="{CADE6933-6A27-1D47-AC24-A7774C4ED62D}" type="pres">
      <dgm:prSet presAssocID="{7711B20E-5027-3244-93FF-826B038114FF}" presName="composite" presStyleCnt="0"/>
      <dgm:spPr/>
    </dgm:pt>
    <dgm:pt modelId="{F86E4610-355D-F64D-B83F-2DC89D0BE1B1}" type="pres">
      <dgm:prSet presAssocID="{7711B20E-5027-3244-93FF-826B038114FF}" presName="ParentAccentShape" presStyleLbl="trBgShp" presStyleIdx="0" presStyleCnt="2"/>
      <dgm:spPr/>
    </dgm:pt>
    <dgm:pt modelId="{0E5F3D76-84EC-C64E-8E78-2FFED06573A6}" type="pres">
      <dgm:prSet presAssocID="{7711B20E-5027-3244-93FF-826B038114FF}" presName="ParentText" presStyleLbl="revTx" presStyleIdx="0" presStyleCnt="2">
        <dgm:presLayoutVars>
          <dgm:chMax val="1"/>
          <dgm:chPref val="1"/>
          <dgm:bulletEnabled val="1"/>
        </dgm:presLayoutVars>
      </dgm:prSet>
      <dgm:spPr/>
    </dgm:pt>
    <dgm:pt modelId="{03A0A1D4-B8B1-8A4F-B912-82F33879179B}" type="pres">
      <dgm:prSet presAssocID="{7711B20E-5027-3244-93FF-826B038114FF}" presName="ChildText" presStyleLbl="revTx" presStyleIdx="1" presStyleCnt="2">
        <dgm:presLayoutVars>
          <dgm:chMax val="0"/>
          <dgm:chPref val="0"/>
        </dgm:presLayoutVars>
      </dgm:prSet>
      <dgm:spPr/>
    </dgm:pt>
    <dgm:pt modelId="{89CBAEB1-1B98-D24B-81C5-AEE78AB8238A}" type="pres">
      <dgm:prSet presAssocID="{7711B20E-5027-3244-93FF-826B038114FF}" presName="ChildAccentShape" presStyleLbl="trBgShp" presStyleIdx="1" presStyleCnt="2"/>
      <dgm:spPr/>
    </dgm:pt>
    <dgm:pt modelId="{37BD2E6B-A274-A544-9E42-EE4A5D94A01E}" type="pres">
      <dgm:prSet presAssocID="{7711B20E-5027-3244-93FF-826B038114FF}" presName="Image" presStyleLbl="alignImgPlace1" presStyleIdx="0" presStyleCnt="1" custLinFactNeighborX="-2268" custLinFactNeighborY="-18885"/>
      <dgm:spPr/>
    </dgm:pt>
  </dgm:ptLst>
  <dgm:cxnLst>
    <dgm:cxn modelId="{F1529616-EBB9-644C-86FC-AF06DC76BA05}" srcId="{D1C2750C-B4D0-944F-A219-2582A252FF3A}" destId="{7711B20E-5027-3244-93FF-826B038114FF}" srcOrd="0" destOrd="0" parTransId="{292C73CA-575D-3A49-8944-6318FFFC2BEB}" sibTransId="{94B3AF62-7F41-C14D-AE34-FB0543A3D223}"/>
    <dgm:cxn modelId="{95463C1E-517E-1441-91B6-22EA0F233943}" type="presOf" srcId="{7AB3ADF1-FA82-3846-B94B-206A33A517B5}" destId="{03A0A1D4-B8B1-8A4F-B912-82F33879179B}" srcOrd="0" destOrd="0" presId="urn:microsoft.com/office/officeart/2009/3/layout/SnapshotPictureList"/>
    <dgm:cxn modelId="{E1FE5236-750A-094B-9A58-C839B3556D6B}" type="presOf" srcId="{7711B20E-5027-3244-93FF-826B038114FF}" destId="{0E5F3D76-84EC-C64E-8E78-2FFED06573A6}" srcOrd="0" destOrd="0" presId="urn:microsoft.com/office/officeart/2009/3/layout/SnapshotPictureList"/>
    <dgm:cxn modelId="{419001C1-CD4D-024C-AB85-F9804A01E45D}" srcId="{7711B20E-5027-3244-93FF-826B038114FF}" destId="{7AB3ADF1-FA82-3846-B94B-206A33A517B5}" srcOrd="0" destOrd="0" parTransId="{9BF38548-3765-B042-9F8B-3A1956DA4043}" sibTransId="{EAD4AFA6-FA49-9941-A930-58F155AAFBDA}"/>
    <dgm:cxn modelId="{9311F8C4-5D12-CA4D-AA09-242FE89877D4}" type="presOf" srcId="{D1C2750C-B4D0-944F-A219-2582A252FF3A}" destId="{A326E02D-396C-874B-A3CC-5D583757F3F5}" srcOrd="0" destOrd="0" presId="urn:microsoft.com/office/officeart/2009/3/layout/SnapshotPictureList"/>
    <dgm:cxn modelId="{51BCAFFC-6BB2-C944-BC50-61A61DF2D918}" type="presParOf" srcId="{A326E02D-396C-874B-A3CC-5D583757F3F5}" destId="{CADE6933-6A27-1D47-AC24-A7774C4ED62D}" srcOrd="0" destOrd="0" presId="urn:microsoft.com/office/officeart/2009/3/layout/SnapshotPictureList"/>
    <dgm:cxn modelId="{CACF3BB6-A4B9-5745-8F44-8D2F7879B8E7}" type="presParOf" srcId="{CADE6933-6A27-1D47-AC24-A7774C4ED62D}" destId="{F86E4610-355D-F64D-B83F-2DC89D0BE1B1}" srcOrd="0" destOrd="0" presId="urn:microsoft.com/office/officeart/2009/3/layout/SnapshotPictureList"/>
    <dgm:cxn modelId="{152F7BC8-15C6-7B44-BCFE-79012CAAE548}" type="presParOf" srcId="{CADE6933-6A27-1D47-AC24-A7774C4ED62D}" destId="{0E5F3D76-84EC-C64E-8E78-2FFED06573A6}" srcOrd="1" destOrd="0" presId="urn:microsoft.com/office/officeart/2009/3/layout/SnapshotPictureList"/>
    <dgm:cxn modelId="{62231CE2-C83F-0440-B823-7B10650844A0}" type="presParOf" srcId="{CADE6933-6A27-1D47-AC24-A7774C4ED62D}" destId="{03A0A1D4-B8B1-8A4F-B912-82F33879179B}" srcOrd="2" destOrd="0" presId="urn:microsoft.com/office/officeart/2009/3/layout/SnapshotPictureList"/>
    <dgm:cxn modelId="{2FBE8EF5-B314-0443-B6BD-7786CC42B7FA}" type="presParOf" srcId="{CADE6933-6A27-1D47-AC24-A7774C4ED62D}" destId="{89CBAEB1-1B98-D24B-81C5-AEE78AB8238A}" srcOrd="3" destOrd="0" presId="urn:microsoft.com/office/officeart/2009/3/layout/SnapshotPictureList"/>
    <dgm:cxn modelId="{0F34CC30-CC21-9D43-AAA1-046238736039}" type="presParOf" srcId="{CADE6933-6A27-1D47-AC24-A7774C4ED62D}" destId="{37BD2E6B-A274-A544-9E42-EE4A5D94A01E}" srcOrd="4" destOrd="0" presId="urn:microsoft.com/office/officeart/2009/3/layout/SnapshotPictur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93C880B-900C-864C-8D81-8B1CE1BABA4E}" type="doc">
      <dgm:prSet loTypeId="urn:microsoft.com/office/officeart/2008/layout/BendingPictureSemiTransparentText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8EB970-968E-D541-8DC5-03361C3B9B2E}">
      <dgm:prSet phldrT="[Text]" phldr="1"/>
      <dgm:spPr/>
      <dgm:t>
        <a:bodyPr/>
        <a:lstStyle/>
        <a:p>
          <a:endParaRPr lang="en-US"/>
        </a:p>
      </dgm:t>
    </dgm:pt>
    <dgm:pt modelId="{A268CBB1-A7A7-B84E-AC6B-293E72055118}" type="parTrans" cxnId="{E885E3B5-548C-CA44-94CA-5F04EE62849C}">
      <dgm:prSet/>
      <dgm:spPr/>
      <dgm:t>
        <a:bodyPr/>
        <a:lstStyle/>
        <a:p>
          <a:endParaRPr lang="en-US"/>
        </a:p>
      </dgm:t>
    </dgm:pt>
    <dgm:pt modelId="{BFB14C9F-3FE5-8F4F-96A3-0745237BB438}" type="sibTrans" cxnId="{E885E3B5-548C-CA44-94CA-5F04EE62849C}">
      <dgm:prSet/>
      <dgm:spPr/>
      <dgm:t>
        <a:bodyPr/>
        <a:lstStyle/>
        <a:p>
          <a:endParaRPr lang="en-US"/>
        </a:p>
      </dgm:t>
    </dgm:pt>
    <dgm:pt modelId="{41891A65-D89D-5547-AB84-8CE4F1F2ACDB}">
      <dgm:prSet phldrT="[Text]" custT="1"/>
      <dgm:spPr/>
      <dgm:t>
        <a:bodyPr/>
        <a:lstStyle/>
        <a:p>
          <a:r>
            <a:rPr lang="en-US" sz="4400" dirty="0"/>
            <a:t>DIET:</a:t>
          </a:r>
        </a:p>
        <a:p>
          <a:r>
            <a:rPr lang="en-US" sz="4400" dirty="0"/>
            <a:t> LOW NA</a:t>
          </a:r>
        </a:p>
      </dgm:t>
    </dgm:pt>
    <dgm:pt modelId="{622E286A-4A04-2840-9DAA-E823C829BD78}" type="parTrans" cxnId="{0B77A87C-F2DF-3644-A847-1878BEDE1812}">
      <dgm:prSet/>
      <dgm:spPr/>
      <dgm:t>
        <a:bodyPr/>
        <a:lstStyle/>
        <a:p>
          <a:endParaRPr lang="en-US"/>
        </a:p>
      </dgm:t>
    </dgm:pt>
    <dgm:pt modelId="{7EE86D9D-5724-A14B-9AF6-1300AC7F4160}" type="sibTrans" cxnId="{0B77A87C-F2DF-3644-A847-1878BEDE1812}">
      <dgm:prSet/>
      <dgm:spPr/>
      <dgm:t>
        <a:bodyPr/>
        <a:lstStyle/>
        <a:p>
          <a:endParaRPr lang="en-US"/>
        </a:p>
      </dgm:t>
    </dgm:pt>
    <dgm:pt modelId="{3E953560-23EC-194C-BF75-4F50903B3215}">
      <dgm:prSet phldrT="[Text]"/>
      <dgm:spPr/>
      <dgm:t>
        <a:bodyPr/>
        <a:lstStyle/>
        <a:p>
          <a:r>
            <a:rPr lang="en-US" dirty="0"/>
            <a:t>INCREASE FLUID INTAKE</a:t>
          </a:r>
        </a:p>
      </dgm:t>
    </dgm:pt>
    <dgm:pt modelId="{C451A48D-22DC-7941-9B19-51C15D6D2C37}" type="parTrans" cxnId="{FCD6929B-1B48-FD44-B97E-27368EF437E1}">
      <dgm:prSet/>
      <dgm:spPr/>
      <dgm:t>
        <a:bodyPr/>
        <a:lstStyle/>
        <a:p>
          <a:endParaRPr lang="en-US"/>
        </a:p>
      </dgm:t>
    </dgm:pt>
    <dgm:pt modelId="{921B8AFF-26B0-6D4F-BCA0-9C5C5E9BA4EB}" type="sibTrans" cxnId="{FCD6929B-1B48-FD44-B97E-27368EF437E1}">
      <dgm:prSet/>
      <dgm:spPr/>
      <dgm:t>
        <a:bodyPr/>
        <a:lstStyle/>
        <a:p>
          <a:endParaRPr lang="en-US"/>
        </a:p>
      </dgm:t>
    </dgm:pt>
    <dgm:pt modelId="{35AC3AB9-1BF3-2645-B563-CD7779D2312A}">
      <dgm:prSet phldrT="[Text]" custT="1"/>
      <dgm:spPr/>
      <dgm:t>
        <a:bodyPr/>
        <a:lstStyle/>
        <a:p>
          <a:r>
            <a:rPr lang="en-US" sz="4800" dirty="0"/>
            <a:t>IVF:</a:t>
          </a:r>
        </a:p>
        <a:p>
          <a:r>
            <a:rPr lang="en-US" sz="4800" dirty="0"/>
            <a:t>HYPOTONIC</a:t>
          </a:r>
        </a:p>
      </dgm:t>
    </dgm:pt>
    <dgm:pt modelId="{3B15D87C-01BA-4545-817A-853078399CF8}" type="parTrans" cxnId="{79467B11-A496-5749-8A79-869F7AF34B1C}">
      <dgm:prSet/>
      <dgm:spPr/>
      <dgm:t>
        <a:bodyPr/>
        <a:lstStyle/>
        <a:p>
          <a:endParaRPr lang="en-US"/>
        </a:p>
      </dgm:t>
    </dgm:pt>
    <dgm:pt modelId="{F7B303AC-39A2-5E4F-B9C1-D3E7BB96BBA5}" type="sibTrans" cxnId="{79467B11-A496-5749-8A79-869F7AF34B1C}">
      <dgm:prSet/>
      <dgm:spPr/>
      <dgm:t>
        <a:bodyPr/>
        <a:lstStyle/>
        <a:p>
          <a:endParaRPr lang="en-US"/>
        </a:p>
      </dgm:t>
    </dgm:pt>
    <dgm:pt modelId="{88D983B5-177D-884D-95C8-E95915892754}" type="pres">
      <dgm:prSet presAssocID="{F93C880B-900C-864C-8D81-8B1CE1BABA4E}" presName="Name0" presStyleCnt="0">
        <dgm:presLayoutVars>
          <dgm:dir/>
          <dgm:resizeHandles val="exact"/>
        </dgm:presLayoutVars>
      </dgm:prSet>
      <dgm:spPr/>
    </dgm:pt>
    <dgm:pt modelId="{4115C351-E651-F64A-91DA-BD2A483B6EAD}" type="pres">
      <dgm:prSet presAssocID="{6C8EB970-968E-D541-8DC5-03361C3B9B2E}" presName="composite" presStyleCnt="0"/>
      <dgm:spPr/>
    </dgm:pt>
    <dgm:pt modelId="{EB62814F-FE0D-9141-B815-93FD31D1E2E2}" type="pres">
      <dgm:prSet presAssocID="{6C8EB970-968E-D541-8DC5-03361C3B9B2E}" presName="rect1" presStyleLbl="bgShp" presStyleIdx="0" presStyleCnt="4"/>
      <dgm:spPr/>
    </dgm:pt>
    <dgm:pt modelId="{F5F8E8E9-8B5A-914A-B600-65CFB4418A33}" type="pres">
      <dgm:prSet presAssocID="{6C8EB970-968E-D541-8DC5-03361C3B9B2E}" presName="rect2" presStyleLbl="trBgShp" presStyleIdx="0" presStyleCnt="4">
        <dgm:presLayoutVars>
          <dgm:bulletEnabled val="1"/>
        </dgm:presLayoutVars>
      </dgm:prSet>
      <dgm:spPr/>
    </dgm:pt>
    <dgm:pt modelId="{ABA53F78-F299-6C40-BC72-BDE336DA922D}" type="pres">
      <dgm:prSet presAssocID="{BFB14C9F-3FE5-8F4F-96A3-0745237BB438}" presName="sibTrans" presStyleCnt="0"/>
      <dgm:spPr/>
    </dgm:pt>
    <dgm:pt modelId="{F8048FF5-947A-8941-8CD4-CFC54FE753DC}" type="pres">
      <dgm:prSet presAssocID="{41891A65-D89D-5547-AB84-8CE4F1F2ACDB}" presName="composite" presStyleCnt="0"/>
      <dgm:spPr/>
    </dgm:pt>
    <dgm:pt modelId="{954F8F27-4C39-884F-B752-78301126134C}" type="pres">
      <dgm:prSet presAssocID="{41891A65-D89D-5547-AB84-8CE4F1F2ACDB}" presName="rect1" presStyleLbl="bgShp" presStyleIdx="1" presStyleCnt="4"/>
      <dgm:spPr/>
    </dgm:pt>
    <dgm:pt modelId="{838C1071-0CB4-F240-9F35-415F97763F85}" type="pres">
      <dgm:prSet presAssocID="{41891A65-D89D-5547-AB84-8CE4F1F2ACDB}" presName="rect2" presStyleLbl="trBgShp" presStyleIdx="1" presStyleCnt="4" custLinFactY="-61008" custLinFactNeighborX="1790" custLinFactNeighborY="-100000">
        <dgm:presLayoutVars>
          <dgm:bulletEnabled val="1"/>
        </dgm:presLayoutVars>
      </dgm:prSet>
      <dgm:spPr/>
    </dgm:pt>
    <dgm:pt modelId="{4320DBD5-BEF5-074E-AB8A-A41C91E46A0F}" type="pres">
      <dgm:prSet presAssocID="{7EE86D9D-5724-A14B-9AF6-1300AC7F4160}" presName="sibTrans" presStyleCnt="0"/>
      <dgm:spPr/>
    </dgm:pt>
    <dgm:pt modelId="{BE488DCE-07F0-2447-ABE6-EA53086152E1}" type="pres">
      <dgm:prSet presAssocID="{3E953560-23EC-194C-BF75-4F50903B3215}" presName="composite" presStyleCnt="0"/>
      <dgm:spPr/>
    </dgm:pt>
    <dgm:pt modelId="{F6073265-2504-974E-A4B5-F1C4215B85F1}" type="pres">
      <dgm:prSet presAssocID="{3E953560-23EC-194C-BF75-4F50903B3215}" presName="rect1" presStyleLbl="bgShp" presStyleIdx="2" presStyleCnt="4"/>
      <dgm:spPr/>
    </dgm:pt>
    <dgm:pt modelId="{162627D9-C4C6-964B-8DA8-C302969F8129}" type="pres">
      <dgm:prSet presAssocID="{3E953560-23EC-194C-BF75-4F50903B3215}" presName="rect2" presStyleLbl="trBgShp" presStyleIdx="2" presStyleCnt="4" custLinFactY="-100000" custLinFactNeighborX="1578" custLinFactNeighborY="-102348">
        <dgm:presLayoutVars>
          <dgm:bulletEnabled val="1"/>
        </dgm:presLayoutVars>
      </dgm:prSet>
      <dgm:spPr/>
    </dgm:pt>
    <dgm:pt modelId="{07B2E3F6-5714-FC48-96F8-C6EED78D0AB9}" type="pres">
      <dgm:prSet presAssocID="{921B8AFF-26B0-6D4F-BCA0-9C5C5E9BA4EB}" presName="sibTrans" presStyleCnt="0"/>
      <dgm:spPr/>
    </dgm:pt>
    <dgm:pt modelId="{9E3B8415-139F-AC4E-8282-A36E636A2804}" type="pres">
      <dgm:prSet presAssocID="{35AC3AB9-1BF3-2645-B563-CD7779D2312A}" presName="composite" presStyleCnt="0"/>
      <dgm:spPr/>
    </dgm:pt>
    <dgm:pt modelId="{78D445AF-27E4-7142-A368-F6D3894D6840}" type="pres">
      <dgm:prSet presAssocID="{35AC3AB9-1BF3-2645-B563-CD7779D2312A}" presName="rect1" presStyleLbl="bgShp" presStyleIdx="3" presStyleCnt="4"/>
      <dgm:spPr/>
    </dgm:pt>
    <dgm:pt modelId="{C6A22814-8AC6-6E49-8425-78DED2B205AE}" type="pres">
      <dgm:prSet presAssocID="{35AC3AB9-1BF3-2645-B563-CD7779D2312A}" presName="rect2" presStyleLbl="trBgShp" presStyleIdx="3" presStyleCnt="4" custLinFactY="-83250" custLinFactNeighborX="895" custLinFactNeighborY="-100000">
        <dgm:presLayoutVars>
          <dgm:bulletEnabled val="1"/>
        </dgm:presLayoutVars>
      </dgm:prSet>
      <dgm:spPr/>
    </dgm:pt>
  </dgm:ptLst>
  <dgm:cxnLst>
    <dgm:cxn modelId="{79467B11-A496-5749-8A79-869F7AF34B1C}" srcId="{F93C880B-900C-864C-8D81-8B1CE1BABA4E}" destId="{35AC3AB9-1BF3-2645-B563-CD7779D2312A}" srcOrd="3" destOrd="0" parTransId="{3B15D87C-01BA-4545-817A-853078399CF8}" sibTransId="{F7B303AC-39A2-5E4F-B9C1-D3E7BB96BBA5}"/>
    <dgm:cxn modelId="{7452234A-F23F-554E-9ADA-0EBD1A3CA37C}" type="presOf" srcId="{F93C880B-900C-864C-8D81-8B1CE1BABA4E}" destId="{88D983B5-177D-884D-95C8-E95915892754}" srcOrd="0" destOrd="0" presId="urn:microsoft.com/office/officeart/2008/layout/BendingPictureSemiTransparentText"/>
    <dgm:cxn modelId="{A5139875-A517-564F-9541-8AE917EF2D1D}" type="presOf" srcId="{6C8EB970-968E-D541-8DC5-03361C3B9B2E}" destId="{F5F8E8E9-8B5A-914A-B600-65CFB4418A33}" srcOrd="0" destOrd="0" presId="urn:microsoft.com/office/officeart/2008/layout/BendingPictureSemiTransparentText"/>
    <dgm:cxn modelId="{0B77A87C-F2DF-3644-A847-1878BEDE1812}" srcId="{F93C880B-900C-864C-8D81-8B1CE1BABA4E}" destId="{41891A65-D89D-5547-AB84-8CE4F1F2ACDB}" srcOrd="1" destOrd="0" parTransId="{622E286A-4A04-2840-9DAA-E823C829BD78}" sibTransId="{7EE86D9D-5724-A14B-9AF6-1300AC7F4160}"/>
    <dgm:cxn modelId="{FCD6929B-1B48-FD44-B97E-27368EF437E1}" srcId="{F93C880B-900C-864C-8D81-8B1CE1BABA4E}" destId="{3E953560-23EC-194C-BF75-4F50903B3215}" srcOrd="2" destOrd="0" parTransId="{C451A48D-22DC-7941-9B19-51C15D6D2C37}" sibTransId="{921B8AFF-26B0-6D4F-BCA0-9C5C5E9BA4EB}"/>
    <dgm:cxn modelId="{4ED1669C-2133-9649-BC34-5AB6D3DB49FF}" type="presOf" srcId="{41891A65-D89D-5547-AB84-8CE4F1F2ACDB}" destId="{838C1071-0CB4-F240-9F35-415F97763F85}" srcOrd="0" destOrd="0" presId="urn:microsoft.com/office/officeart/2008/layout/BendingPictureSemiTransparentText"/>
    <dgm:cxn modelId="{E885E3B5-548C-CA44-94CA-5F04EE62849C}" srcId="{F93C880B-900C-864C-8D81-8B1CE1BABA4E}" destId="{6C8EB970-968E-D541-8DC5-03361C3B9B2E}" srcOrd="0" destOrd="0" parTransId="{A268CBB1-A7A7-B84E-AC6B-293E72055118}" sibTransId="{BFB14C9F-3FE5-8F4F-96A3-0745237BB438}"/>
    <dgm:cxn modelId="{52D199D6-AE12-4448-9961-79ECDB2DEFC7}" type="presOf" srcId="{35AC3AB9-1BF3-2645-B563-CD7779D2312A}" destId="{C6A22814-8AC6-6E49-8425-78DED2B205AE}" srcOrd="0" destOrd="0" presId="urn:microsoft.com/office/officeart/2008/layout/BendingPictureSemiTransparentText"/>
    <dgm:cxn modelId="{295BDAFB-F0E5-4D4F-B326-1B2E0F23772D}" type="presOf" srcId="{3E953560-23EC-194C-BF75-4F50903B3215}" destId="{162627D9-C4C6-964B-8DA8-C302969F8129}" srcOrd="0" destOrd="0" presId="urn:microsoft.com/office/officeart/2008/layout/BendingPictureSemiTransparentText"/>
    <dgm:cxn modelId="{B27E32A5-7516-0346-8280-7C57D598D445}" type="presParOf" srcId="{88D983B5-177D-884D-95C8-E95915892754}" destId="{4115C351-E651-F64A-91DA-BD2A483B6EAD}" srcOrd="0" destOrd="0" presId="urn:microsoft.com/office/officeart/2008/layout/BendingPictureSemiTransparentText"/>
    <dgm:cxn modelId="{B1FD6143-8BC7-3844-87D1-5A89B4F91A54}" type="presParOf" srcId="{4115C351-E651-F64A-91DA-BD2A483B6EAD}" destId="{EB62814F-FE0D-9141-B815-93FD31D1E2E2}" srcOrd="0" destOrd="0" presId="urn:microsoft.com/office/officeart/2008/layout/BendingPictureSemiTransparentText"/>
    <dgm:cxn modelId="{464D5964-2F28-5545-BD28-C651B1670834}" type="presParOf" srcId="{4115C351-E651-F64A-91DA-BD2A483B6EAD}" destId="{F5F8E8E9-8B5A-914A-B600-65CFB4418A33}" srcOrd="1" destOrd="0" presId="urn:microsoft.com/office/officeart/2008/layout/BendingPictureSemiTransparentText"/>
    <dgm:cxn modelId="{2AA615CD-45EE-7144-97B2-32758BBBA960}" type="presParOf" srcId="{88D983B5-177D-884D-95C8-E95915892754}" destId="{ABA53F78-F299-6C40-BC72-BDE336DA922D}" srcOrd="1" destOrd="0" presId="urn:microsoft.com/office/officeart/2008/layout/BendingPictureSemiTransparentText"/>
    <dgm:cxn modelId="{3B1CF410-62AA-8B45-82F8-6D265563CBC4}" type="presParOf" srcId="{88D983B5-177D-884D-95C8-E95915892754}" destId="{F8048FF5-947A-8941-8CD4-CFC54FE753DC}" srcOrd="2" destOrd="0" presId="urn:microsoft.com/office/officeart/2008/layout/BendingPictureSemiTransparentText"/>
    <dgm:cxn modelId="{47FD5ED3-1F21-F04F-849C-A92013EACD85}" type="presParOf" srcId="{F8048FF5-947A-8941-8CD4-CFC54FE753DC}" destId="{954F8F27-4C39-884F-B752-78301126134C}" srcOrd="0" destOrd="0" presId="urn:microsoft.com/office/officeart/2008/layout/BendingPictureSemiTransparentText"/>
    <dgm:cxn modelId="{C069ABE5-C9C4-004E-B2F1-6B0016FA9274}" type="presParOf" srcId="{F8048FF5-947A-8941-8CD4-CFC54FE753DC}" destId="{838C1071-0CB4-F240-9F35-415F97763F85}" srcOrd="1" destOrd="0" presId="urn:microsoft.com/office/officeart/2008/layout/BendingPictureSemiTransparentText"/>
    <dgm:cxn modelId="{0CD8FC6D-C967-8F47-A735-03C685E2F992}" type="presParOf" srcId="{88D983B5-177D-884D-95C8-E95915892754}" destId="{4320DBD5-BEF5-074E-AB8A-A41C91E46A0F}" srcOrd="3" destOrd="0" presId="urn:microsoft.com/office/officeart/2008/layout/BendingPictureSemiTransparentText"/>
    <dgm:cxn modelId="{FD96B20C-3AE5-EE4A-96F2-6358A792C908}" type="presParOf" srcId="{88D983B5-177D-884D-95C8-E95915892754}" destId="{BE488DCE-07F0-2447-ABE6-EA53086152E1}" srcOrd="4" destOrd="0" presId="urn:microsoft.com/office/officeart/2008/layout/BendingPictureSemiTransparentText"/>
    <dgm:cxn modelId="{D6AF5E11-D3FC-174F-BAC5-605B9A16A3D5}" type="presParOf" srcId="{BE488DCE-07F0-2447-ABE6-EA53086152E1}" destId="{F6073265-2504-974E-A4B5-F1C4215B85F1}" srcOrd="0" destOrd="0" presId="urn:microsoft.com/office/officeart/2008/layout/BendingPictureSemiTransparentText"/>
    <dgm:cxn modelId="{391A58C0-A273-1C43-A2B0-CB27814ED92B}" type="presParOf" srcId="{BE488DCE-07F0-2447-ABE6-EA53086152E1}" destId="{162627D9-C4C6-964B-8DA8-C302969F8129}" srcOrd="1" destOrd="0" presId="urn:microsoft.com/office/officeart/2008/layout/BendingPictureSemiTransparentText"/>
    <dgm:cxn modelId="{F7F7946A-A684-8345-B31D-AEDD861F4332}" type="presParOf" srcId="{88D983B5-177D-884D-95C8-E95915892754}" destId="{07B2E3F6-5714-FC48-96F8-C6EED78D0AB9}" srcOrd="5" destOrd="0" presId="urn:microsoft.com/office/officeart/2008/layout/BendingPictureSemiTransparentText"/>
    <dgm:cxn modelId="{1C95599A-F3BE-7342-967D-84B51C58C26B}" type="presParOf" srcId="{88D983B5-177D-884D-95C8-E95915892754}" destId="{9E3B8415-139F-AC4E-8282-A36E636A2804}" srcOrd="6" destOrd="0" presId="urn:microsoft.com/office/officeart/2008/layout/BendingPictureSemiTransparentText"/>
    <dgm:cxn modelId="{2B03E05C-FF08-2C43-8453-F12BC4412339}" type="presParOf" srcId="{9E3B8415-139F-AC4E-8282-A36E636A2804}" destId="{78D445AF-27E4-7142-A368-F6D3894D6840}" srcOrd="0" destOrd="0" presId="urn:microsoft.com/office/officeart/2008/layout/BendingPictureSemiTransparentText"/>
    <dgm:cxn modelId="{06FACC0A-5E85-EA42-A466-CC885B9B91C5}" type="presParOf" srcId="{9E3B8415-139F-AC4E-8282-A36E636A2804}" destId="{C6A22814-8AC6-6E49-8425-78DED2B205AE}" srcOrd="1" destOrd="0" presId="urn:microsoft.com/office/officeart/2008/layout/BendingPictureSemiTransparentTex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45CE12C-625F-0241-AA4B-827AEA45C7F3}" type="doc">
      <dgm:prSet loTypeId="urn:microsoft.com/office/officeart/2005/8/layout/pyramid2" loCatId="" qsTypeId="urn:microsoft.com/office/officeart/2005/8/quickstyle/simple4" qsCatId="simple" csTypeId="urn:microsoft.com/office/officeart/2005/8/colors/accent1_2" csCatId="accent1" phldr="1"/>
      <dgm:spPr/>
    </dgm:pt>
    <dgm:pt modelId="{327AFC96-4A77-F646-811A-877A17FBC404}">
      <dgm:prSet phldrT="[Text]"/>
      <dgm:spPr/>
      <dgm:t>
        <a:bodyPr/>
        <a:lstStyle/>
        <a:p>
          <a:r>
            <a:rPr lang="en-US" dirty="0"/>
            <a:t>PSEUDO HYPONATREMIA</a:t>
          </a:r>
        </a:p>
      </dgm:t>
    </dgm:pt>
    <dgm:pt modelId="{F25582C3-CBC8-9D41-BC55-90153C9FA3F3}" type="parTrans" cxnId="{C27827FE-753F-3644-A98A-30305F08856A}">
      <dgm:prSet/>
      <dgm:spPr/>
      <dgm:t>
        <a:bodyPr/>
        <a:lstStyle/>
        <a:p>
          <a:endParaRPr lang="en-US"/>
        </a:p>
      </dgm:t>
    </dgm:pt>
    <dgm:pt modelId="{E9A922CC-500E-EE4F-911A-344B49F4ABDD}" type="sibTrans" cxnId="{C27827FE-753F-3644-A98A-30305F08856A}">
      <dgm:prSet/>
      <dgm:spPr/>
      <dgm:t>
        <a:bodyPr/>
        <a:lstStyle/>
        <a:p>
          <a:endParaRPr lang="en-US"/>
        </a:p>
      </dgm:t>
    </dgm:pt>
    <dgm:pt modelId="{AB1F2A34-4CD9-ED41-8723-22B2DE358BBF}">
      <dgm:prSet phldrT="[Text]"/>
      <dgm:spPr/>
      <dgm:t>
        <a:bodyPr/>
        <a:lstStyle/>
        <a:p>
          <a:r>
            <a:rPr lang="en-US" dirty="0"/>
            <a:t>TRUE HYPONATREMIA</a:t>
          </a:r>
        </a:p>
      </dgm:t>
    </dgm:pt>
    <dgm:pt modelId="{516E9BB1-2B73-2042-B4F9-A6F3CD90D9E4}" type="parTrans" cxnId="{8B2B20D6-55BC-5F4B-A518-C389F09A5D84}">
      <dgm:prSet/>
      <dgm:spPr/>
      <dgm:t>
        <a:bodyPr/>
        <a:lstStyle/>
        <a:p>
          <a:endParaRPr lang="en-US"/>
        </a:p>
      </dgm:t>
    </dgm:pt>
    <dgm:pt modelId="{1976F5E8-713B-2545-A0F6-22F16FD766E0}" type="sibTrans" cxnId="{8B2B20D6-55BC-5F4B-A518-C389F09A5D84}">
      <dgm:prSet/>
      <dgm:spPr/>
      <dgm:t>
        <a:bodyPr/>
        <a:lstStyle/>
        <a:p>
          <a:endParaRPr lang="en-US"/>
        </a:p>
      </dgm:t>
    </dgm:pt>
    <dgm:pt modelId="{FACAE021-745C-C94F-BE80-C6370A815E23}">
      <dgm:prSet phldrT="[Text]"/>
      <dgm:spPr/>
      <dgm:t>
        <a:bodyPr/>
        <a:lstStyle/>
        <a:p>
          <a:r>
            <a:rPr lang="en-US" dirty="0"/>
            <a:t>TRANSLOCATION HYPONATREMIA</a:t>
          </a:r>
        </a:p>
      </dgm:t>
    </dgm:pt>
    <dgm:pt modelId="{B80ECB9B-B432-D341-A6FB-75E22FFC537D}" type="parTrans" cxnId="{5E068581-5F35-494F-AF32-43EB0643F62D}">
      <dgm:prSet/>
      <dgm:spPr/>
      <dgm:t>
        <a:bodyPr/>
        <a:lstStyle/>
        <a:p>
          <a:endParaRPr lang="en-US"/>
        </a:p>
      </dgm:t>
    </dgm:pt>
    <dgm:pt modelId="{6E706001-80EB-0F4C-8D33-E9EBD32F0B6A}" type="sibTrans" cxnId="{5E068581-5F35-494F-AF32-43EB0643F62D}">
      <dgm:prSet/>
      <dgm:spPr/>
      <dgm:t>
        <a:bodyPr/>
        <a:lstStyle/>
        <a:p>
          <a:endParaRPr lang="en-US"/>
        </a:p>
      </dgm:t>
    </dgm:pt>
    <dgm:pt modelId="{5443A1E7-EC61-644F-AAC3-938BC106EC45}" type="pres">
      <dgm:prSet presAssocID="{A45CE12C-625F-0241-AA4B-827AEA45C7F3}" presName="compositeShape" presStyleCnt="0">
        <dgm:presLayoutVars>
          <dgm:dir/>
          <dgm:resizeHandles/>
        </dgm:presLayoutVars>
      </dgm:prSet>
      <dgm:spPr/>
    </dgm:pt>
    <dgm:pt modelId="{2E26FD33-9775-6E45-95A7-3366F925065B}" type="pres">
      <dgm:prSet presAssocID="{A45CE12C-625F-0241-AA4B-827AEA45C7F3}" presName="pyramid" presStyleLbl="node1" presStyleIdx="0" presStyleCnt="1"/>
      <dgm:spPr/>
    </dgm:pt>
    <dgm:pt modelId="{D3A5766C-3C34-8B4F-95F6-BED96B4EF623}" type="pres">
      <dgm:prSet presAssocID="{A45CE12C-625F-0241-AA4B-827AEA45C7F3}" presName="theList" presStyleCnt="0"/>
      <dgm:spPr/>
    </dgm:pt>
    <dgm:pt modelId="{05BB7DA6-D1B4-F744-A83F-4099AFDB59D1}" type="pres">
      <dgm:prSet presAssocID="{327AFC96-4A77-F646-811A-877A17FBC404}" presName="aNode" presStyleLbl="fgAcc1" presStyleIdx="0" presStyleCnt="3">
        <dgm:presLayoutVars>
          <dgm:bulletEnabled val="1"/>
        </dgm:presLayoutVars>
      </dgm:prSet>
      <dgm:spPr/>
    </dgm:pt>
    <dgm:pt modelId="{FB01C6A3-9176-3F44-AC03-A2C28F3A0201}" type="pres">
      <dgm:prSet presAssocID="{327AFC96-4A77-F646-811A-877A17FBC404}" presName="aSpace" presStyleCnt="0"/>
      <dgm:spPr/>
    </dgm:pt>
    <dgm:pt modelId="{2E428A8F-90D8-7943-A85C-CFA6C7C391DA}" type="pres">
      <dgm:prSet presAssocID="{AB1F2A34-4CD9-ED41-8723-22B2DE358BBF}" presName="aNode" presStyleLbl="fgAcc1" presStyleIdx="1" presStyleCnt="3">
        <dgm:presLayoutVars>
          <dgm:bulletEnabled val="1"/>
        </dgm:presLayoutVars>
      </dgm:prSet>
      <dgm:spPr/>
    </dgm:pt>
    <dgm:pt modelId="{4FBD5DE8-7817-894B-ACAB-872C7CA53592}" type="pres">
      <dgm:prSet presAssocID="{AB1F2A34-4CD9-ED41-8723-22B2DE358BBF}" presName="aSpace" presStyleCnt="0"/>
      <dgm:spPr/>
    </dgm:pt>
    <dgm:pt modelId="{EAD7CE2E-4D52-674C-9B0B-BDC95C5AC9F2}" type="pres">
      <dgm:prSet presAssocID="{FACAE021-745C-C94F-BE80-C6370A815E23}" presName="aNode" presStyleLbl="fgAcc1" presStyleIdx="2" presStyleCnt="3">
        <dgm:presLayoutVars>
          <dgm:bulletEnabled val="1"/>
        </dgm:presLayoutVars>
      </dgm:prSet>
      <dgm:spPr/>
    </dgm:pt>
    <dgm:pt modelId="{F27A7950-C707-EE47-980F-B01AD88E92F1}" type="pres">
      <dgm:prSet presAssocID="{FACAE021-745C-C94F-BE80-C6370A815E23}" presName="aSpace" presStyleCnt="0"/>
      <dgm:spPr/>
    </dgm:pt>
  </dgm:ptLst>
  <dgm:cxnLst>
    <dgm:cxn modelId="{FA425C31-C98A-4841-BFAC-CE06724080E7}" type="presOf" srcId="{AB1F2A34-4CD9-ED41-8723-22B2DE358BBF}" destId="{2E428A8F-90D8-7943-A85C-CFA6C7C391DA}" srcOrd="0" destOrd="0" presId="urn:microsoft.com/office/officeart/2005/8/layout/pyramid2"/>
    <dgm:cxn modelId="{5E068581-5F35-494F-AF32-43EB0643F62D}" srcId="{A45CE12C-625F-0241-AA4B-827AEA45C7F3}" destId="{FACAE021-745C-C94F-BE80-C6370A815E23}" srcOrd="2" destOrd="0" parTransId="{B80ECB9B-B432-D341-A6FB-75E22FFC537D}" sibTransId="{6E706001-80EB-0F4C-8D33-E9EBD32F0B6A}"/>
    <dgm:cxn modelId="{ED94A69C-3F5A-5444-883F-E4B2B51DB9E1}" type="presOf" srcId="{327AFC96-4A77-F646-811A-877A17FBC404}" destId="{05BB7DA6-D1B4-F744-A83F-4099AFDB59D1}" srcOrd="0" destOrd="0" presId="urn:microsoft.com/office/officeart/2005/8/layout/pyramid2"/>
    <dgm:cxn modelId="{FC3C9FD4-7FAF-0F47-B82A-C9FBEF96D2BB}" type="presOf" srcId="{FACAE021-745C-C94F-BE80-C6370A815E23}" destId="{EAD7CE2E-4D52-674C-9B0B-BDC95C5AC9F2}" srcOrd="0" destOrd="0" presId="urn:microsoft.com/office/officeart/2005/8/layout/pyramid2"/>
    <dgm:cxn modelId="{8B2B20D6-55BC-5F4B-A518-C389F09A5D84}" srcId="{A45CE12C-625F-0241-AA4B-827AEA45C7F3}" destId="{AB1F2A34-4CD9-ED41-8723-22B2DE358BBF}" srcOrd="1" destOrd="0" parTransId="{516E9BB1-2B73-2042-B4F9-A6F3CD90D9E4}" sibTransId="{1976F5E8-713B-2545-A0F6-22F16FD766E0}"/>
    <dgm:cxn modelId="{FBE2B6D9-BC63-BC42-89CB-3A2EAB518217}" type="presOf" srcId="{A45CE12C-625F-0241-AA4B-827AEA45C7F3}" destId="{5443A1E7-EC61-644F-AAC3-938BC106EC45}" srcOrd="0" destOrd="0" presId="urn:microsoft.com/office/officeart/2005/8/layout/pyramid2"/>
    <dgm:cxn modelId="{C27827FE-753F-3644-A98A-30305F08856A}" srcId="{A45CE12C-625F-0241-AA4B-827AEA45C7F3}" destId="{327AFC96-4A77-F646-811A-877A17FBC404}" srcOrd="0" destOrd="0" parTransId="{F25582C3-CBC8-9D41-BC55-90153C9FA3F3}" sibTransId="{E9A922CC-500E-EE4F-911A-344B49F4ABDD}"/>
    <dgm:cxn modelId="{1602841C-B242-F74F-9725-21B8E7C27E54}" type="presParOf" srcId="{5443A1E7-EC61-644F-AAC3-938BC106EC45}" destId="{2E26FD33-9775-6E45-95A7-3366F925065B}" srcOrd="0" destOrd="0" presId="urn:microsoft.com/office/officeart/2005/8/layout/pyramid2"/>
    <dgm:cxn modelId="{F3184704-B04E-4E47-9A0D-8B4E1EDDFD47}" type="presParOf" srcId="{5443A1E7-EC61-644F-AAC3-938BC106EC45}" destId="{D3A5766C-3C34-8B4F-95F6-BED96B4EF623}" srcOrd="1" destOrd="0" presId="urn:microsoft.com/office/officeart/2005/8/layout/pyramid2"/>
    <dgm:cxn modelId="{A7F084DF-D5FA-6F4B-A0FA-C687A794568F}" type="presParOf" srcId="{D3A5766C-3C34-8B4F-95F6-BED96B4EF623}" destId="{05BB7DA6-D1B4-F744-A83F-4099AFDB59D1}" srcOrd="0" destOrd="0" presId="urn:microsoft.com/office/officeart/2005/8/layout/pyramid2"/>
    <dgm:cxn modelId="{298A4451-F551-084D-8D49-C76D99C2B253}" type="presParOf" srcId="{D3A5766C-3C34-8B4F-95F6-BED96B4EF623}" destId="{FB01C6A3-9176-3F44-AC03-A2C28F3A0201}" srcOrd="1" destOrd="0" presId="urn:microsoft.com/office/officeart/2005/8/layout/pyramid2"/>
    <dgm:cxn modelId="{442DD794-A844-CD43-8100-723627441B01}" type="presParOf" srcId="{D3A5766C-3C34-8B4F-95F6-BED96B4EF623}" destId="{2E428A8F-90D8-7943-A85C-CFA6C7C391DA}" srcOrd="2" destOrd="0" presId="urn:microsoft.com/office/officeart/2005/8/layout/pyramid2"/>
    <dgm:cxn modelId="{3DDA0351-4689-2A42-8563-2B5008A02712}" type="presParOf" srcId="{D3A5766C-3C34-8B4F-95F6-BED96B4EF623}" destId="{4FBD5DE8-7817-894B-ACAB-872C7CA53592}" srcOrd="3" destOrd="0" presId="urn:microsoft.com/office/officeart/2005/8/layout/pyramid2"/>
    <dgm:cxn modelId="{C132184A-C8E6-FF4F-8DEF-C67023F9FB6A}" type="presParOf" srcId="{D3A5766C-3C34-8B4F-95F6-BED96B4EF623}" destId="{EAD7CE2E-4D52-674C-9B0B-BDC95C5AC9F2}" srcOrd="4" destOrd="0" presId="urn:microsoft.com/office/officeart/2005/8/layout/pyramid2"/>
    <dgm:cxn modelId="{44401E81-55EB-9849-8592-EFD06A686FEE}" type="presParOf" srcId="{D3A5766C-3C34-8B4F-95F6-BED96B4EF623}" destId="{F27A7950-C707-EE47-980F-B01AD88E92F1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50989AA-5298-CD44-8267-BE8348F1B142}" type="doc">
      <dgm:prSet loTypeId="urn:microsoft.com/office/officeart/2008/layout/BendingPictureBlocks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505437-6116-1C4A-926A-93D57A57C955}">
      <dgm:prSet phldrT="[Text]"/>
      <dgm:spPr/>
      <dgm:t>
        <a:bodyPr/>
        <a:lstStyle/>
        <a:p>
          <a:r>
            <a:rPr lang="en-US" dirty="0"/>
            <a:t>LOW BP</a:t>
          </a:r>
        </a:p>
      </dgm:t>
    </dgm:pt>
    <dgm:pt modelId="{EA78A187-1980-EB4D-9189-0330D990BCC6}" type="parTrans" cxnId="{C4221A7D-32EA-E14A-B199-6E64AD81587B}">
      <dgm:prSet/>
      <dgm:spPr/>
      <dgm:t>
        <a:bodyPr/>
        <a:lstStyle/>
        <a:p>
          <a:endParaRPr lang="en-US"/>
        </a:p>
      </dgm:t>
    </dgm:pt>
    <dgm:pt modelId="{C60B5EC1-6C61-8C40-B17E-400546DD071A}" type="sibTrans" cxnId="{C4221A7D-32EA-E14A-B199-6E64AD81587B}">
      <dgm:prSet/>
      <dgm:spPr/>
      <dgm:t>
        <a:bodyPr/>
        <a:lstStyle/>
        <a:p>
          <a:endParaRPr lang="en-US"/>
        </a:p>
      </dgm:t>
    </dgm:pt>
    <dgm:pt modelId="{341A6D4E-7378-9542-95AD-78EBF7424E41}">
      <dgm:prSet phldrT="[Text]"/>
      <dgm:spPr/>
      <dgm:t>
        <a:bodyPr/>
        <a:lstStyle/>
        <a:p>
          <a:r>
            <a:rPr lang="en-US" dirty="0"/>
            <a:t>EDEMA</a:t>
          </a:r>
        </a:p>
      </dgm:t>
    </dgm:pt>
    <dgm:pt modelId="{99FDE22B-7B1F-6040-9F7A-4B95CD21EE72}" type="parTrans" cxnId="{6A4CC730-76EA-834B-A10F-640380AA0ED0}">
      <dgm:prSet/>
      <dgm:spPr/>
      <dgm:t>
        <a:bodyPr/>
        <a:lstStyle/>
        <a:p>
          <a:endParaRPr lang="en-US"/>
        </a:p>
      </dgm:t>
    </dgm:pt>
    <dgm:pt modelId="{022E9C64-5FBA-F54F-9838-4470F98A5F37}" type="sibTrans" cxnId="{6A4CC730-76EA-834B-A10F-640380AA0ED0}">
      <dgm:prSet/>
      <dgm:spPr/>
      <dgm:t>
        <a:bodyPr/>
        <a:lstStyle/>
        <a:p>
          <a:endParaRPr lang="en-US"/>
        </a:p>
      </dgm:t>
    </dgm:pt>
    <dgm:pt modelId="{593A0A3E-B789-CB42-AD99-1CDE4C5C311D}">
      <dgm:prSet phldrT="[Text]"/>
      <dgm:spPr/>
      <dgm:t>
        <a:bodyPr/>
        <a:lstStyle/>
        <a:p>
          <a:r>
            <a:rPr lang="en-US" dirty="0"/>
            <a:t>OLIGURIA</a:t>
          </a:r>
        </a:p>
      </dgm:t>
    </dgm:pt>
    <dgm:pt modelId="{1F877E22-F6A4-4342-BD88-509D5CA9CCE0}" type="sibTrans" cxnId="{7C79914A-43CF-4441-B464-FBF9D374D55E}">
      <dgm:prSet/>
      <dgm:spPr/>
      <dgm:t>
        <a:bodyPr/>
        <a:lstStyle/>
        <a:p>
          <a:endParaRPr lang="en-US"/>
        </a:p>
      </dgm:t>
    </dgm:pt>
    <dgm:pt modelId="{709AC6B4-5771-2D47-A452-460C292B3AFF}" type="parTrans" cxnId="{7C79914A-43CF-4441-B464-FBF9D374D55E}">
      <dgm:prSet/>
      <dgm:spPr/>
      <dgm:t>
        <a:bodyPr/>
        <a:lstStyle/>
        <a:p>
          <a:endParaRPr lang="en-US"/>
        </a:p>
      </dgm:t>
    </dgm:pt>
    <dgm:pt modelId="{2BD0895B-C9CF-A243-B0C9-E2D2B0B8E2DB}" type="pres">
      <dgm:prSet presAssocID="{E50989AA-5298-CD44-8267-BE8348F1B142}" presName="Name0" presStyleCnt="0">
        <dgm:presLayoutVars>
          <dgm:dir/>
          <dgm:resizeHandles/>
        </dgm:presLayoutVars>
      </dgm:prSet>
      <dgm:spPr/>
    </dgm:pt>
    <dgm:pt modelId="{D9FD9752-962F-AE4E-BFA9-CCFC43A8FF2F}" type="pres">
      <dgm:prSet presAssocID="{6C505437-6116-1C4A-926A-93D57A57C955}" presName="composite" presStyleCnt="0"/>
      <dgm:spPr/>
    </dgm:pt>
    <dgm:pt modelId="{394FF395-2E85-A544-88FC-45BF048AE1A5}" type="pres">
      <dgm:prSet presAssocID="{6C505437-6116-1C4A-926A-93D57A57C955}" presName="rect1" presStyleLbl="bgImgPlace1" presStyleIdx="0" presStyleCnt="3" custScaleX="133721"/>
      <dgm:spPr/>
    </dgm:pt>
    <dgm:pt modelId="{28FA5542-8FA6-E84C-947F-62C239837EA9}" type="pres">
      <dgm:prSet presAssocID="{6C505437-6116-1C4A-926A-93D57A57C955}" presName="rect2" presStyleLbl="node1" presStyleIdx="0" presStyleCnt="3">
        <dgm:presLayoutVars>
          <dgm:bulletEnabled val="1"/>
        </dgm:presLayoutVars>
      </dgm:prSet>
      <dgm:spPr/>
    </dgm:pt>
    <dgm:pt modelId="{0AC857CA-941E-C549-8220-653B7725FF1B}" type="pres">
      <dgm:prSet presAssocID="{C60B5EC1-6C61-8C40-B17E-400546DD071A}" presName="sibTrans" presStyleCnt="0"/>
      <dgm:spPr/>
    </dgm:pt>
    <dgm:pt modelId="{8D3C8233-00A0-A54A-BDA6-4939CA007E49}" type="pres">
      <dgm:prSet presAssocID="{341A6D4E-7378-9542-95AD-78EBF7424E41}" presName="composite" presStyleCnt="0"/>
      <dgm:spPr/>
    </dgm:pt>
    <dgm:pt modelId="{8A6A9479-A4D3-AE41-B441-AB93202EBACD}" type="pres">
      <dgm:prSet presAssocID="{341A6D4E-7378-9542-95AD-78EBF7424E41}" presName="rect1" presStyleLbl="bgImgPlace1" presStyleIdx="1" presStyleCnt="3" custScaleX="169668"/>
      <dgm:spPr/>
    </dgm:pt>
    <dgm:pt modelId="{8380EE3A-D781-E940-BBC3-924E4696B3F3}" type="pres">
      <dgm:prSet presAssocID="{341A6D4E-7378-9542-95AD-78EBF7424E41}" presName="rect2" presStyleLbl="node1" presStyleIdx="1" presStyleCnt="3">
        <dgm:presLayoutVars>
          <dgm:bulletEnabled val="1"/>
        </dgm:presLayoutVars>
      </dgm:prSet>
      <dgm:spPr/>
    </dgm:pt>
    <dgm:pt modelId="{DFC6A6C2-D133-D247-BA4B-1831125C23FD}" type="pres">
      <dgm:prSet presAssocID="{022E9C64-5FBA-F54F-9838-4470F98A5F37}" presName="sibTrans" presStyleCnt="0"/>
      <dgm:spPr/>
    </dgm:pt>
    <dgm:pt modelId="{2C40F25A-A9EB-8843-AFD3-8F98836C1DD2}" type="pres">
      <dgm:prSet presAssocID="{593A0A3E-B789-CB42-AD99-1CDE4C5C311D}" presName="composite" presStyleCnt="0"/>
      <dgm:spPr/>
    </dgm:pt>
    <dgm:pt modelId="{AAC3C845-3198-0349-A013-34151AC2D147}" type="pres">
      <dgm:prSet presAssocID="{593A0A3E-B789-CB42-AD99-1CDE4C5C311D}" presName="rect1" presStyleLbl="bgImgPlace1" presStyleIdx="2" presStyleCnt="3" custScaleX="201876"/>
      <dgm:spPr/>
    </dgm:pt>
    <dgm:pt modelId="{AAB84905-E7C7-664F-B488-C5790D719263}" type="pres">
      <dgm:prSet presAssocID="{593A0A3E-B789-CB42-AD99-1CDE4C5C311D}" presName="rect2" presStyleLbl="node1" presStyleIdx="2" presStyleCnt="3">
        <dgm:presLayoutVars>
          <dgm:bulletEnabled val="1"/>
        </dgm:presLayoutVars>
      </dgm:prSet>
      <dgm:spPr/>
    </dgm:pt>
  </dgm:ptLst>
  <dgm:cxnLst>
    <dgm:cxn modelId="{6A4CC730-76EA-834B-A10F-640380AA0ED0}" srcId="{E50989AA-5298-CD44-8267-BE8348F1B142}" destId="{341A6D4E-7378-9542-95AD-78EBF7424E41}" srcOrd="1" destOrd="0" parTransId="{99FDE22B-7B1F-6040-9F7A-4B95CD21EE72}" sibTransId="{022E9C64-5FBA-F54F-9838-4470F98A5F37}"/>
    <dgm:cxn modelId="{4C83A860-E1EC-AE41-8E69-123367414F01}" type="presOf" srcId="{E50989AA-5298-CD44-8267-BE8348F1B142}" destId="{2BD0895B-C9CF-A243-B0C9-E2D2B0B8E2DB}" srcOrd="0" destOrd="0" presId="urn:microsoft.com/office/officeart/2008/layout/BendingPictureBlocks"/>
    <dgm:cxn modelId="{7C79914A-43CF-4441-B464-FBF9D374D55E}" srcId="{E50989AA-5298-CD44-8267-BE8348F1B142}" destId="{593A0A3E-B789-CB42-AD99-1CDE4C5C311D}" srcOrd="2" destOrd="0" parTransId="{709AC6B4-5771-2D47-A452-460C292B3AFF}" sibTransId="{1F877E22-F6A4-4342-BD88-509D5CA9CCE0}"/>
    <dgm:cxn modelId="{C4221A7D-32EA-E14A-B199-6E64AD81587B}" srcId="{E50989AA-5298-CD44-8267-BE8348F1B142}" destId="{6C505437-6116-1C4A-926A-93D57A57C955}" srcOrd="0" destOrd="0" parTransId="{EA78A187-1980-EB4D-9189-0330D990BCC6}" sibTransId="{C60B5EC1-6C61-8C40-B17E-400546DD071A}"/>
    <dgm:cxn modelId="{CA822CC7-2813-9F48-B5E4-D1554EA6D6D9}" type="presOf" srcId="{593A0A3E-B789-CB42-AD99-1CDE4C5C311D}" destId="{AAB84905-E7C7-664F-B488-C5790D719263}" srcOrd="0" destOrd="0" presId="urn:microsoft.com/office/officeart/2008/layout/BendingPictureBlocks"/>
    <dgm:cxn modelId="{82E35FCA-24E1-A341-A378-468F6CA71E94}" type="presOf" srcId="{341A6D4E-7378-9542-95AD-78EBF7424E41}" destId="{8380EE3A-D781-E940-BBC3-924E4696B3F3}" srcOrd="0" destOrd="0" presId="urn:microsoft.com/office/officeart/2008/layout/BendingPictureBlocks"/>
    <dgm:cxn modelId="{0233EFF7-C742-7C4F-A2AC-8CEF0E76807C}" type="presOf" srcId="{6C505437-6116-1C4A-926A-93D57A57C955}" destId="{28FA5542-8FA6-E84C-947F-62C239837EA9}" srcOrd="0" destOrd="0" presId="urn:microsoft.com/office/officeart/2008/layout/BendingPictureBlocks"/>
    <dgm:cxn modelId="{5B4F6C44-75B0-7848-B940-2056D3623E00}" type="presParOf" srcId="{2BD0895B-C9CF-A243-B0C9-E2D2B0B8E2DB}" destId="{D9FD9752-962F-AE4E-BFA9-CCFC43A8FF2F}" srcOrd="0" destOrd="0" presId="urn:microsoft.com/office/officeart/2008/layout/BendingPictureBlocks"/>
    <dgm:cxn modelId="{F95E6EDC-EC8D-3048-A797-D75AF02752DD}" type="presParOf" srcId="{D9FD9752-962F-AE4E-BFA9-CCFC43A8FF2F}" destId="{394FF395-2E85-A544-88FC-45BF048AE1A5}" srcOrd="0" destOrd="0" presId="urn:microsoft.com/office/officeart/2008/layout/BendingPictureBlocks"/>
    <dgm:cxn modelId="{ADFBAF7A-4403-1845-8A8F-E661FE17380D}" type="presParOf" srcId="{D9FD9752-962F-AE4E-BFA9-CCFC43A8FF2F}" destId="{28FA5542-8FA6-E84C-947F-62C239837EA9}" srcOrd="1" destOrd="0" presId="urn:microsoft.com/office/officeart/2008/layout/BendingPictureBlocks"/>
    <dgm:cxn modelId="{67A268DC-DDAA-9A4C-92C7-E27DD0798FE5}" type="presParOf" srcId="{2BD0895B-C9CF-A243-B0C9-E2D2B0B8E2DB}" destId="{0AC857CA-941E-C549-8220-653B7725FF1B}" srcOrd="1" destOrd="0" presId="urn:microsoft.com/office/officeart/2008/layout/BendingPictureBlocks"/>
    <dgm:cxn modelId="{460633A8-2FAF-104F-AAEE-2216ACED15A6}" type="presParOf" srcId="{2BD0895B-C9CF-A243-B0C9-E2D2B0B8E2DB}" destId="{8D3C8233-00A0-A54A-BDA6-4939CA007E49}" srcOrd="2" destOrd="0" presId="urn:microsoft.com/office/officeart/2008/layout/BendingPictureBlocks"/>
    <dgm:cxn modelId="{7C41D74E-4B1C-594D-B999-F34FD9DACB65}" type="presParOf" srcId="{8D3C8233-00A0-A54A-BDA6-4939CA007E49}" destId="{8A6A9479-A4D3-AE41-B441-AB93202EBACD}" srcOrd="0" destOrd="0" presId="urn:microsoft.com/office/officeart/2008/layout/BendingPictureBlocks"/>
    <dgm:cxn modelId="{80CD1EF0-C049-AF42-AD27-3F9A6AD7D19D}" type="presParOf" srcId="{8D3C8233-00A0-A54A-BDA6-4939CA007E49}" destId="{8380EE3A-D781-E940-BBC3-924E4696B3F3}" srcOrd="1" destOrd="0" presId="urn:microsoft.com/office/officeart/2008/layout/BendingPictureBlocks"/>
    <dgm:cxn modelId="{E135241B-28F4-8D45-8B46-B45CE357F409}" type="presParOf" srcId="{2BD0895B-C9CF-A243-B0C9-E2D2B0B8E2DB}" destId="{DFC6A6C2-D133-D247-BA4B-1831125C23FD}" srcOrd="3" destOrd="0" presId="urn:microsoft.com/office/officeart/2008/layout/BendingPictureBlocks"/>
    <dgm:cxn modelId="{94832060-D15A-A747-B495-D917D4898673}" type="presParOf" srcId="{2BD0895B-C9CF-A243-B0C9-E2D2B0B8E2DB}" destId="{2C40F25A-A9EB-8843-AFD3-8F98836C1DD2}" srcOrd="4" destOrd="0" presId="urn:microsoft.com/office/officeart/2008/layout/BendingPictureBlocks"/>
    <dgm:cxn modelId="{A4DF861D-7FBD-3344-904C-72103FC9B867}" type="presParOf" srcId="{2C40F25A-A9EB-8843-AFD3-8F98836C1DD2}" destId="{AAC3C845-3198-0349-A013-34151AC2D147}" srcOrd="0" destOrd="0" presId="urn:microsoft.com/office/officeart/2008/layout/BendingPictureBlocks"/>
    <dgm:cxn modelId="{E85AC379-ACA4-AE45-81FA-932D8936E0D3}" type="presParOf" srcId="{2C40F25A-A9EB-8843-AFD3-8F98836C1DD2}" destId="{AAB84905-E7C7-664F-B488-C5790D719263}" srcOrd="1" destOrd="0" presId="urn:microsoft.com/office/officeart/2008/layout/Bending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4EE16F9-6A28-264E-8371-2BFE1F45E401}" type="doc">
      <dgm:prSet loTypeId="urn:microsoft.com/office/officeart/2008/layout/PictureGrid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021347-FB47-194A-B79F-E7C9EE3FABF1}">
      <dgm:prSet phldrT="[Text]" phldr="1"/>
      <dgm:spPr/>
      <dgm:t>
        <a:bodyPr/>
        <a:lstStyle/>
        <a:p>
          <a:endParaRPr lang="en-US"/>
        </a:p>
      </dgm:t>
    </dgm:pt>
    <dgm:pt modelId="{2F6ABB7A-B603-8C4D-9552-3C51E0A7FA69}" type="parTrans" cxnId="{B6E57510-2790-594D-8BAD-F5DAA8310CAA}">
      <dgm:prSet/>
      <dgm:spPr/>
      <dgm:t>
        <a:bodyPr/>
        <a:lstStyle/>
        <a:p>
          <a:endParaRPr lang="en-US"/>
        </a:p>
      </dgm:t>
    </dgm:pt>
    <dgm:pt modelId="{AD1F2AA5-1583-AB40-8607-AD7408F31215}" type="sibTrans" cxnId="{B6E57510-2790-594D-8BAD-F5DAA8310CAA}">
      <dgm:prSet/>
      <dgm:spPr/>
      <dgm:t>
        <a:bodyPr/>
        <a:lstStyle/>
        <a:p>
          <a:endParaRPr lang="en-US"/>
        </a:p>
      </dgm:t>
    </dgm:pt>
    <dgm:pt modelId="{F9D9A7D7-D47D-9E49-B3A6-3E535222FDEE}">
      <dgm:prSet phldrT="[Text]" phldr="1"/>
      <dgm:spPr/>
      <dgm:t>
        <a:bodyPr/>
        <a:lstStyle/>
        <a:p>
          <a:endParaRPr lang="en-US" dirty="0"/>
        </a:p>
      </dgm:t>
    </dgm:pt>
    <dgm:pt modelId="{FA78F7AC-A33B-CF4C-98F4-B7919D0AD81F}" type="parTrans" cxnId="{7C33C14D-9A35-F147-9A60-B003393638F5}">
      <dgm:prSet/>
      <dgm:spPr/>
      <dgm:t>
        <a:bodyPr/>
        <a:lstStyle/>
        <a:p>
          <a:endParaRPr lang="en-US"/>
        </a:p>
      </dgm:t>
    </dgm:pt>
    <dgm:pt modelId="{0FE9428B-E4ED-084C-A876-EDA5C74BB642}" type="sibTrans" cxnId="{7C33C14D-9A35-F147-9A60-B003393638F5}">
      <dgm:prSet/>
      <dgm:spPr/>
      <dgm:t>
        <a:bodyPr/>
        <a:lstStyle/>
        <a:p>
          <a:endParaRPr lang="en-US"/>
        </a:p>
      </dgm:t>
    </dgm:pt>
    <dgm:pt modelId="{BFD74FF9-F1CC-EB40-B76C-2CFF7E7834F7}">
      <dgm:prSet phldrT="[Text]" phldr="1"/>
      <dgm:spPr/>
      <dgm:t>
        <a:bodyPr/>
        <a:lstStyle/>
        <a:p>
          <a:endParaRPr lang="en-US"/>
        </a:p>
      </dgm:t>
    </dgm:pt>
    <dgm:pt modelId="{3A984F25-250A-AB44-A167-EA8E2AC1290F}" type="parTrans" cxnId="{04E28AE7-4CDA-4649-99CB-A13D530602BD}">
      <dgm:prSet/>
      <dgm:spPr/>
      <dgm:t>
        <a:bodyPr/>
        <a:lstStyle/>
        <a:p>
          <a:endParaRPr lang="en-US"/>
        </a:p>
      </dgm:t>
    </dgm:pt>
    <dgm:pt modelId="{370E4903-EB3F-4F48-9599-B068B9CB11B2}" type="sibTrans" cxnId="{04E28AE7-4CDA-4649-99CB-A13D530602BD}">
      <dgm:prSet/>
      <dgm:spPr/>
      <dgm:t>
        <a:bodyPr/>
        <a:lstStyle/>
        <a:p>
          <a:endParaRPr lang="en-US"/>
        </a:p>
      </dgm:t>
    </dgm:pt>
    <dgm:pt modelId="{92E4C238-A3E9-4A42-9396-B06E8FBB4C81}">
      <dgm:prSet phldrT="[Text]" phldr="1"/>
      <dgm:spPr/>
      <dgm:t>
        <a:bodyPr/>
        <a:lstStyle/>
        <a:p>
          <a:endParaRPr lang="en-US" dirty="0"/>
        </a:p>
      </dgm:t>
    </dgm:pt>
    <dgm:pt modelId="{6D779E19-9ECD-9048-A9F8-9844306BC8D0}" type="parTrans" cxnId="{2C1163D9-642C-2346-9452-9B2A0AFAB5D1}">
      <dgm:prSet/>
      <dgm:spPr/>
      <dgm:t>
        <a:bodyPr/>
        <a:lstStyle/>
        <a:p>
          <a:endParaRPr lang="en-US"/>
        </a:p>
      </dgm:t>
    </dgm:pt>
    <dgm:pt modelId="{A26FB269-BDFD-064E-8089-C93F85596B3E}" type="sibTrans" cxnId="{2C1163D9-642C-2346-9452-9B2A0AFAB5D1}">
      <dgm:prSet/>
      <dgm:spPr/>
      <dgm:t>
        <a:bodyPr/>
        <a:lstStyle/>
        <a:p>
          <a:endParaRPr lang="en-US"/>
        </a:p>
      </dgm:t>
    </dgm:pt>
    <dgm:pt modelId="{2DB216C1-EF1F-EF4A-B4AF-0E7BF44CD728}" type="pres">
      <dgm:prSet presAssocID="{24EE16F9-6A28-264E-8371-2BFE1F45E401}" presName="Name0" presStyleCnt="0">
        <dgm:presLayoutVars>
          <dgm:dir/>
        </dgm:presLayoutVars>
      </dgm:prSet>
      <dgm:spPr/>
    </dgm:pt>
    <dgm:pt modelId="{471B4D08-6AFF-0141-86BF-8FEF4FCB7B60}" type="pres">
      <dgm:prSet presAssocID="{81021347-FB47-194A-B79F-E7C9EE3FABF1}" presName="composite" presStyleCnt="0"/>
      <dgm:spPr/>
    </dgm:pt>
    <dgm:pt modelId="{7DD451D1-0E26-7F4E-ABBA-BA84F9B8B506}" type="pres">
      <dgm:prSet presAssocID="{81021347-FB47-194A-B79F-E7C9EE3FABF1}" presName="rect2" presStyleLbl="revTx" presStyleIdx="0" presStyleCnt="4">
        <dgm:presLayoutVars>
          <dgm:bulletEnabled val="1"/>
        </dgm:presLayoutVars>
      </dgm:prSet>
      <dgm:spPr/>
    </dgm:pt>
    <dgm:pt modelId="{BE39B347-EA8F-454E-B240-3EE3EE269C51}" type="pres">
      <dgm:prSet presAssocID="{81021347-FB47-194A-B79F-E7C9EE3FABF1}" presName="rect1" presStyleLbl="alignImgPlace1" presStyleIdx="0" presStyleCnt="4" custScaleX="201595" custScaleY="78213" custLinFactNeighborX="-4093" custLinFactNeighborY="-11528"/>
      <dgm:spPr/>
    </dgm:pt>
    <dgm:pt modelId="{3640E989-A7EB-C24F-8FBC-33868D18E64A}" type="pres">
      <dgm:prSet presAssocID="{AD1F2AA5-1583-AB40-8607-AD7408F31215}" presName="sibTrans" presStyleCnt="0"/>
      <dgm:spPr/>
    </dgm:pt>
    <dgm:pt modelId="{FA5C1E79-3A63-C641-9A69-FEF0977D1CC5}" type="pres">
      <dgm:prSet presAssocID="{F9D9A7D7-D47D-9E49-B3A6-3E535222FDEE}" presName="composite" presStyleCnt="0"/>
      <dgm:spPr/>
    </dgm:pt>
    <dgm:pt modelId="{29067806-FD79-6E4A-AB6D-6623D28FCE2D}" type="pres">
      <dgm:prSet presAssocID="{F9D9A7D7-D47D-9E49-B3A6-3E535222FDEE}" presName="rect2" presStyleLbl="revTx" presStyleIdx="1" presStyleCnt="4">
        <dgm:presLayoutVars>
          <dgm:bulletEnabled val="1"/>
        </dgm:presLayoutVars>
      </dgm:prSet>
      <dgm:spPr/>
    </dgm:pt>
    <dgm:pt modelId="{48F6AB74-3A5E-7E48-B922-9D128DD03640}" type="pres">
      <dgm:prSet presAssocID="{F9D9A7D7-D47D-9E49-B3A6-3E535222FDEE}" presName="rect1" presStyleLbl="alignImgPlace1" presStyleIdx="1" presStyleCnt="4" custLinFactNeighborX="6745" custLinFactNeighborY="19555"/>
      <dgm:spPr/>
    </dgm:pt>
    <dgm:pt modelId="{60A24F7F-E9B4-394B-A6FD-09D962B56799}" type="pres">
      <dgm:prSet presAssocID="{0FE9428B-E4ED-084C-A876-EDA5C74BB642}" presName="sibTrans" presStyleCnt="0"/>
      <dgm:spPr/>
    </dgm:pt>
    <dgm:pt modelId="{4C07E5F6-7329-BB4B-9B60-A449FAA8F530}" type="pres">
      <dgm:prSet presAssocID="{BFD74FF9-F1CC-EB40-B76C-2CFF7E7834F7}" presName="composite" presStyleCnt="0"/>
      <dgm:spPr/>
    </dgm:pt>
    <dgm:pt modelId="{75189900-3EFC-8F41-B96F-C04813501F0C}" type="pres">
      <dgm:prSet presAssocID="{BFD74FF9-F1CC-EB40-B76C-2CFF7E7834F7}" presName="rect2" presStyleLbl="revTx" presStyleIdx="2" presStyleCnt="4">
        <dgm:presLayoutVars>
          <dgm:bulletEnabled val="1"/>
        </dgm:presLayoutVars>
      </dgm:prSet>
      <dgm:spPr/>
    </dgm:pt>
    <dgm:pt modelId="{7CDE3AE2-F31B-9546-926C-BF738D166CE9}" type="pres">
      <dgm:prSet presAssocID="{BFD74FF9-F1CC-EB40-B76C-2CFF7E7834F7}" presName="rect1" presStyleLbl="alignImgPlace1" presStyleIdx="2" presStyleCnt="4" custScaleX="191840" custScaleY="134651" custLinFactNeighborX="-5567" custLinFactNeighborY="-10020"/>
      <dgm:spPr/>
    </dgm:pt>
    <dgm:pt modelId="{E6AE8E37-9846-E742-945E-2C2A6B08E86E}" type="pres">
      <dgm:prSet presAssocID="{370E4903-EB3F-4F48-9599-B068B9CB11B2}" presName="sibTrans" presStyleCnt="0"/>
      <dgm:spPr/>
    </dgm:pt>
    <dgm:pt modelId="{6961EBCE-62E3-3F47-9AF1-88F2A7EE2AB7}" type="pres">
      <dgm:prSet presAssocID="{92E4C238-A3E9-4A42-9396-B06E8FBB4C81}" presName="composite" presStyleCnt="0"/>
      <dgm:spPr/>
    </dgm:pt>
    <dgm:pt modelId="{4946D409-A35E-9C44-A102-5F7D138CF7CC}" type="pres">
      <dgm:prSet presAssocID="{92E4C238-A3E9-4A42-9396-B06E8FBB4C81}" presName="rect2" presStyleLbl="revTx" presStyleIdx="3" presStyleCnt="4">
        <dgm:presLayoutVars>
          <dgm:bulletEnabled val="1"/>
        </dgm:presLayoutVars>
      </dgm:prSet>
      <dgm:spPr/>
    </dgm:pt>
    <dgm:pt modelId="{DBE4A458-79ED-6F4B-8299-12FC6A889931}" type="pres">
      <dgm:prSet presAssocID="{92E4C238-A3E9-4A42-9396-B06E8FBB4C81}" presName="rect1" presStyleLbl="alignImgPlace1" presStyleIdx="3" presStyleCnt="4" custScaleX="128089" custLinFactNeighborX="4823" custLinFactNeighborY="-9700"/>
      <dgm:spPr/>
    </dgm:pt>
  </dgm:ptLst>
  <dgm:cxnLst>
    <dgm:cxn modelId="{B6E57510-2790-594D-8BAD-F5DAA8310CAA}" srcId="{24EE16F9-6A28-264E-8371-2BFE1F45E401}" destId="{81021347-FB47-194A-B79F-E7C9EE3FABF1}" srcOrd="0" destOrd="0" parTransId="{2F6ABB7A-B603-8C4D-9552-3C51E0A7FA69}" sibTransId="{AD1F2AA5-1583-AB40-8607-AD7408F31215}"/>
    <dgm:cxn modelId="{7C33C14D-9A35-F147-9A60-B003393638F5}" srcId="{24EE16F9-6A28-264E-8371-2BFE1F45E401}" destId="{F9D9A7D7-D47D-9E49-B3A6-3E535222FDEE}" srcOrd="1" destOrd="0" parTransId="{FA78F7AC-A33B-CF4C-98F4-B7919D0AD81F}" sibTransId="{0FE9428B-E4ED-084C-A876-EDA5C74BB642}"/>
    <dgm:cxn modelId="{BD030377-D8CD-174F-857F-C2D10F9EE015}" type="presOf" srcId="{24EE16F9-6A28-264E-8371-2BFE1F45E401}" destId="{2DB216C1-EF1F-EF4A-B4AF-0E7BF44CD728}" srcOrd="0" destOrd="0" presId="urn:microsoft.com/office/officeart/2008/layout/PictureGrid"/>
    <dgm:cxn modelId="{BC191D84-3877-1845-ADA8-9C61E416BE54}" type="presOf" srcId="{81021347-FB47-194A-B79F-E7C9EE3FABF1}" destId="{7DD451D1-0E26-7F4E-ABBA-BA84F9B8B506}" srcOrd="0" destOrd="0" presId="urn:microsoft.com/office/officeart/2008/layout/PictureGrid"/>
    <dgm:cxn modelId="{B10FCC94-FD6C-3044-BFA5-F06253199BCF}" type="presOf" srcId="{92E4C238-A3E9-4A42-9396-B06E8FBB4C81}" destId="{4946D409-A35E-9C44-A102-5F7D138CF7CC}" srcOrd="0" destOrd="0" presId="urn:microsoft.com/office/officeart/2008/layout/PictureGrid"/>
    <dgm:cxn modelId="{2C1163D9-642C-2346-9452-9B2A0AFAB5D1}" srcId="{24EE16F9-6A28-264E-8371-2BFE1F45E401}" destId="{92E4C238-A3E9-4A42-9396-B06E8FBB4C81}" srcOrd="3" destOrd="0" parTransId="{6D779E19-9ECD-9048-A9F8-9844306BC8D0}" sibTransId="{A26FB269-BDFD-064E-8089-C93F85596B3E}"/>
    <dgm:cxn modelId="{9D862ADD-3FD1-2641-AC8D-EB6120D43314}" type="presOf" srcId="{BFD74FF9-F1CC-EB40-B76C-2CFF7E7834F7}" destId="{75189900-3EFC-8F41-B96F-C04813501F0C}" srcOrd="0" destOrd="0" presId="urn:microsoft.com/office/officeart/2008/layout/PictureGrid"/>
    <dgm:cxn modelId="{488683E0-EB88-3947-976C-0C6222CD1F59}" type="presOf" srcId="{F9D9A7D7-D47D-9E49-B3A6-3E535222FDEE}" destId="{29067806-FD79-6E4A-AB6D-6623D28FCE2D}" srcOrd="0" destOrd="0" presId="urn:microsoft.com/office/officeart/2008/layout/PictureGrid"/>
    <dgm:cxn modelId="{04E28AE7-4CDA-4649-99CB-A13D530602BD}" srcId="{24EE16F9-6A28-264E-8371-2BFE1F45E401}" destId="{BFD74FF9-F1CC-EB40-B76C-2CFF7E7834F7}" srcOrd="2" destOrd="0" parTransId="{3A984F25-250A-AB44-A167-EA8E2AC1290F}" sibTransId="{370E4903-EB3F-4F48-9599-B068B9CB11B2}"/>
    <dgm:cxn modelId="{14F271A4-73A7-D648-97FC-45F89879D3A5}" type="presParOf" srcId="{2DB216C1-EF1F-EF4A-B4AF-0E7BF44CD728}" destId="{471B4D08-6AFF-0141-86BF-8FEF4FCB7B60}" srcOrd="0" destOrd="0" presId="urn:microsoft.com/office/officeart/2008/layout/PictureGrid"/>
    <dgm:cxn modelId="{D6D82376-9E16-E54A-BA68-70CCF1CA5478}" type="presParOf" srcId="{471B4D08-6AFF-0141-86BF-8FEF4FCB7B60}" destId="{7DD451D1-0E26-7F4E-ABBA-BA84F9B8B506}" srcOrd="0" destOrd="0" presId="urn:microsoft.com/office/officeart/2008/layout/PictureGrid"/>
    <dgm:cxn modelId="{27D34E30-8C23-C843-8B48-1F217458CC94}" type="presParOf" srcId="{471B4D08-6AFF-0141-86BF-8FEF4FCB7B60}" destId="{BE39B347-EA8F-454E-B240-3EE3EE269C51}" srcOrd="1" destOrd="0" presId="urn:microsoft.com/office/officeart/2008/layout/PictureGrid"/>
    <dgm:cxn modelId="{B80D7422-14BB-394F-B9D0-DCA7CBB8197B}" type="presParOf" srcId="{2DB216C1-EF1F-EF4A-B4AF-0E7BF44CD728}" destId="{3640E989-A7EB-C24F-8FBC-33868D18E64A}" srcOrd="1" destOrd="0" presId="urn:microsoft.com/office/officeart/2008/layout/PictureGrid"/>
    <dgm:cxn modelId="{EFAA5705-0EFB-F445-809C-6C6BE18F155F}" type="presParOf" srcId="{2DB216C1-EF1F-EF4A-B4AF-0E7BF44CD728}" destId="{FA5C1E79-3A63-C641-9A69-FEF0977D1CC5}" srcOrd="2" destOrd="0" presId="urn:microsoft.com/office/officeart/2008/layout/PictureGrid"/>
    <dgm:cxn modelId="{AB382E19-3C39-E142-A8BC-5F205D748C91}" type="presParOf" srcId="{FA5C1E79-3A63-C641-9A69-FEF0977D1CC5}" destId="{29067806-FD79-6E4A-AB6D-6623D28FCE2D}" srcOrd="0" destOrd="0" presId="urn:microsoft.com/office/officeart/2008/layout/PictureGrid"/>
    <dgm:cxn modelId="{37A27747-E2CD-554A-BC85-4885A0819779}" type="presParOf" srcId="{FA5C1E79-3A63-C641-9A69-FEF0977D1CC5}" destId="{48F6AB74-3A5E-7E48-B922-9D128DD03640}" srcOrd="1" destOrd="0" presId="urn:microsoft.com/office/officeart/2008/layout/PictureGrid"/>
    <dgm:cxn modelId="{D7DC3888-4B69-EE4D-B5A7-FBEC3893BD18}" type="presParOf" srcId="{2DB216C1-EF1F-EF4A-B4AF-0E7BF44CD728}" destId="{60A24F7F-E9B4-394B-A6FD-09D962B56799}" srcOrd="3" destOrd="0" presId="urn:microsoft.com/office/officeart/2008/layout/PictureGrid"/>
    <dgm:cxn modelId="{D2639004-FA38-9743-94F0-D91E4649F826}" type="presParOf" srcId="{2DB216C1-EF1F-EF4A-B4AF-0E7BF44CD728}" destId="{4C07E5F6-7329-BB4B-9B60-A449FAA8F530}" srcOrd="4" destOrd="0" presId="urn:microsoft.com/office/officeart/2008/layout/PictureGrid"/>
    <dgm:cxn modelId="{12623DFF-937C-7945-AD37-6F906722C90D}" type="presParOf" srcId="{4C07E5F6-7329-BB4B-9B60-A449FAA8F530}" destId="{75189900-3EFC-8F41-B96F-C04813501F0C}" srcOrd="0" destOrd="0" presId="urn:microsoft.com/office/officeart/2008/layout/PictureGrid"/>
    <dgm:cxn modelId="{E48D6CF9-4C6C-8647-B466-F1DE686E238A}" type="presParOf" srcId="{4C07E5F6-7329-BB4B-9B60-A449FAA8F530}" destId="{7CDE3AE2-F31B-9546-926C-BF738D166CE9}" srcOrd="1" destOrd="0" presId="urn:microsoft.com/office/officeart/2008/layout/PictureGrid"/>
    <dgm:cxn modelId="{C0E6FEB5-49B1-9F4D-8620-C43E4EB341B0}" type="presParOf" srcId="{2DB216C1-EF1F-EF4A-B4AF-0E7BF44CD728}" destId="{E6AE8E37-9846-E742-945E-2C2A6B08E86E}" srcOrd="5" destOrd="0" presId="urn:microsoft.com/office/officeart/2008/layout/PictureGrid"/>
    <dgm:cxn modelId="{F7DA8857-A2FC-494F-A494-A725F4B28B4B}" type="presParOf" srcId="{2DB216C1-EF1F-EF4A-B4AF-0E7BF44CD728}" destId="{6961EBCE-62E3-3F47-9AF1-88F2A7EE2AB7}" srcOrd="6" destOrd="0" presId="urn:microsoft.com/office/officeart/2008/layout/PictureGrid"/>
    <dgm:cxn modelId="{9B13B38E-B0B0-0742-89DE-0F4738E5E049}" type="presParOf" srcId="{6961EBCE-62E3-3F47-9AF1-88F2A7EE2AB7}" destId="{4946D409-A35E-9C44-A102-5F7D138CF7CC}" srcOrd="0" destOrd="0" presId="urn:microsoft.com/office/officeart/2008/layout/PictureGrid"/>
    <dgm:cxn modelId="{0D247E98-97D2-5042-9DA5-8F3AEEC9ED47}" type="presParOf" srcId="{6961EBCE-62E3-3F47-9AF1-88F2A7EE2AB7}" destId="{DBE4A458-79ED-6F4B-8299-12FC6A889931}" srcOrd="1" destOrd="0" presId="urn:microsoft.com/office/officeart/2008/layout/PictureGri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B101C3-25CF-A342-B566-FFC3E55F0B4F}">
      <dsp:nvSpPr>
        <dsp:cNvPr id="0" name=""/>
        <dsp:cNvSpPr/>
      </dsp:nvSpPr>
      <dsp:spPr>
        <a:xfrm>
          <a:off x="2118885" y="3282498"/>
          <a:ext cx="3748735" cy="0"/>
        </a:xfrm>
        <a:prstGeom prst="line">
          <a:avLst/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C46842-949E-7747-BF2F-DAEC7C6922EC}">
      <dsp:nvSpPr>
        <dsp:cNvPr id="0" name=""/>
        <dsp:cNvSpPr/>
      </dsp:nvSpPr>
      <dsp:spPr>
        <a:xfrm>
          <a:off x="2118885" y="1975668"/>
          <a:ext cx="3211067" cy="0"/>
        </a:xfrm>
        <a:prstGeom prst="line">
          <a:avLst/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06EBDC-4823-8749-9AA1-2070CFE49EFA}">
      <dsp:nvSpPr>
        <dsp:cNvPr id="0" name=""/>
        <dsp:cNvSpPr/>
      </dsp:nvSpPr>
      <dsp:spPr>
        <a:xfrm>
          <a:off x="2118885" y="668838"/>
          <a:ext cx="3748735" cy="0"/>
        </a:xfrm>
        <a:prstGeom prst="line">
          <a:avLst/>
        </a:prstGeom>
        <a:noFill/>
        <a:ln w="952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3A0017-918E-AD4E-A72B-10960703BBA7}">
      <dsp:nvSpPr>
        <dsp:cNvPr id="0" name=""/>
        <dsp:cNvSpPr/>
      </dsp:nvSpPr>
      <dsp:spPr>
        <a:xfrm>
          <a:off x="251985" y="108768"/>
          <a:ext cx="3733800" cy="373380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9A3A9CA-160D-4B42-8117-0BA2B47FAF09}">
      <dsp:nvSpPr>
        <dsp:cNvPr id="0" name=""/>
        <dsp:cNvSpPr/>
      </dsp:nvSpPr>
      <dsp:spPr>
        <a:xfrm>
          <a:off x="844686" y="1265922"/>
          <a:ext cx="2389632" cy="1232154"/>
        </a:xfrm>
        <a:prstGeom prst="rect">
          <a:avLst/>
        </a:prstGeom>
        <a:noFill/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  <a:sp3d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500" kern="1200"/>
        </a:p>
      </dsp:txBody>
      <dsp:txXfrm>
        <a:off x="844686" y="1265922"/>
        <a:ext cx="2389632" cy="1232154"/>
      </dsp:txXfrm>
    </dsp:sp>
    <dsp:sp modelId="{3D09F411-8152-A24F-ACD3-2A7520826968}">
      <dsp:nvSpPr>
        <dsp:cNvPr id="0" name=""/>
        <dsp:cNvSpPr/>
      </dsp:nvSpPr>
      <dsp:spPr>
        <a:xfrm>
          <a:off x="4519627" y="215865"/>
          <a:ext cx="2695986" cy="905946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54015CE-6FC4-5046-A1F3-16BD1BD8984D}">
      <dsp:nvSpPr>
        <dsp:cNvPr id="0" name=""/>
        <dsp:cNvSpPr/>
      </dsp:nvSpPr>
      <dsp:spPr>
        <a:xfrm>
          <a:off x="6427690" y="108768"/>
          <a:ext cx="129189" cy="1120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0" rIns="19050" bIns="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27690" y="108768"/>
        <a:ext cx="129189" cy="1120140"/>
      </dsp:txXfrm>
    </dsp:sp>
    <dsp:sp modelId="{85FDEB4E-F828-6B4B-939D-E8CFC0EA2748}">
      <dsp:nvSpPr>
        <dsp:cNvPr id="0" name=""/>
        <dsp:cNvSpPr/>
      </dsp:nvSpPr>
      <dsp:spPr>
        <a:xfrm>
          <a:off x="5041030" y="1454114"/>
          <a:ext cx="2038352" cy="850264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A310A12-2F17-3646-A6BA-FD419084179C}">
      <dsp:nvSpPr>
        <dsp:cNvPr id="0" name=""/>
        <dsp:cNvSpPr/>
      </dsp:nvSpPr>
      <dsp:spPr>
        <a:xfrm>
          <a:off x="5890023" y="1415598"/>
          <a:ext cx="182956" cy="1120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0" rIns="19050" bIns="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890023" y="1415598"/>
        <a:ext cx="182956" cy="1120140"/>
      </dsp:txXfrm>
    </dsp:sp>
    <dsp:sp modelId="{721A6280-B417-BF4C-9C1E-8412081DEA10}">
      <dsp:nvSpPr>
        <dsp:cNvPr id="0" name=""/>
        <dsp:cNvSpPr/>
      </dsp:nvSpPr>
      <dsp:spPr>
        <a:xfrm>
          <a:off x="4904871" y="2722428"/>
          <a:ext cx="1925498" cy="1120140"/>
        </a:xfrm>
        <a:prstGeom prst="ellipse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0ED9D0-0490-5E44-9042-F11FEDA368DA}">
      <dsp:nvSpPr>
        <dsp:cNvPr id="0" name=""/>
        <dsp:cNvSpPr/>
      </dsp:nvSpPr>
      <dsp:spPr>
        <a:xfrm>
          <a:off x="6427690" y="2722428"/>
          <a:ext cx="129189" cy="1120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0" rIns="19050" bIns="0" numCol="1" spcCol="1270" anchor="ctr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27690" y="2722428"/>
        <a:ext cx="129189" cy="11201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534F6-F192-6D41-99BC-3B6D0633382A}">
      <dsp:nvSpPr>
        <dsp:cNvPr id="0" name=""/>
        <dsp:cNvSpPr/>
      </dsp:nvSpPr>
      <dsp:spPr>
        <a:xfrm>
          <a:off x="0" y="808855"/>
          <a:ext cx="2333625" cy="186690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53115F9-4B4D-EF4E-B020-5582A38417B8}">
      <dsp:nvSpPr>
        <dsp:cNvPr id="0" name=""/>
        <dsp:cNvSpPr/>
      </dsp:nvSpPr>
      <dsp:spPr>
        <a:xfrm>
          <a:off x="210026" y="2489066"/>
          <a:ext cx="2076926" cy="653414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HYPERTONIC</a:t>
          </a:r>
        </a:p>
      </dsp:txBody>
      <dsp:txXfrm>
        <a:off x="210026" y="2489066"/>
        <a:ext cx="2076926" cy="653414"/>
      </dsp:txXfrm>
    </dsp:sp>
    <dsp:sp modelId="{ABE6DD63-4E6B-CA43-B25D-6B9AF1081C9C}">
      <dsp:nvSpPr>
        <dsp:cNvPr id="0" name=""/>
        <dsp:cNvSpPr/>
      </dsp:nvSpPr>
      <dsp:spPr>
        <a:xfrm>
          <a:off x="2566987" y="808855"/>
          <a:ext cx="2333625" cy="186690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F3A04D3-2275-B84A-AD98-66BEB59DF2B7}">
      <dsp:nvSpPr>
        <dsp:cNvPr id="0" name=""/>
        <dsp:cNvSpPr/>
      </dsp:nvSpPr>
      <dsp:spPr>
        <a:xfrm>
          <a:off x="2777013" y="2489066"/>
          <a:ext cx="2076926" cy="653414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ISOTONIC</a:t>
          </a:r>
        </a:p>
      </dsp:txBody>
      <dsp:txXfrm>
        <a:off x="2777013" y="2489066"/>
        <a:ext cx="2076926" cy="653414"/>
      </dsp:txXfrm>
    </dsp:sp>
    <dsp:sp modelId="{D2433C0F-4218-6542-AB1E-BC51E8A8945E}">
      <dsp:nvSpPr>
        <dsp:cNvPr id="0" name=""/>
        <dsp:cNvSpPr/>
      </dsp:nvSpPr>
      <dsp:spPr>
        <a:xfrm>
          <a:off x="5133975" y="808855"/>
          <a:ext cx="2333625" cy="186690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9E856CF-0FCD-2142-B075-35CC3C473780}">
      <dsp:nvSpPr>
        <dsp:cNvPr id="0" name=""/>
        <dsp:cNvSpPr/>
      </dsp:nvSpPr>
      <dsp:spPr>
        <a:xfrm>
          <a:off x="5344001" y="2489066"/>
          <a:ext cx="2076926" cy="653414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HYPOTONIC</a:t>
          </a:r>
        </a:p>
      </dsp:txBody>
      <dsp:txXfrm>
        <a:off x="5344001" y="2489066"/>
        <a:ext cx="2076926" cy="65341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0C9210-FFD9-E544-B490-4F1875638D7D}">
      <dsp:nvSpPr>
        <dsp:cNvPr id="0" name=""/>
        <dsp:cNvSpPr/>
      </dsp:nvSpPr>
      <dsp:spPr>
        <a:xfrm>
          <a:off x="190508" y="396878"/>
          <a:ext cx="3691343" cy="4453698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AE7A90F-1FDE-9443-8FDB-305BBE12B6CD}">
      <dsp:nvSpPr>
        <dsp:cNvPr id="0" name=""/>
        <dsp:cNvSpPr/>
      </dsp:nvSpPr>
      <dsp:spPr>
        <a:xfrm>
          <a:off x="239678" y="4283719"/>
          <a:ext cx="3379520" cy="81215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535" tIns="89535" rIns="89535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4700" kern="1200" dirty="0"/>
            <a:t>Isotonic </a:t>
          </a:r>
        </a:p>
      </dsp:txBody>
      <dsp:txXfrm>
        <a:off x="239678" y="4283719"/>
        <a:ext cx="3379520" cy="812155"/>
      </dsp:txXfrm>
    </dsp:sp>
    <dsp:sp modelId="{E9B915C9-85D9-6349-977F-C145457F23B1}">
      <dsp:nvSpPr>
        <dsp:cNvPr id="0" name=""/>
        <dsp:cNvSpPr/>
      </dsp:nvSpPr>
      <dsp:spPr>
        <a:xfrm>
          <a:off x="4549659" y="437309"/>
          <a:ext cx="3921912" cy="4392486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DFE2A08-887F-4D4A-B097-2005A9A4D49F}">
      <dsp:nvSpPr>
        <dsp:cNvPr id="0" name=""/>
        <dsp:cNvSpPr/>
      </dsp:nvSpPr>
      <dsp:spPr>
        <a:xfrm>
          <a:off x="5093083" y="4283719"/>
          <a:ext cx="3379520" cy="81215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9535" tIns="89535" rIns="89535" bIns="8953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5000"/>
            </a:spcAft>
            <a:buNone/>
          </a:pPr>
          <a:r>
            <a:rPr lang="en-US" sz="4700" kern="1200" dirty="0"/>
            <a:t>isotonic</a:t>
          </a:r>
        </a:p>
      </dsp:txBody>
      <dsp:txXfrm>
        <a:off x="5093083" y="4283719"/>
        <a:ext cx="3379520" cy="8121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FDDC3-24A3-4F4D-9427-5085D7D890E8}">
      <dsp:nvSpPr>
        <dsp:cNvPr id="0" name=""/>
        <dsp:cNvSpPr/>
      </dsp:nvSpPr>
      <dsp:spPr>
        <a:xfrm>
          <a:off x="3514200" y="240364"/>
          <a:ext cx="5357587" cy="100519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2395" tIns="74930" rIns="112395" bIns="74930" numCol="1" spcCol="1270" anchor="ctr" anchorCtr="0">
          <a:noAutofit/>
        </a:bodyPr>
        <a:lstStyle/>
        <a:p>
          <a:pPr marL="0" lvl="0" indent="0" algn="ctr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900" kern="1200" dirty="0"/>
            <a:t>HYPOVOLEMIA</a:t>
          </a:r>
        </a:p>
      </dsp:txBody>
      <dsp:txXfrm>
        <a:off x="3543641" y="269805"/>
        <a:ext cx="5298705" cy="946316"/>
      </dsp:txXfrm>
    </dsp:sp>
    <dsp:sp modelId="{64C90880-F749-0440-8AEA-EDB55297868A}">
      <dsp:nvSpPr>
        <dsp:cNvPr id="0" name=""/>
        <dsp:cNvSpPr/>
      </dsp:nvSpPr>
      <dsp:spPr>
        <a:xfrm>
          <a:off x="2897" y="1503225"/>
          <a:ext cx="3499558" cy="1005198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54CA9A2-6C5B-9949-B57C-69EBE29CE7C1}">
      <dsp:nvSpPr>
        <dsp:cNvPr id="0" name=""/>
        <dsp:cNvSpPr/>
      </dsp:nvSpPr>
      <dsp:spPr>
        <a:xfrm>
          <a:off x="3727159" y="1503225"/>
          <a:ext cx="5292370" cy="1005198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HYPOTENSION</a:t>
          </a:r>
        </a:p>
      </dsp:txBody>
      <dsp:txXfrm>
        <a:off x="3776238" y="1552304"/>
        <a:ext cx="5194212" cy="907040"/>
      </dsp:txXfrm>
    </dsp:sp>
    <dsp:sp modelId="{B7F44D22-BB43-C048-A896-532400207456}">
      <dsp:nvSpPr>
        <dsp:cNvPr id="0" name=""/>
        <dsp:cNvSpPr/>
      </dsp:nvSpPr>
      <dsp:spPr>
        <a:xfrm>
          <a:off x="148303" y="2629047"/>
          <a:ext cx="3713896" cy="1005198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0C17007-91BA-474B-9A5C-E89A0BA9B142}">
      <dsp:nvSpPr>
        <dsp:cNvPr id="0" name=""/>
        <dsp:cNvSpPr/>
      </dsp:nvSpPr>
      <dsp:spPr>
        <a:xfrm>
          <a:off x="4011770" y="2629047"/>
          <a:ext cx="5007759" cy="1005198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OLIGURIA</a:t>
          </a:r>
        </a:p>
      </dsp:txBody>
      <dsp:txXfrm>
        <a:off x="4060849" y="2678126"/>
        <a:ext cx="4909601" cy="9070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B67988-C5BC-7749-86E6-9FE1CECE207C}">
      <dsp:nvSpPr>
        <dsp:cNvPr id="0" name=""/>
        <dsp:cNvSpPr/>
      </dsp:nvSpPr>
      <dsp:spPr>
        <a:xfrm>
          <a:off x="4111796" y="3368039"/>
          <a:ext cx="4572422" cy="15849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        CONFUSION/   DECREASE LOC</a:t>
          </a:r>
        </a:p>
      </dsp:txBody>
      <dsp:txXfrm>
        <a:off x="5518339" y="3799095"/>
        <a:ext cx="3131064" cy="1119087"/>
      </dsp:txXfrm>
    </dsp:sp>
    <dsp:sp modelId="{29990944-58EE-E44A-8457-F38C44EE5CE6}">
      <dsp:nvSpPr>
        <dsp:cNvPr id="0" name=""/>
        <dsp:cNvSpPr/>
      </dsp:nvSpPr>
      <dsp:spPr>
        <a:xfrm>
          <a:off x="145455" y="3368039"/>
          <a:ext cx="4520869" cy="15849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kern="1200" dirty="0"/>
            <a:t>CELLULAR DEHYDRATION</a:t>
          </a:r>
        </a:p>
      </dsp:txBody>
      <dsp:txXfrm>
        <a:off x="180271" y="3799095"/>
        <a:ext cx="3094976" cy="1119087"/>
      </dsp:txXfrm>
    </dsp:sp>
    <dsp:sp modelId="{550A3792-E508-BD46-8CFC-47B3460AF955}">
      <dsp:nvSpPr>
        <dsp:cNvPr id="0" name=""/>
        <dsp:cNvSpPr/>
      </dsp:nvSpPr>
      <dsp:spPr>
        <a:xfrm>
          <a:off x="4306878" y="0"/>
          <a:ext cx="4182259" cy="15849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HYPERTENSION</a:t>
          </a:r>
        </a:p>
      </dsp:txBody>
      <dsp:txXfrm>
        <a:off x="5596371" y="34816"/>
        <a:ext cx="2857949" cy="1119087"/>
      </dsp:txXfrm>
    </dsp:sp>
    <dsp:sp modelId="{189C033B-D9F7-134E-97FF-CF60E1A59201}">
      <dsp:nvSpPr>
        <dsp:cNvPr id="0" name=""/>
        <dsp:cNvSpPr/>
      </dsp:nvSpPr>
      <dsp:spPr>
        <a:xfrm>
          <a:off x="282793" y="0"/>
          <a:ext cx="4246193" cy="158495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kern="1200" dirty="0"/>
            <a:t>HYPERVOLEMIA</a:t>
          </a:r>
        </a:p>
      </dsp:txBody>
      <dsp:txXfrm>
        <a:off x="317609" y="34816"/>
        <a:ext cx="2902703" cy="1119087"/>
      </dsp:txXfrm>
    </dsp:sp>
    <dsp:sp modelId="{F309F151-22F2-3B45-A953-B76BFA7500C1}">
      <dsp:nvSpPr>
        <dsp:cNvPr id="0" name=""/>
        <dsp:cNvSpPr/>
      </dsp:nvSpPr>
      <dsp:spPr>
        <a:xfrm>
          <a:off x="2220658" y="282320"/>
          <a:ext cx="2144648" cy="2144648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POLYURIA</a:t>
          </a:r>
        </a:p>
      </dsp:txBody>
      <dsp:txXfrm>
        <a:off x="2848811" y="910473"/>
        <a:ext cx="1516495" cy="1516495"/>
      </dsp:txXfrm>
    </dsp:sp>
    <dsp:sp modelId="{4D0348ED-6398-6B4A-ADFE-655FF377FBC6}">
      <dsp:nvSpPr>
        <dsp:cNvPr id="0" name=""/>
        <dsp:cNvSpPr/>
      </dsp:nvSpPr>
      <dsp:spPr>
        <a:xfrm rot="5400000">
          <a:off x="4464367" y="282320"/>
          <a:ext cx="2144648" cy="2144648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POLYDYPSIA</a:t>
          </a:r>
        </a:p>
      </dsp:txBody>
      <dsp:txXfrm rot="-5400000">
        <a:off x="4464367" y="910473"/>
        <a:ext cx="1516495" cy="1516495"/>
      </dsp:txXfrm>
    </dsp:sp>
    <dsp:sp modelId="{FA9556ED-95CE-F545-AA20-FEC5555DCA66}">
      <dsp:nvSpPr>
        <dsp:cNvPr id="0" name=""/>
        <dsp:cNvSpPr/>
      </dsp:nvSpPr>
      <dsp:spPr>
        <a:xfrm rot="10800000">
          <a:off x="4464367" y="2526029"/>
          <a:ext cx="2144648" cy="2144648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DRY MOUTH</a:t>
          </a:r>
        </a:p>
      </dsp:txBody>
      <dsp:txXfrm rot="10800000">
        <a:off x="4464367" y="2526029"/>
        <a:ext cx="1516495" cy="1516495"/>
      </dsp:txXfrm>
    </dsp:sp>
    <dsp:sp modelId="{F9B2CB41-8201-FB46-891B-2B9CAEF935DD}">
      <dsp:nvSpPr>
        <dsp:cNvPr id="0" name=""/>
        <dsp:cNvSpPr/>
      </dsp:nvSpPr>
      <dsp:spPr>
        <a:xfrm rot="16200000">
          <a:off x="2220658" y="2526029"/>
          <a:ext cx="2144648" cy="2144648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DRY SKIN</a:t>
          </a:r>
        </a:p>
      </dsp:txBody>
      <dsp:txXfrm rot="5400000">
        <a:off x="2848811" y="2526029"/>
        <a:ext cx="1516495" cy="1516495"/>
      </dsp:txXfrm>
    </dsp:sp>
    <dsp:sp modelId="{482D1B0C-AFC5-1649-9485-25C64D205ADE}">
      <dsp:nvSpPr>
        <dsp:cNvPr id="0" name=""/>
        <dsp:cNvSpPr/>
      </dsp:nvSpPr>
      <dsp:spPr>
        <a:xfrm>
          <a:off x="4044600" y="2030729"/>
          <a:ext cx="740473" cy="643889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90D896D1-C231-8945-89AB-7332060E28EE}">
      <dsp:nvSpPr>
        <dsp:cNvPr id="0" name=""/>
        <dsp:cNvSpPr/>
      </dsp:nvSpPr>
      <dsp:spPr>
        <a:xfrm rot="10800000">
          <a:off x="4044600" y="2278379"/>
          <a:ext cx="740473" cy="643889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286A04-FE82-BD4A-BAA0-92E1BAEC6851}">
      <dsp:nvSpPr>
        <dsp:cNvPr id="0" name=""/>
        <dsp:cNvSpPr/>
      </dsp:nvSpPr>
      <dsp:spPr>
        <a:xfrm>
          <a:off x="1087437" y="1460327"/>
          <a:ext cx="6524625" cy="3508720"/>
        </a:xfrm>
        <a:prstGeom prst="round2DiagRect">
          <a:avLst>
            <a:gd name="adj1" fmla="val 0"/>
            <a:gd name="adj2" fmla="val 166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629AAEA-F14D-4943-9935-6C2A1287F8C9}">
      <dsp:nvSpPr>
        <dsp:cNvPr id="0" name=""/>
        <dsp:cNvSpPr/>
      </dsp:nvSpPr>
      <dsp:spPr>
        <a:xfrm>
          <a:off x="4349749" y="1832464"/>
          <a:ext cx="869" cy="2764446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EEBC9CE-BFA0-624A-9567-83DBEAE799EF}">
      <dsp:nvSpPr>
        <dsp:cNvPr id="0" name=""/>
        <dsp:cNvSpPr/>
      </dsp:nvSpPr>
      <dsp:spPr>
        <a:xfrm>
          <a:off x="1304924" y="1726139"/>
          <a:ext cx="2827337" cy="297709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 Na is hydrophilic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 Na Loves water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 Na attracts water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*When there is salt there is water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*Signs of Hypertonic are signs of Hypernatremia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1304924" y="1726139"/>
        <a:ext cx="2827337" cy="2977096"/>
      </dsp:txXfrm>
    </dsp:sp>
    <dsp:sp modelId="{515E3FE1-2856-5744-98D1-21C308F5897C}">
      <dsp:nvSpPr>
        <dsp:cNvPr id="0" name=""/>
        <dsp:cNvSpPr/>
      </dsp:nvSpPr>
      <dsp:spPr>
        <a:xfrm>
          <a:off x="4567237" y="1726139"/>
          <a:ext cx="2827337" cy="297709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 Na has no power to hold the water due to weak concentration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* Signs of Hypotonic are signs of </a:t>
          </a:r>
          <a:r>
            <a:rPr lang="en-US" sz="2000" kern="1200" dirty="0" err="1"/>
            <a:t>Hyponatremia</a:t>
          </a:r>
          <a:endParaRPr lang="en-US" sz="2000" kern="1200" dirty="0"/>
        </a:p>
      </dsp:txBody>
      <dsp:txXfrm>
        <a:off x="4567237" y="1726139"/>
        <a:ext cx="2827337" cy="2977096"/>
      </dsp:txXfrm>
    </dsp:sp>
    <dsp:sp modelId="{CE76DDBD-E33F-7945-ABBC-48F31953B942}">
      <dsp:nvSpPr>
        <dsp:cNvPr id="0" name=""/>
        <dsp:cNvSpPr/>
      </dsp:nvSpPr>
      <dsp:spPr>
        <a:xfrm rot="16200000">
          <a:off x="-1370128" y="1926694"/>
          <a:ext cx="3827694" cy="1087437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HYPER NATREMIA</a:t>
          </a:r>
        </a:p>
      </dsp:txBody>
      <dsp:txXfrm>
        <a:off x="-1205779" y="2363827"/>
        <a:ext cx="3498996" cy="541869"/>
      </dsp:txXfrm>
    </dsp:sp>
    <dsp:sp modelId="{1457B188-9A69-9A4F-9EFD-3C29D229332C}">
      <dsp:nvSpPr>
        <dsp:cNvPr id="0" name=""/>
        <dsp:cNvSpPr/>
      </dsp:nvSpPr>
      <dsp:spPr>
        <a:xfrm rot="5400000">
          <a:off x="6241933" y="3415242"/>
          <a:ext cx="3827694" cy="1087437"/>
        </a:xfrm>
        <a:prstGeom prst="rightArrow">
          <a:avLst>
            <a:gd name="adj1" fmla="val 49830"/>
            <a:gd name="adj2" fmla="val 6066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HYPO NATREMIA</a:t>
          </a:r>
        </a:p>
      </dsp:txBody>
      <dsp:txXfrm>
        <a:off x="6406282" y="3523677"/>
        <a:ext cx="3498996" cy="54186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CBAEB1-1B98-D24B-81C5-AEE78AB8238A}">
      <dsp:nvSpPr>
        <dsp:cNvPr id="0" name=""/>
        <dsp:cNvSpPr/>
      </dsp:nvSpPr>
      <dsp:spPr>
        <a:xfrm>
          <a:off x="7688810" y="400875"/>
          <a:ext cx="180767" cy="3345624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6E4610-355D-F64D-B83F-2DC89D0BE1B1}">
      <dsp:nvSpPr>
        <dsp:cNvPr id="0" name=""/>
        <dsp:cNvSpPr/>
      </dsp:nvSpPr>
      <dsp:spPr>
        <a:xfrm>
          <a:off x="455065" y="400875"/>
          <a:ext cx="4701477" cy="3345624"/>
        </a:xfrm>
        <a:prstGeom prst="frame">
          <a:avLst>
            <a:gd name="adj1" fmla="val 5450"/>
          </a:avLst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BD2E6B-A274-A544-9E42-EE4A5D94A01E}">
      <dsp:nvSpPr>
        <dsp:cNvPr id="0" name=""/>
        <dsp:cNvSpPr/>
      </dsp:nvSpPr>
      <dsp:spPr>
        <a:xfrm>
          <a:off x="171768" y="0"/>
          <a:ext cx="4520710" cy="316466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0E5F3D76-84EC-C64E-8E78-2FFED06573A6}">
      <dsp:nvSpPr>
        <dsp:cNvPr id="0" name=""/>
        <dsp:cNvSpPr/>
      </dsp:nvSpPr>
      <dsp:spPr>
        <a:xfrm>
          <a:off x="638871" y="3165792"/>
          <a:ext cx="4336904" cy="397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880" tIns="68580" rIns="1828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638871" y="3165792"/>
        <a:ext cx="4336904" cy="397129"/>
      </dsp:txXfrm>
    </dsp:sp>
    <dsp:sp modelId="{03A0A1D4-B8B1-8A4F-B912-82F33879179B}">
      <dsp:nvSpPr>
        <dsp:cNvPr id="0" name=""/>
        <dsp:cNvSpPr/>
      </dsp:nvSpPr>
      <dsp:spPr>
        <a:xfrm>
          <a:off x="5347944" y="400875"/>
          <a:ext cx="2149464" cy="33456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SIGNS</a:t>
          </a:r>
        </a:p>
      </dsp:txBody>
      <dsp:txXfrm>
        <a:off x="5347944" y="400875"/>
        <a:ext cx="2149464" cy="33456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62814F-FE0D-9141-B815-93FD31D1E2E2}">
      <dsp:nvSpPr>
        <dsp:cNvPr id="0" name=""/>
        <dsp:cNvSpPr/>
      </dsp:nvSpPr>
      <dsp:spPr>
        <a:xfrm>
          <a:off x="756925" y="5187"/>
          <a:ext cx="3546876" cy="3040093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5F8E8E9-8B5A-914A-B600-65CFB4418A33}">
      <dsp:nvSpPr>
        <dsp:cNvPr id="0" name=""/>
        <dsp:cNvSpPr/>
      </dsp:nvSpPr>
      <dsp:spPr>
        <a:xfrm>
          <a:off x="756925" y="2133252"/>
          <a:ext cx="3546876" cy="729622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56925" y="2133252"/>
        <a:ext cx="3546876" cy="729622"/>
      </dsp:txXfrm>
    </dsp:sp>
    <dsp:sp modelId="{954F8F27-4C39-884F-B752-78301126134C}">
      <dsp:nvSpPr>
        <dsp:cNvPr id="0" name=""/>
        <dsp:cNvSpPr/>
      </dsp:nvSpPr>
      <dsp:spPr>
        <a:xfrm>
          <a:off x="4665573" y="5187"/>
          <a:ext cx="3546876" cy="3040093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8C1071-0CB4-F240-9F35-415F97763F85}">
      <dsp:nvSpPr>
        <dsp:cNvPr id="0" name=""/>
        <dsp:cNvSpPr/>
      </dsp:nvSpPr>
      <dsp:spPr>
        <a:xfrm>
          <a:off x="4729062" y="958502"/>
          <a:ext cx="3546876" cy="729622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760" tIns="111760" rIns="111760" bIns="11176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DIET:</a:t>
          </a:r>
        </a:p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 LOW NA</a:t>
          </a:r>
        </a:p>
      </dsp:txBody>
      <dsp:txXfrm>
        <a:off x="4729062" y="958502"/>
        <a:ext cx="3546876" cy="729622"/>
      </dsp:txXfrm>
    </dsp:sp>
    <dsp:sp modelId="{F6073265-2504-974E-A4B5-F1C4215B85F1}">
      <dsp:nvSpPr>
        <dsp:cNvPr id="0" name=""/>
        <dsp:cNvSpPr/>
      </dsp:nvSpPr>
      <dsp:spPr>
        <a:xfrm>
          <a:off x="756925" y="3399968"/>
          <a:ext cx="3546876" cy="3040093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62627D9-C4C6-964B-8DA8-C302969F8129}">
      <dsp:nvSpPr>
        <dsp:cNvPr id="0" name=""/>
        <dsp:cNvSpPr/>
      </dsp:nvSpPr>
      <dsp:spPr>
        <a:xfrm>
          <a:off x="812895" y="4051657"/>
          <a:ext cx="3546876" cy="729622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INCREASE FLUID INTAKE</a:t>
          </a:r>
        </a:p>
      </dsp:txBody>
      <dsp:txXfrm>
        <a:off x="812895" y="4051657"/>
        <a:ext cx="3546876" cy="729622"/>
      </dsp:txXfrm>
    </dsp:sp>
    <dsp:sp modelId="{78D445AF-27E4-7142-A368-F6D3894D6840}">
      <dsp:nvSpPr>
        <dsp:cNvPr id="0" name=""/>
        <dsp:cNvSpPr/>
      </dsp:nvSpPr>
      <dsp:spPr>
        <a:xfrm>
          <a:off x="4665573" y="3399968"/>
          <a:ext cx="3546876" cy="3040093"/>
        </a:xfrm>
        <a:prstGeom prst="rect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6A22814-8AC6-6E49-8425-78DED2B205AE}">
      <dsp:nvSpPr>
        <dsp:cNvPr id="0" name=""/>
        <dsp:cNvSpPr/>
      </dsp:nvSpPr>
      <dsp:spPr>
        <a:xfrm>
          <a:off x="4697317" y="4191000"/>
          <a:ext cx="3546876" cy="729622"/>
        </a:xfrm>
        <a:prstGeom prst="rect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IVF:</a:t>
          </a:r>
        </a:p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HYPOTONIC</a:t>
          </a:r>
        </a:p>
      </dsp:txBody>
      <dsp:txXfrm>
        <a:off x="4697317" y="4191000"/>
        <a:ext cx="3546876" cy="72962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26FD33-9775-6E45-95A7-3366F925065B}">
      <dsp:nvSpPr>
        <dsp:cNvPr id="0" name=""/>
        <dsp:cNvSpPr/>
      </dsp:nvSpPr>
      <dsp:spPr>
        <a:xfrm>
          <a:off x="1368821" y="0"/>
          <a:ext cx="5349875" cy="5349875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5BB7DA6-D1B4-F744-A83F-4099AFDB59D1}">
      <dsp:nvSpPr>
        <dsp:cNvPr id="0" name=""/>
        <dsp:cNvSpPr/>
      </dsp:nvSpPr>
      <dsp:spPr>
        <a:xfrm>
          <a:off x="4043759" y="537860"/>
          <a:ext cx="3477418" cy="126641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PSEUDO HYPONATREMIA</a:t>
          </a:r>
        </a:p>
      </dsp:txBody>
      <dsp:txXfrm>
        <a:off x="4105580" y="599681"/>
        <a:ext cx="3353776" cy="1142773"/>
      </dsp:txXfrm>
    </dsp:sp>
    <dsp:sp modelId="{2E428A8F-90D8-7943-A85C-CFA6C7C391DA}">
      <dsp:nvSpPr>
        <dsp:cNvPr id="0" name=""/>
        <dsp:cNvSpPr/>
      </dsp:nvSpPr>
      <dsp:spPr>
        <a:xfrm>
          <a:off x="4043759" y="1962578"/>
          <a:ext cx="3477418" cy="126641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TRUE HYPONATREMIA</a:t>
          </a:r>
        </a:p>
      </dsp:txBody>
      <dsp:txXfrm>
        <a:off x="4105580" y="2024399"/>
        <a:ext cx="3353776" cy="1142773"/>
      </dsp:txXfrm>
    </dsp:sp>
    <dsp:sp modelId="{EAD7CE2E-4D52-674C-9B0B-BDC95C5AC9F2}">
      <dsp:nvSpPr>
        <dsp:cNvPr id="0" name=""/>
        <dsp:cNvSpPr/>
      </dsp:nvSpPr>
      <dsp:spPr>
        <a:xfrm>
          <a:off x="4043759" y="3387296"/>
          <a:ext cx="3477418" cy="126641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TRANSLOCATION HYPONATREMIA</a:t>
          </a:r>
        </a:p>
      </dsp:txBody>
      <dsp:txXfrm>
        <a:off x="4105580" y="3449117"/>
        <a:ext cx="3353776" cy="114277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4FF395-2E85-A544-88FC-45BF048AE1A5}">
      <dsp:nvSpPr>
        <dsp:cNvPr id="0" name=""/>
        <dsp:cNvSpPr/>
      </dsp:nvSpPr>
      <dsp:spPr>
        <a:xfrm>
          <a:off x="1500731" y="218334"/>
          <a:ext cx="2781086" cy="174923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8FA5542-8FA6-E84C-947F-62C239837EA9}">
      <dsp:nvSpPr>
        <dsp:cNvPr id="0" name=""/>
        <dsp:cNvSpPr/>
      </dsp:nvSpPr>
      <dsp:spPr>
        <a:xfrm>
          <a:off x="1076602" y="953680"/>
          <a:ext cx="1127160" cy="112716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LOW BP</a:t>
          </a:r>
        </a:p>
      </dsp:txBody>
      <dsp:txXfrm>
        <a:off x="1076602" y="953680"/>
        <a:ext cx="1127160" cy="1127160"/>
      </dsp:txXfrm>
    </dsp:sp>
    <dsp:sp modelId="{8A6A9479-A4D3-AE41-B441-AB93202EBACD}">
      <dsp:nvSpPr>
        <dsp:cNvPr id="0" name=""/>
        <dsp:cNvSpPr/>
      </dsp:nvSpPr>
      <dsp:spPr>
        <a:xfrm>
          <a:off x="4697445" y="218334"/>
          <a:ext cx="3528701" cy="174923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80EE3A-D781-E940-BBC3-924E4696B3F3}">
      <dsp:nvSpPr>
        <dsp:cNvPr id="0" name=""/>
        <dsp:cNvSpPr/>
      </dsp:nvSpPr>
      <dsp:spPr>
        <a:xfrm>
          <a:off x="4647123" y="953680"/>
          <a:ext cx="1127160" cy="112716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EDEMA</a:t>
          </a:r>
        </a:p>
      </dsp:txBody>
      <dsp:txXfrm>
        <a:off x="4647123" y="953680"/>
        <a:ext cx="1127160" cy="1127160"/>
      </dsp:txXfrm>
    </dsp:sp>
    <dsp:sp modelId="{AAC3C845-3198-0349-A013-34151AC2D147}">
      <dsp:nvSpPr>
        <dsp:cNvPr id="0" name=""/>
        <dsp:cNvSpPr/>
      </dsp:nvSpPr>
      <dsp:spPr>
        <a:xfrm>
          <a:off x="2552098" y="2395909"/>
          <a:ext cx="4198552" cy="1749233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AB84905-E7C7-664F-B488-C5790D719263}">
      <dsp:nvSpPr>
        <dsp:cNvPr id="0" name=""/>
        <dsp:cNvSpPr/>
      </dsp:nvSpPr>
      <dsp:spPr>
        <a:xfrm>
          <a:off x="2836702" y="3131255"/>
          <a:ext cx="1127160" cy="112716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00000"/>
                <a:lumMod val="9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OLIGURIA</a:t>
          </a:r>
        </a:p>
      </dsp:txBody>
      <dsp:txXfrm>
        <a:off x="2836702" y="3131255"/>
        <a:ext cx="1127160" cy="112716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D451D1-0E26-7F4E-ABBA-BA84F9B8B506}">
      <dsp:nvSpPr>
        <dsp:cNvPr id="0" name=""/>
        <dsp:cNvSpPr/>
      </dsp:nvSpPr>
      <dsp:spPr>
        <a:xfrm>
          <a:off x="1812898" y="191116"/>
          <a:ext cx="2499779" cy="374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0010" rIns="80010" bIns="0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1812898" y="191116"/>
        <a:ext cx="2499779" cy="374966"/>
      </dsp:txXfrm>
    </dsp:sp>
    <dsp:sp modelId="{BE39B347-EA8F-454E-B240-3EE3EE269C51}">
      <dsp:nvSpPr>
        <dsp:cNvPr id="0" name=""/>
        <dsp:cNvSpPr/>
      </dsp:nvSpPr>
      <dsp:spPr>
        <a:xfrm>
          <a:off x="440757" y="624541"/>
          <a:ext cx="5039430" cy="1955152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9067806-FD79-6E4A-AB6D-6623D28FCE2D}">
      <dsp:nvSpPr>
        <dsp:cNvPr id="0" name=""/>
        <dsp:cNvSpPr/>
      </dsp:nvSpPr>
      <dsp:spPr>
        <a:xfrm>
          <a:off x="5846751" y="54959"/>
          <a:ext cx="2499779" cy="374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0010" rIns="80010" bIns="0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5846751" y="54959"/>
        <a:ext cx="2499779" cy="374966"/>
      </dsp:txXfrm>
    </dsp:sp>
    <dsp:sp modelId="{48F6AB74-3A5E-7E48-B922-9D128DD03640}">
      <dsp:nvSpPr>
        <dsp:cNvPr id="0" name=""/>
        <dsp:cNvSpPr/>
      </dsp:nvSpPr>
      <dsp:spPr>
        <a:xfrm>
          <a:off x="6015361" y="993078"/>
          <a:ext cx="2499779" cy="249977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75189900-3EFC-8F41-B96F-C04813501F0C}">
      <dsp:nvSpPr>
        <dsp:cNvPr id="0" name=""/>
        <dsp:cNvSpPr/>
      </dsp:nvSpPr>
      <dsp:spPr>
        <a:xfrm>
          <a:off x="1461817" y="3254003"/>
          <a:ext cx="2499779" cy="374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0010" rIns="80010" bIns="0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1461817" y="3254003"/>
        <a:ext cx="2499779" cy="374966"/>
      </dsp:txXfrm>
    </dsp:sp>
    <dsp:sp modelId="{7CDE3AE2-F31B-9546-926C-BF738D166CE9}">
      <dsp:nvSpPr>
        <dsp:cNvPr id="0" name=""/>
        <dsp:cNvSpPr/>
      </dsp:nvSpPr>
      <dsp:spPr>
        <a:xfrm>
          <a:off x="174755" y="3019713"/>
          <a:ext cx="4795577" cy="3365978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946D409-A35E-9C44-A102-5F7D138CF7CC}">
      <dsp:nvSpPr>
        <dsp:cNvPr id="0" name=""/>
        <dsp:cNvSpPr/>
      </dsp:nvSpPr>
      <dsp:spPr>
        <a:xfrm>
          <a:off x="5724824" y="3470553"/>
          <a:ext cx="2499779" cy="3749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0010" rIns="80010" bIns="0" numCol="1" spcCol="1270" anchor="b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5724824" y="3470553"/>
        <a:ext cx="2499779" cy="374966"/>
      </dsp:txXfrm>
    </dsp:sp>
    <dsp:sp modelId="{DBE4A458-79ED-6F4B-8299-12FC6A889931}">
      <dsp:nvSpPr>
        <dsp:cNvPr id="0" name=""/>
        <dsp:cNvSpPr/>
      </dsp:nvSpPr>
      <dsp:spPr>
        <a:xfrm>
          <a:off x="5494307" y="3677361"/>
          <a:ext cx="3201942" cy="2499779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12700" dir="5400000" rotWithShape="0">
            <a:srgbClr val="000000">
              <a:alpha val="37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CircularPictureCallout">
  <dgm:title val=""/>
  <dgm:desc val=""/>
  <dgm:catLst>
    <dgm:cat type="picture" pri="2000"/>
    <dgm:cat type="pictureconvert" pri="2000"/>
  </dgm:catLst>
  <dgm:sampData>
    <dgm:dataModel>
      <dgm:ptLst>
        <dgm:pt modelId="0" type="doc"/>
        <dgm:pt modelId="1"/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2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axis="ch" ptType="node" func="cnt" op="lte" val="1">
          <dgm:constrLst>
            <dgm:constr type="h" for="ch" forName="picture_1" refType="h"/>
            <dgm:constr type="w" for="ch" forName="picture_1" refType="h" refFor="ch" refForName="picture_1" op="equ"/>
            <dgm:constr type="l" for="ch" forName="picture_1"/>
            <dgm:constr type="t" for="ch" forName="picture_1"/>
            <dgm:constr type="w" for="ch" forName="text_1" refType="w" refFor="ch" refForName="picture_1" fact="0.64"/>
            <dgm:constr type="h" for="ch" forName="text_1" refType="h" refFor="ch" refForName="picture_1" fact="0.33"/>
            <dgm:constr type="l" for="ch" forName="text_1" refType="w" refFor="ch" refForName="picture_1" fact="0.18"/>
            <dgm:constr type="t" for="ch" forName="text_1" refType="h" refFor="ch" refForName="picture_1" fact="0.531"/>
          </dgm:constrLst>
        </dgm:if>
        <dgm:if name="Name4" axis="ch" ptType="node" func="cnt" op="lte" val="2">
          <dgm:choose name="Name5">
            <dgm:if name="Name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l" for="ch" forName="picture_2" refType="w" refFor="ch" refForName="picture_1" fact="1.21"/>
                <dgm:constr type="ctrY" for="ch" forName="picture_2" refType="h" refFor="ch" refForName="picture_1" fact="0.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if>
            <dgm:else name="Name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5"/>
                <dgm:constr type="h" for="ch" forName="picture_2" refType="h" refFor="ch" refForName="picture_1" fact="0.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</dgm:constrLst>
            </dgm:else>
          </dgm:choose>
        </dgm:if>
        <dgm:if name="Name8" axis="ch" ptType="node" func="cnt" op="lte" val="3">
          <dgm:choose name="Name9">
            <dgm:if name="Name10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l" for="ch" forName="picture_2" refType="w" refFor="ch" refForName="picture_1" fact="1.21"/>
                <dgm:constr type="ctrY" for="ch" forName="picture_2" refType="h" refFor="ch" refForName="picture_1" fact="0.18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l" for="ch" forName="picture_3" refType="w" refFor="ch" refForName="picture_1" fact="1.21"/>
                <dgm:constr type="ctrY" for="ch" forName="picture_3" refType="h" refFor="ch" refForName="picture_1" fact="0.812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if>
            <dgm:else name="Name11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75"/>
                <dgm:constr type="h" for="ch" forName="picture_2" refType="h" refFor="ch" refForName="picture_1" fact="0.375"/>
                <dgm:constr type="r" for="ch" forName="picture_2" refType="w"/>
                <dgm:constr type="rOff" for="ch" forName="picture_2" refType="w" refFor="ch" refForName="picture_1" fact="-1.21"/>
                <dgm:constr type="ctrY" for="ch" forName="picture_2" refType="h" refFor="ch" refForName="picture_1" fact="0.18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75"/>
                <dgm:constr type="h" for="ch" forName="picture_3" refType="h" refFor="ch" refForName="picture_1" fact="0.375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812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</dgm:constrLst>
            </dgm:else>
          </dgm:choose>
        </dgm:if>
        <dgm:if name="Name12" axis="ch" ptType="node" func="cnt" op="lte" val="4">
          <dgm:choose name="Name13">
            <dgm:if name="Name14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l" for="ch" forName="picture_2" refType="w" refFor="ch" refForName="picture_1" fact="1.354"/>
                <dgm:constr type="ctrY" for="ch" forName="picture_2" refType="h" refFor="ch" refForName="picture_1" fact="0.1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l" for="ch" forName="picture_3" refType="w" refFor="ch" refForName="picture_1" fact="1.21"/>
                <dgm:constr type="ctrY" for="ch" forName="picture_3" refType="h" refFor="ch" refForName="picture_1" fact="0.5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l" for="ch" forName="picture_4" refType="w" refFor="ch" refForName="picture_1" fact="1.354"/>
                <dgm:constr type="ctrY" for="ch" forName="picture_4" refType="h" refFor="ch" refForName="picture_1" fact="0.8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if>
            <dgm:else name="Name15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3"/>
                <dgm:constr type="h" for="ch" forName="picture_2" refType="h" refFor="ch" refForName="picture_1" fact="0.3"/>
                <dgm:constr type="r" for="ch" forName="picture_2" refType="w"/>
                <dgm:constr type="rOff" for="ch" forName="picture_2" refType="w" refFor="ch" refForName="picture_1" fact="-1.354"/>
                <dgm:constr type="ctrY" for="ch" forName="picture_2" refType="h" refFor="ch" refForName="picture_1" fact="0.1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3"/>
                <dgm:constr type="h" for="ch" forName="picture_3" refType="h" refFor="ch" refForName="picture_1" fact="0.3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5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3"/>
                <dgm:constr type="h" for="ch" forName="picture_4" refType="h" refFor="ch" refForName="picture_1" fact="0.3"/>
                <dgm:constr type="r" for="ch" forName="picture_4" refType="w"/>
                <dgm:constr type="rOff" for="ch" forName="picture_4" refType="w" refFor="ch" refForName="picture_1" fact="-1.354"/>
                <dgm:constr type="ctrY" for="ch" forName="picture_4" refType="h" refFor="ch" refForName="picture_1" fact="0.8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</dgm:constrLst>
            </dgm:else>
          </dgm:choose>
        </dgm:if>
        <dgm:if name="Name16" axis="ch" ptType="node" func="cnt" op="lte" val="5">
          <dgm:choose name="Name17">
            <dgm:if name="Name18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l" for="ch" forName="picture_2" refType="w" refFor="ch" refForName="picture_1" fact="1.375"/>
                <dgm:constr type="ctrY" for="ch" forName="picture_2" refType="h" refFor="ch" refForName="picture_1" fact="0.11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l" for="ch" forName="picture_3" refType="w" refFor="ch" refForName="picture_1" fact="1.21"/>
                <dgm:constr type="ctrY" for="ch" forName="picture_3" refType="h" refFor="ch" refForName="picture_1" fact="0.353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l" for="ch" forName="picture_4" refType="w" refFor="ch" refForName="picture_1" fact="1.21"/>
                <dgm:constr type="ctrY" for="ch" forName="picture_4" refType="h" refFor="ch" refForName="picture_1" fact="0.647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l" for="ch" forName="picture_5" refType="w" refFor="ch" refForName="picture_1" fact="1.375"/>
                <dgm:constr type="ctrY" for="ch" forName="picture_5" refType="h" refFor="ch" refForName="picture_1" fact="0.8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if>
            <dgm:else name="Name19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22"/>
                <dgm:constr type="h" for="ch" forName="picture_2" refType="h" refFor="ch" refForName="picture_1" fact="0.22"/>
                <dgm:constr type="r" for="ch" forName="picture_2" refType="w"/>
                <dgm:constr type="rOff" for="ch" forName="picture_2" refType="w" refFor="ch" refForName="picture_1" fact="-1.375"/>
                <dgm:constr type="ctrY" for="ch" forName="picture_2" refType="h" refFor="ch" refForName="picture_1" fact="0.11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22"/>
                <dgm:constr type="h" for="ch" forName="picture_3" refType="h" refFor="ch" refForName="picture_1" fact="0.22"/>
                <dgm:constr type="r" for="ch" forName="picture_3" refType="w"/>
                <dgm:constr type="rOff" for="ch" forName="picture_3" refType="w" refFor="ch" refForName="picture_1" fact="-1.21"/>
                <dgm:constr type="ctrY" for="ch" forName="picture_3" refType="h" refFor="ch" refForName="picture_1" fact="0.353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22"/>
                <dgm:constr type="h" for="ch" forName="picture_4" refType="h" refFor="ch" refForName="picture_1" fact="0.22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647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22"/>
                <dgm:constr type="h" for="ch" forName="picture_5" refType="h" refFor="ch" refForName="picture_1" fact="0.22"/>
                <dgm:constr type="r" for="ch" forName="picture_5" refType="w"/>
                <dgm:constr type="rOff" for="ch" forName="picture_5" refType="w" refFor="ch" refForName="picture_1" fact="-1.375"/>
                <dgm:constr type="ctrY" for="ch" forName="picture_5" refType="h" refFor="ch" refForName="picture_1" fact="0.8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</dgm:constrLst>
            </dgm:else>
          </dgm:choose>
        </dgm:if>
        <dgm:if name="Name20" axis="ch" ptType="node" func="cnt" op="lte" val="6">
          <dgm:choose name="Name21">
            <dgm:if name="Name22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l" for="ch" forName="picture_2" refType="w" refFor="ch" refForName="picture_1" fact="1.4238"/>
                <dgm:constr type="ctrY" for="ch" forName="picture_2" refType="h" refFor="ch" refForName="picture_1" fact="0.09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l" for="ch" forName="picture_3" refType="w" refFor="ch" refForName="picture_1" fact="1.2667"/>
                <dgm:constr type="ctrY" for="ch" forName="picture_3" refType="h" refFor="ch" refForName="picture_1" fact="0.261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l" for="ch" forName="picture_4" refType="w" refFor="ch" refForName="picture_1" fact="1.21"/>
                <dgm:constr type="ctrY" for="ch" forName="picture_4" refType="h" refFor="ch" refForName="picture_1" fact="0.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l" for="ch" forName="picture_5" refType="w" refFor="ch" refForName="picture_1" fact="1.2667"/>
                <dgm:constr type="ctrY" for="ch" forName="picture_5" refType="h" refFor="ch" refForName="picture_1" fact="0.739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l" for="ch" forName="picture_6" refType="w" refFor="ch" refForName="picture_1" fact="1.4238"/>
                <dgm:constr type="ctrY" for="ch" forName="picture_6" refType="h" refFor="ch" refForName="picture_1" fact="0.91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if>
            <dgm:else name="Name23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8"/>
                <dgm:constr type="h" for="ch" forName="picture_2" refType="h" refFor="ch" refForName="picture_1" fact="0.18"/>
                <dgm:constr type="r" for="ch" forName="picture_2" refType="w"/>
                <dgm:constr type="rOff" for="ch" forName="picture_2" refType="w" refFor="ch" refForName="picture_1" fact="-1.4238"/>
                <dgm:constr type="ctrY" for="ch" forName="picture_2" refType="h" refFor="ch" refForName="picture_1" fact="0.09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8"/>
                <dgm:constr type="h" for="ch" forName="picture_3" refType="h" refFor="ch" refForName="picture_1" fact="0.18"/>
                <dgm:constr type="r" for="ch" forName="picture_3" refType="w"/>
                <dgm:constr type="rOff" for="ch" forName="picture_3" refType="w" refFor="ch" refForName="picture_1" fact="-1.2667"/>
                <dgm:constr type="ctrY" for="ch" forName="picture_3" refType="h" refFor="ch" refForName="picture_1" fact="0.261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8"/>
                <dgm:constr type="h" for="ch" forName="picture_4" refType="h" refFor="ch" refForName="picture_1" fact="0.18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8"/>
                <dgm:constr type="h" for="ch" forName="picture_5" refType="h" refFor="ch" refForName="picture_1" fact="0.18"/>
                <dgm:constr type="r" for="ch" forName="picture_5" refType="w"/>
                <dgm:constr type="rOff" for="ch" forName="picture_5" refType="w" refFor="ch" refForName="picture_1" fact="-1.2667"/>
                <dgm:constr type="ctrY" for="ch" forName="picture_5" refType="h" refFor="ch" refForName="picture_1" fact="0.739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8"/>
                <dgm:constr type="h" for="ch" forName="picture_6" refType="h" refFor="ch" refForName="picture_1" fact="0.18"/>
                <dgm:constr type="r" for="ch" forName="picture_6" refType="w"/>
                <dgm:constr type="rOff" for="ch" forName="picture_6" refType="w" refFor="ch" refForName="picture_1" fact="-1.4238"/>
                <dgm:constr type="ctrY" for="ch" forName="picture_6" refType="h" refFor="ch" refForName="picture_1" fact="0.91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</dgm:constrLst>
            </dgm:else>
          </dgm:choose>
        </dgm:if>
        <dgm:else name="Name24">
          <dgm:choose name="Name25">
            <dgm:if name="Name26" func="var" arg="dir" op="equ" val="norm">
              <dgm:constrLst>
                <dgm:constr type="h" for="ch" forName="picture_1" refType="h"/>
                <dgm:constr type="w" for="ch" forName="picture_1" refType="h" refFor="ch" refForName="picture_1" op="equ"/>
                <dgm:constr type="l" for="ch" forName="picture_1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l" for="ch" forName="picture_2" refType="w" refFor="ch" refForName="picture_1" fact="1.4363"/>
                <dgm:constr type="ctrY" for="ch" forName="picture_2" refType="h" refFor="ch" refForName="picture_1" fact="0.075"/>
                <dgm:constr type="l" for="ch" forName="line_2" refType="ctrX" refFor="ch" refForName="picture_1"/>
                <dgm:constr type="h" for="ch" forName="line_2"/>
                <dgm:constr type="r" for="ch" forName="line_2" refType="ctrX" refFor="ch" refForName="picture_2"/>
                <dgm:constr type="ctrY" for="ch" forName="line_2" refType="ctrY" refFor="ch" refForName="picture_2"/>
                <dgm:constr type="r" for="ch" forName="textparent_2" refType="w"/>
                <dgm:constr type="h" for="ch" forName="textparent_2" refType="h" refFor="ch" refForName="picture_2"/>
                <dgm:constr type="l" for="ch" forName="textparent_2" refType="r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l" for="ch" forName="picture_3" refType="w" refFor="ch" refForName="picture_1" fact="1.2898"/>
                <dgm:constr type="ctrY" for="ch" forName="picture_3" refType="h" refFor="ch" refForName="picture_1" fact="0.227"/>
                <dgm:constr type="l" for="ch" forName="line_3" refType="ctrX" refFor="ch" refForName="picture_1"/>
                <dgm:constr type="h" for="ch" forName="line_3"/>
                <dgm:constr type="r" for="ch" forName="line_3" refType="ctrX" refFor="ch" refForName="picture_3"/>
                <dgm:constr type="ctrY" for="ch" forName="line_3" refType="ctrY" refFor="ch" refForName="picture_3"/>
                <dgm:constr type="r" for="ch" forName="textparent_3" refType="w"/>
                <dgm:constr type="h" for="ch" forName="textparent_3" refType="h" refFor="ch" refForName="picture_3"/>
                <dgm:constr type="l" for="ch" forName="textparent_3" refType="r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l" for="ch" forName="picture_4" refType="w" refFor="ch" refForName="picture_1" fact="1.21"/>
                <dgm:constr type="ctrY" for="ch" forName="picture_4" refType="h" refFor="ch" refForName="picture_1" fact="0.405"/>
                <dgm:constr type="l" for="ch" forName="line_4" refType="ctrX" refFor="ch" refForName="picture_1"/>
                <dgm:constr type="h" for="ch" forName="line_4"/>
                <dgm:constr type="r" for="ch" forName="line_4" refType="ctrX" refFor="ch" refForName="picture_4"/>
                <dgm:constr type="ctrY" for="ch" forName="line_4" refType="ctrY" refFor="ch" refForName="picture_4"/>
                <dgm:constr type="r" for="ch" forName="textparent_4" refType="w"/>
                <dgm:constr type="h" for="ch" forName="textparent_4" refType="h" refFor="ch" refForName="picture_4"/>
                <dgm:constr type="l" for="ch" forName="textparent_4" refType="r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l" for="ch" forName="picture_5" refType="w" refFor="ch" refForName="picture_1" fact="1.21"/>
                <dgm:constr type="ctrY" for="ch" forName="picture_5" refType="h" refFor="ch" refForName="picture_1" fact="0.595"/>
                <dgm:constr type="l" for="ch" forName="line_5" refType="ctrX" refFor="ch" refForName="picture_1"/>
                <dgm:constr type="h" for="ch" forName="line_5"/>
                <dgm:constr type="r" for="ch" forName="line_5" refType="ctrX" refFor="ch" refForName="picture_5"/>
                <dgm:constr type="ctrY" for="ch" forName="line_5" refType="ctrY" refFor="ch" refForName="picture_5"/>
                <dgm:constr type="r" for="ch" forName="textparent_5" refType="w"/>
                <dgm:constr type="h" for="ch" forName="textparent_5" refType="h" refFor="ch" refForName="picture_5"/>
                <dgm:constr type="l" for="ch" forName="textparent_5" refType="r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l" for="ch" forName="picture_6" refType="w" refFor="ch" refForName="picture_1" fact="1.2898"/>
                <dgm:constr type="ctrY" for="ch" forName="picture_6" refType="h" refFor="ch" refForName="picture_1" fact="0.773"/>
                <dgm:constr type="l" for="ch" forName="line_6" refType="ctrX" refFor="ch" refForName="picture_1"/>
                <dgm:constr type="h" for="ch" forName="line_6"/>
                <dgm:constr type="r" for="ch" forName="line_6" refType="ctrX" refFor="ch" refForName="picture_6"/>
                <dgm:constr type="ctrY" for="ch" forName="line_6" refType="ctrY" refFor="ch" refForName="picture_6"/>
                <dgm:constr type="r" for="ch" forName="textparent_6" refType="w"/>
                <dgm:constr type="h" for="ch" forName="textparent_6" refType="h" refFor="ch" refForName="picture_6"/>
                <dgm:constr type="l" for="ch" forName="textparent_6" refType="r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l" for="ch" forName="picture_7" refType="w" refFor="ch" refForName="picture_1" fact="1.4363"/>
                <dgm:constr type="ctrY" for="ch" forName="picture_7" refType="h" refFor="ch" refForName="picture_1" fact="0.925"/>
                <dgm:constr type="l" for="ch" forName="line_7" refType="ctrX" refFor="ch" refForName="picture_1"/>
                <dgm:constr type="h" for="ch" forName="line_7"/>
                <dgm:constr type="r" for="ch" forName="line_7" refType="ctrX" refFor="ch" refForName="picture_7"/>
                <dgm:constr type="ctrY" for="ch" forName="line_7" refType="ctrY" refFor="ch" refForName="picture_7"/>
                <dgm:constr type="r" for="ch" forName="textparent_7" refType="w"/>
                <dgm:constr type="h" for="ch" forName="textparent_7" refType="h" refFor="ch" refForName="picture_7"/>
                <dgm:constr type="l" for="ch" forName="textparent_7" refType="r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if>
            <dgm:else name="Name27">
              <dgm:constrLst>
                <dgm:constr type="h" for="ch" forName="picture_1" refType="h"/>
                <dgm:constr type="w" for="ch" forName="picture_1" refType="h" refFor="ch" refForName="picture_1" op="equ"/>
                <dgm:constr type="r" for="ch" forName="picture_1" refType="w"/>
                <dgm:constr type="t" for="ch" forName="picture_1"/>
                <dgm:constr type="w" for="ch" forName="text_1" refType="w" refFor="ch" refForName="picture_1" fact="0.64"/>
                <dgm:constr type="h" for="ch" forName="text_1" refType="h" refFor="ch" refForName="picture_1" fact="0.33"/>
                <dgm:constr type="l" for="ch" forName="text_1" refType="l" refFor="ch" refForName="picture_1"/>
                <dgm:constr type="lOff" for="ch" forName="text_1" refType="w" refFor="ch" refForName="picture_1" fact="0.18"/>
                <dgm:constr type="t" for="ch" forName="text_1" refType="h" refFor="ch" refForName="picture_1" fact="0.531"/>
                <dgm:constr type="w" for="ch" forName="picture_2" refType="w" refFor="ch" refForName="picture_1" fact="0.15"/>
                <dgm:constr type="h" for="ch" forName="picture_2" refType="h" refFor="ch" refForName="picture_1" fact="0.15"/>
                <dgm:constr type="r" for="ch" forName="picture_2" refType="w"/>
                <dgm:constr type="rOff" for="ch" forName="picture_2" refType="w" refFor="ch" refForName="picture_1" fact="-1.4363"/>
                <dgm:constr type="ctrY" for="ch" forName="picture_2" refType="h" refFor="ch" refForName="picture_1" fact="0.075"/>
                <dgm:constr type="r" for="ch" forName="line_2" refType="ctrX" refFor="ch" refForName="picture_1"/>
                <dgm:constr type="h" for="ch" forName="line_2"/>
                <dgm:constr type="l" for="ch" forName="line_2" refType="ctrX" refFor="ch" refForName="picture_2"/>
                <dgm:constr type="ctrY" for="ch" forName="line_2" refType="ctrY" refFor="ch" refForName="picture_2"/>
                <dgm:constr type="l" for="ch" forName="textparent_2"/>
                <dgm:constr type="h" for="ch" forName="textparent_2" refType="h" refFor="ch" refForName="picture_2"/>
                <dgm:constr type="r" for="ch" forName="textparent_2" refType="l" refFor="ch" refForName="picture_2"/>
                <dgm:constr type="ctrY" for="ch" forName="textparent_2" refType="ctrY" refFor="ch" refForName="picture_2"/>
                <dgm:constr type="primFontSz" for="des" forName="text_2" val="65"/>
                <dgm:constr type="w" for="ch" forName="picture_3" refType="w" refFor="ch" refForName="picture_1" fact="0.15"/>
                <dgm:constr type="h" for="ch" forName="picture_3" refType="h" refFor="ch" refForName="picture_1" fact="0.15"/>
                <dgm:constr type="r" for="ch" forName="picture_3" refType="w"/>
                <dgm:constr type="rOff" for="ch" forName="picture_3" refType="w" refFor="ch" refForName="picture_1" fact="-1.2898"/>
                <dgm:constr type="ctrY" for="ch" forName="picture_3" refType="h" refFor="ch" refForName="picture_1" fact="0.227"/>
                <dgm:constr type="r" for="ch" forName="line_3" refType="ctrX" refFor="ch" refForName="picture_1"/>
                <dgm:constr type="h" for="ch" forName="line_3"/>
                <dgm:constr type="l" for="ch" forName="line_3" refType="ctrX" refFor="ch" refForName="picture_3"/>
                <dgm:constr type="ctrY" for="ch" forName="line_3" refType="ctrY" refFor="ch" refForName="picture_3"/>
                <dgm:constr type="l" for="ch" forName="textparent_3"/>
                <dgm:constr type="h" for="ch" forName="textparent_3" refType="h" refFor="ch" refForName="picture_3"/>
                <dgm:constr type="r" for="ch" forName="textparent_3" refType="l" refFor="ch" refForName="picture_3"/>
                <dgm:constr type="ctrY" for="ch" forName="textparent_3" refType="ctrY" refFor="ch" refForName="picture_3"/>
                <dgm:constr type="primFontSz" for="des" forName="text_3" refType="primFontSz" refFor="des" refForName="text_2" op="equ"/>
                <dgm:constr type="w" for="ch" forName="picture_4" refType="w" refFor="ch" refForName="picture_1" fact="0.15"/>
                <dgm:constr type="h" for="ch" forName="picture_4" refType="h" refFor="ch" refForName="picture_1" fact="0.15"/>
                <dgm:constr type="r" for="ch" forName="picture_4" refType="w"/>
                <dgm:constr type="rOff" for="ch" forName="picture_4" refType="w" refFor="ch" refForName="picture_1" fact="-1.21"/>
                <dgm:constr type="ctrY" for="ch" forName="picture_4" refType="h" refFor="ch" refForName="picture_1" fact="0.405"/>
                <dgm:constr type="r" for="ch" forName="line_4" refType="ctrX" refFor="ch" refForName="picture_1"/>
                <dgm:constr type="h" for="ch" forName="line_4"/>
                <dgm:constr type="l" for="ch" forName="line_4" refType="ctrX" refFor="ch" refForName="picture_4"/>
                <dgm:constr type="ctrY" for="ch" forName="line_4" refType="ctrY" refFor="ch" refForName="picture_4"/>
                <dgm:constr type="l" for="ch" forName="textparent_4"/>
                <dgm:constr type="h" for="ch" forName="textparent_4" refType="h" refFor="ch" refForName="picture_4"/>
                <dgm:constr type="r" for="ch" forName="textparent_4" refType="l" refFor="ch" refForName="picture_4"/>
                <dgm:constr type="ctrY" for="ch" forName="textparent_4" refType="ctrY" refFor="ch" refForName="picture_4"/>
                <dgm:constr type="primFontSz" for="des" forName="text_4" refType="primFontSz" refFor="des" refForName="text_2" op="equ"/>
                <dgm:constr type="w" for="ch" forName="picture_5" refType="w" refFor="ch" refForName="picture_1" fact="0.15"/>
                <dgm:constr type="h" for="ch" forName="picture_5" refType="h" refFor="ch" refForName="picture_1" fact="0.15"/>
                <dgm:constr type="r" for="ch" forName="picture_5" refType="w"/>
                <dgm:constr type="rOff" for="ch" forName="picture_5" refType="w" refFor="ch" refForName="picture_1" fact="-1.21"/>
                <dgm:constr type="ctrY" for="ch" forName="picture_5" refType="h" refFor="ch" refForName="picture_1" fact="0.595"/>
                <dgm:constr type="r" for="ch" forName="line_5" refType="ctrX" refFor="ch" refForName="picture_1"/>
                <dgm:constr type="h" for="ch" forName="line_5"/>
                <dgm:constr type="l" for="ch" forName="line_5" refType="ctrX" refFor="ch" refForName="picture_5"/>
                <dgm:constr type="ctrY" for="ch" forName="line_5" refType="ctrY" refFor="ch" refForName="picture_5"/>
                <dgm:constr type="l" for="ch" forName="textparent_5"/>
                <dgm:constr type="h" for="ch" forName="textparent_5" refType="h" refFor="ch" refForName="picture_5"/>
                <dgm:constr type="r" for="ch" forName="textparent_5" refType="l" refFor="ch" refForName="picture_5"/>
                <dgm:constr type="ctrY" for="ch" forName="textparent_5" refType="ctrY" refFor="ch" refForName="picture_5"/>
                <dgm:constr type="primFontSz" for="des" forName="text_5" refType="primFontSz" refFor="des" refForName="text_2" op="equ"/>
                <dgm:constr type="w" for="ch" forName="picture_6" refType="w" refFor="ch" refForName="picture_1" fact="0.15"/>
                <dgm:constr type="h" for="ch" forName="picture_6" refType="h" refFor="ch" refForName="picture_1" fact="0.15"/>
                <dgm:constr type="r" for="ch" forName="picture_6" refType="w"/>
                <dgm:constr type="rOff" for="ch" forName="picture_6" refType="w" refFor="ch" refForName="picture_1" fact="-1.2898"/>
                <dgm:constr type="ctrY" for="ch" forName="picture_6" refType="h" refFor="ch" refForName="picture_1" fact="0.773"/>
                <dgm:constr type="r" for="ch" forName="line_6" refType="ctrX" refFor="ch" refForName="picture_1"/>
                <dgm:constr type="h" for="ch" forName="line_6"/>
                <dgm:constr type="l" for="ch" forName="line_6" refType="ctrX" refFor="ch" refForName="picture_6"/>
                <dgm:constr type="ctrY" for="ch" forName="line_6" refType="ctrY" refFor="ch" refForName="picture_6"/>
                <dgm:constr type="l" for="ch" forName="textparent_6"/>
                <dgm:constr type="h" for="ch" forName="textparent_6" refType="h" refFor="ch" refForName="picture_6"/>
                <dgm:constr type="r" for="ch" forName="textparent_6" refType="l" refFor="ch" refForName="picture_6"/>
                <dgm:constr type="ctrY" for="ch" forName="textparent_6" refType="ctrY" refFor="ch" refForName="picture_6"/>
                <dgm:constr type="primFontSz" for="des" forName="text_6" refType="primFontSz" refFor="des" refForName="text_2" op="equ"/>
                <dgm:constr type="w" for="ch" forName="picture_7" refType="w" refFor="ch" refForName="picture_1" fact="0.15"/>
                <dgm:constr type="h" for="ch" forName="picture_7" refType="h" refFor="ch" refForName="picture_1" fact="0.15"/>
                <dgm:constr type="r" for="ch" forName="picture_7" refType="w"/>
                <dgm:constr type="rOff" for="ch" forName="picture_7" refType="w" refFor="ch" refForName="picture_1" fact="-1.4363"/>
                <dgm:constr type="ctrY" for="ch" forName="picture_7" refType="h" refFor="ch" refForName="picture_1" fact="0.925"/>
                <dgm:constr type="r" for="ch" forName="line_7" refType="ctrX" refFor="ch" refForName="picture_1"/>
                <dgm:constr type="h" for="ch" forName="line_7"/>
                <dgm:constr type="l" for="ch" forName="line_7" refType="ctrX" refFor="ch" refForName="picture_7"/>
                <dgm:constr type="ctrY" for="ch" forName="line_7" refType="ctrY" refFor="ch" refForName="picture_7"/>
                <dgm:constr type="l" for="ch" forName="textparent_7"/>
                <dgm:constr type="h" for="ch" forName="textparent_7" refType="h" refFor="ch" refForName="picture_7"/>
                <dgm:constr type="r" for="ch" forName="textparent_7" refType="l" refFor="ch" refForName="picture_7"/>
                <dgm:constr type="ctrY" for="ch" forName="textparent_7" refType="ctrY" refFor="ch" refForName="picture_7"/>
                <dgm:constr type="primFontSz" for="des" forName="text_7" refType="primFontSz" refFor="des" refForName="text_2" op="equ"/>
              </dgm:constrLst>
            </dgm:else>
          </dgm:choose>
        </dgm:else>
      </dgm:choose>
      <dgm:forEach name="wrapper" axis="self" ptType="parTrans">
        <dgm:forEach name="wrapper2" axis="self" ptType="sibTrans" st="2">
          <dgm:forEach name="pictureRepeat" axis="self">
            <dgm:layoutNode name="pictureRepeatNode" styleLbl="alignImgPlace1">
              <dgm:alg type="sp"/>
              <dgm:shape xmlns:r="http://schemas.openxmlformats.org/officeDocument/2006/relationships" type="ellipse" r:blip="" blipPhldr="1">
                <dgm:adjLst/>
              </dgm:shape>
              <dgm:presOf axis="self"/>
            </dgm:layoutNode>
          </dgm:forEach>
        </dgm:forEach>
      </dgm:forEach>
      <dgm:forEach name="Name28" axis="ch" ptType="sibTrans" hideLastTrans="0" cnt="1">
        <dgm:layoutNode name="picture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9" ref="pictureRepeat"/>
        </dgm:layoutNode>
      </dgm:forEach>
      <dgm:forEach name="Name30" axis="ch" ptType="node" cnt="1">
        <dgm:layoutNode name="text_1" styleLbl="node1">
          <dgm:varLst>
            <dgm:bulletEnabled val="1"/>
          </dgm:varLst>
          <dgm:alg type="tx">
            <dgm:param type="txAnchorVert" val="b"/>
            <dgm:param type="txAnchorVertCh" val="b"/>
            <dgm:param type="parTxRTLAlign" val="r"/>
            <dgm:param type="shpTxRTLAlignCh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65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</dgm:forEach>
      <dgm:forEach name="Name31" axis="ch" ptType="sibTrans" hideLastTrans="0" st="2" cnt="1">
        <dgm:layoutNode name="picture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2" ref="pictureRepeat"/>
        </dgm:layoutNode>
      </dgm:forEach>
      <dgm:forEach name="Name33" axis="ch" ptType="node" st="2" cnt="1">
        <dgm:layoutNode name="line_2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2">
          <dgm:choose name="Name34">
            <dgm:if name="Name35" func="var" arg="dir" op="equ" val="norm">
              <dgm:alg type="lin">
                <dgm:param type="horzAlign" val="l"/>
              </dgm:alg>
            </dgm:if>
            <dgm:else name="Name36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2" refType="w"/>
            <dgm:constr type="h" for="ch" forName="text_2" refType="h"/>
          </dgm:constrLst>
          <dgm:presOf/>
          <dgm:layoutNode name="text_2" styleLbl="revTx">
            <dgm:varLst>
              <dgm:bulletEnabled val="1"/>
            </dgm:varLst>
            <dgm:choose name="Name37">
              <dgm:if name="Name38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39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0" axis="ch" ptType="sibTrans" hideLastTrans="0" st="3" cnt="1">
        <dgm:layoutNode name="picture_3">
          <dgm:alg type="sp"/>
          <dgm:shape xmlns:r="http://schemas.openxmlformats.org/officeDocument/2006/relationships" r:blip="">
            <dgm:adjLst/>
          </dgm:shape>
          <dgm:presOf/>
          <dgm:constrLst/>
          <dgm:forEach name="Name41" ref="pictureRepeat"/>
        </dgm:layoutNode>
      </dgm:forEach>
      <dgm:forEach name="Name42" axis="ch" ptType="node" st="3" cnt="1">
        <dgm:layoutNode name="line_3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3">
          <dgm:choose name="Name43">
            <dgm:if name="Name44" func="var" arg="dir" op="equ" val="norm">
              <dgm:alg type="lin">
                <dgm:param type="horzAlign" val="l"/>
              </dgm:alg>
            </dgm:if>
            <dgm:else name="Name45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3" refType="w"/>
            <dgm:constr type="h" for="ch" forName="text_3" refType="h"/>
          </dgm:constrLst>
          <dgm:presOf/>
          <dgm:layoutNode name="text_3" styleLbl="revTx">
            <dgm:varLst>
              <dgm:bulletEnabled val="1"/>
            </dgm:varLst>
            <dgm:choose name="Name46">
              <dgm:if name="Name47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48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49" axis="ch" ptType="sibTrans" hideLastTrans="0" st="4" cnt="1">
        <dgm:layoutNode name="picture_4">
          <dgm:alg type="sp"/>
          <dgm:shape xmlns:r="http://schemas.openxmlformats.org/officeDocument/2006/relationships" r:blip="">
            <dgm:adjLst/>
          </dgm:shape>
          <dgm:presOf/>
          <dgm:constrLst/>
          <dgm:forEach name="Name50" ref="pictureRepeat"/>
        </dgm:layoutNode>
      </dgm:forEach>
      <dgm:forEach name="Name51" axis="ch" ptType="node" st="4" cnt="1">
        <dgm:layoutNode name="line_4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4">
          <dgm:choose name="Name52">
            <dgm:if name="Name53" func="var" arg="dir" op="equ" val="norm">
              <dgm:alg type="lin">
                <dgm:param type="horzAlign" val="l"/>
              </dgm:alg>
            </dgm:if>
            <dgm:else name="Name54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4" refType="w"/>
            <dgm:constr type="h" for="ch" forName="text_4" refType="h"/>
          </dgm:constrLst>
          <dgm:presOf/>
          <dgm:layoutNode name="text_4" styleLbl="revTx">
            <dgm:varLst>
              <dgm:bulletEnabled val="1"/>
            </dgm:varLst>
            <dgm:choose name="Name55">
              <dgm:if name="Name56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57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58" axis="ch" ptType="sibTrans" hideLastTrans="0" st="5" cnt="1">
        <dgm:layoutNode name="picture_5">
          <dgm:alg type="sp"/>
          <dgm:shape xmlns:r="http://schemas.openxmlformats.org/officeDocument/2006/relationships" r:blip="">
            <dgm:adjLst/>
          </dgm:shape>
          <dgm:presOf/>
          <dgm:constrLst/>
          <dgm:forEach name="Name59" ref="pictureRepeat"/>
        </dgm:layoutNode>
      </dgm:forEach>
      <dgm:forEach name="Name60" axis="ch" ptType="node" st="5" cnt="1">
        <dgm:layoutNode name="line_5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5">
          <dgm:choose name="Name61">
            <dgm:if name="Name62" func="var" arg="dir" op="equ" val="norm">
              <dgm:alg type="lin">
                <dgm:param type="horzAlign" val="l"/>
              </dgm:alg>
            </dgm:if>
            <dgm:else name="Name63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5" refType="w"/>
            <dgm:constr type="h" for="ch" forName="text_5" refType="h"/>
          </dgm:constrLst>
          <dgm:presOf/>
          <dgm:layoutNode name="text_5" styleLbl="revTx">
            <dgm:varLst>
              <dgm:bulletEnabled val="1"/>
            </dgm:varLst>
            <dgm:choose name="Name64">
              <dgm:if name="Name65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66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67" axis="ch" ptType="sibTrans" hideLastTrans="0" st="6" cnt="1">
        <dgm:layoutNode name="picture_6">
          <dgm:alg type="sp"/>
          <dgm:shape xmlns:r="http://schemas.openxmlformats.org/officeDocument/2006/relationships" r:blip="">
            <dgm:adjLst/>
          </dgm:shape>
          <dgm:presOf/>
          <dgm:constrLst/>
          <dgm:forEach name="Name68" ref="pictureRepeat"/>
        </dgm:layoutNode>
      </dgm:forEach>
      <dgm:forEach name="Name69" axis="ch" ptType="node" st="6" cnt="1">
        <dgm:layoutNode name="line_6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6">
          <dgm:choose name="Name70">
            <dgm:if name="Name71" func="var" arg="dir" op="equ" val="norm">
              <dgm:alg type="lin">
                <dgm:param type="horzAlign" val="l"/>
              </dgm:alg>
            </dgm:if>
            <dgm:else name="Name72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6" refType="w"/>
            <dgm:constr type="h" for="ch" forName="text_6" refType="h"/>
          </dgm:constrLst>
          <dgm:presOf/>
          <dgm:layoutNode name="text_6" styleLbl="revTx">
            <dgm:varLst>
              <dgm:bulletEnabled val="1"/>
            </dgm:varLst>
            <dgm:choose name="Name73">
              <dgm:if name="Name74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75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  <dgm:forEach name="Name76" axis="ch" ptType="sibTrans" hideLastTrans="0" st="7" cnt="1">
        <dgm:layoutNode name="picture_7">
          <dgm:alg type="sp"/>
          <dgm:shape xmlns:r="http://schemas.openxmlformats.org/officeDocument/2006/relationships" r:blip="">
            <dgm:adjLst/>
          </dgm:shape>
          <dgm:presOf/>
          <dgm:constrLst/>
          <dgm:forEach name="Name77" ref="pictureRepeat"/>
        </dgm:layoutNode>
      </dgm:forEach>
      <dgm:forEach name="Name78" axis="ch" ptType="node" st="7" cnt="1">
        <dgm:layoutNode name="line_7" styleLbl="parChTrans1D1">
          <dgm:alg type="sp"/>
          <dgm:shape xmlns:r="http://schemas.openxmlformats.org/officeDocument/2006/relationships" type="line" r:blip="" zOrderOff="-100">
            <dgm:adjLst/>
          </dgm:shape>
          <dgm:presOf/>
        </dgm:layoutNode>
        <dgm:layoutNode name="textparent_7">
          <dgm:choose name="Name79">
            <dgm:if name="Name80" func="var" arg="dir" op="equ" val="norm">
              <dgm:alg type="lin">
                <dgm:param type="horzAlign" val="l"/>
              </dgm:alg>
            </dgm:if>
            <dgm:else name="Name81">
              <dgm:alg type="lin">
                <dgm:param type="horzAlign" val="r"/>
              </dgm:alg>
            </dgm:else>
          </dgm:choose>
          <dgm:shape xmlns:r="http://schemas.openxmlformats.org/officeDocument/2006/relationships" type="rect" r:blip="" hideGeom="1">
            <dgm:adjLst/>
          </dgm:shape>
          <dgm:constrLst>
            <dgm:constr type="userW" for="ch" forName="text_7" refType="w"/>
            <dgm:constr type="h" for="ch" forName="text_7" refType="h"/>
          </dgm:constrLst>
          <dgm:presOf/>
          <dgm:layoutNode name="text_7" styleLbl="revTx">
            <dgm:varLst>
              <dgm:bulletEnabled val="1"/>
            </dgm:varLst>
            <dgm:choose name="Name82">
              <dgm:if name="Name83" func="var" arg="dir" op="equ" val="norm">
                <dgm:alg type="tx">
                  <dgm:param type="parTxLTRAlign" val="l"/>
                  <dgm:param type="shpTxLTRAlignCh" val="l"/>
                  <dgm:param type="parTxRTLAlign" val="r"/>
                  <dgm:param type="shpTxRTLAlignCh" val="r"/>
                </dgm:alg>
              </dgm:if>
              <dgm:else name="Name84">
                <dgm:alg type="tx"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userW"/>
              <dgm:constr type="w" refType="userW" fact="0.1"/>
              <dgm:constr type="lMarg" refType="primFontSz" fact="0.3"/>
              <dgm:constr type="rMarg" refType="primFontSz" fact="0.3"/>
              <dgm:constr type="tMarg"/>
              <dgm:constr type="bMarg"/>
            </dgm:constrLst>
            <dgm:ruleLst>
              <dgm:rule type="w" val="NaN" fact="1" max="NaN"/>
              <dgm:rule type="primFontSz" val="5" fact="NaN" max="NaN"/>
            </dgm:ruleLst>
          </dgm:layoutNode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BendingPictureCaption">
  <dgm:title val=""/>
  <dgm:desc val=""/>
  <dgm:catLst>
    <dgm:cat type="picture" pri="6000"/>
    <dgm:cat type="pictureconvert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7" srcId="0" destId="1" srcOrd="0" destOrd="0"/>
        <dgm:cxn modelId="8" srcId="0" destId="2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diagram">
    <dgm:varLst>
      <dgm:dir/>
    </dgm:varLst>
    <dgm:choose name="Name0">
      <dgm:if name="Name1" func="var" arg="dir" op="equ" val="norm">
        <dgm:alg type="snake">
          <dgm:param type="off" val="ctr"/>
        </dgm:alg>
      </dgm:if>
      <dgm:else name="Name2">
        <dgm:alg type="snake">
          <dgm:param type="grDir" val="tR"/>
          <dgm:param type="off" val="c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Image" refType="w" fact="0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.19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if>
          <dgm:else name="Name5">
            <dgm:constrLst>
              <dgm:constr type="l" for="ch" forName="Image" refType="w" fact="0.06"/>
              <dgm:constr type="t" for="ch" forName="Image" refType="h" fact="0"/>
              <dgm:constr type="w" for="ch" forName="Image" refType="w" fact="0.94"/>
              <dgm:constr type="h" for="ch" forName="Image" refType="h" fact="0.91"/>
              <dgm:constr type="l" for="ch" forName="Parent" refType="w" fact="0"/>
              <dgm:constr type="t" for="ch" forName="Parent" refType="h" fact="0.745"/>
              <dgm:constr type="w" for="ch" forName="Parent" refType="w" fact="0.81"/>
              <dgm:constr type="h" for="ch" forName="Parent" refType="h" fact="0.255"/>
            </dgm:constrLst>
          </dgm:else>
        </dgm:choose>
        <dgm:layoutNode name="Image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node0">
          <dgm:varLst>
            <dgm:bulletEnabled val="1"/>
          </dgm:varLst>
          <dgm:alg type="tx">
            <dgm:param type="txAnchorVertCh" val="mid"/>
            <dgm:param type="shpTxRTLAlignCh" val="r"/>
            <dgm:param type="lnSpAfParP" val="5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15"/>
            <dgm:constr type="rMarg" refType="primFontSz" fact="0.15"/>
            <dgm:constr type="tMarg" refType="primFontSz" fact="0.15"/>
            <dgm:constr type="bMarg" refType="primFontSz" fact="0.15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114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139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SnapshotPictureList">
  <dgm:title val=""/>
  <dgm:desc val=""/>
  <dgm:catLst>
    <dgm:cat type="picture" pri="3000"/>
    <dgm:cat type="pictureconvert" pri="3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</dgm:ptLst>
      <dgm:cxnLst>
        <dgm:cxn modelId="40" srcId="0" destId="10" srcOrd="0" destOrd="0"/>
        <dgm:cxn modelId="12" srcId="10" destId="11" srcOrd="0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snake">
      <dgm:param type="grDir" val="tL"/>
      <dgm:param type="flowDir" val="col"/>
    </dgm:alg>
    <dgm:shape xmlns:r="http://schemas.openxmlformats.org/officeDocument/2006/relationships" r:blip="">
      <dgm:adjLst/>
    </dgm:shape>
    <dgm:constrLst>
      <dgm:constr type="primFontSz" for="des" forName="ChildText" refType="primFontSz" refFor="des" refForName="ParentText" op="lte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2.0273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onstrLst>
              <dgm:constr type="l" for="ch" forName="ParentAccentShape" refType="w" fact="0.0238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048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668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.9762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if>
          <dgm:else name="Name3">
            <dgm:constrLst>
              <dgm:constr type="l" for="ch" forName="ParentAccentShape" refType="w" fact="0.3572"/>
              <dgm:constr type="t" for="ch" forName="ParentAccentShape" refType="h" fact="0.107"/>
              <dgm:constr type="w" for="ch" forName="ParentAccentShape" refType="w" fact="0.619"/>
              <dgm:constr type="h" for="ch" forName="ParentAccentShape" refType="h" fact="0.893"/>
              <dgm:constr type="l" for="ch" forName="ParentText" refType="w" fact="0.381"/>
              <dgm:constr type="t" for="ch" forName="ParentText" refType="h" fact="0.845"/>
              <dgm:constr type="w" for="ch" forName="ParentText" refType="w" fact="0.571"/>
              <dgm:constr type="h" for="ch" forName="ParentText" refType="h" fact="0.106"/>
              <dgm:constr type="l" for="ch" forName="ChildText" refType="w" fact="0.049"/>
              <dgm:constr type="t" for="ch" forName="ChildText" refType="h" fact="0.107"/>
              <dgm:constr type="w" for="ch" forName="ChildText" refType="w" fact="0.283"/>
              <dgm:constr type="h" for="ch" forName="ChildText" refType="h" fact="0.893"/>
              <dgm:constr type="l" for="ch" forName="ChildAccentShape" refType="w" fact="0"/>
              <dgm:constr type="t" for="ch" forName="ChildAccentShape" refType="h" fact="0.107"/>
              <dgm:constr type="w" for="ch" forName="ChildAccentShape" refType="w" fact="0.0238"/>
              <dgm:constr type="h" for="ch" forName="ChildAccentShape" refType="h" fact="0.893"/>
              <dgm:constr type="l" for="ch" forName="Image" refType="w" fact="0.4048"/>
              <dgm:constr type="t" for="ch" forName="Image" refType="h" fact="0"/>
              <dgm:constr type="w" for="ch" forName="Image" refType="w" fact="0.5952"/>
              <dgm:constr type="h" for="ch" forName="Image" refType="h" fact="0.8447"/>
            </dgm:constrLst>
          </dgm:else>
        </dgm:choose>
        <dgm:layoutNode name="ParentAccentShape" styleLbl="trBgShp">
          <dgm:alg type="sp"/>
          <dgm:shape xmlns:r="http://schemas.openxmlformats.org/officeDocument/2006/relationships" type="frame" r:blip="" zOrderOff="-10">
            <dgm:adjLst>
              <dgm:adj idx="1" val="0.0545"/>
            </dgm:adjLst>
          </dgm:shape>
          <dgm:presOf/>
        </dgm:layoutNode>
        <dgm:layoutNode name="ParentText" styleLbl="revTx">
          <dgm:varLst>
            <dgm:chMax val="1"/>
            <dgm:chPref val="1"/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8"/>
            <dgm:constr type="rMarg" refType="primFontSz" fact="0.8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" styleLbl="revTx">
          <dgm:varLst>
            <dgm:chMax val="0"/>
            <dgm:chPref val="0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zOrderOff="10">
            <dgm:adjLst/>
          </dgm:shape>
          <dgm:choose name="Name4">
            <dgm:if name="Name5" axis="ch" ptType="node" func="cnt" op="gte" val="1">
              <dgm:presOf axis="des" ptType="node"/>
            </dgm:if>
            <dgm:else name="Name6">
              <dgm:presOf/>
            </dgm:else>
          </dgm:choose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ChildAccentShape" styleLbl="trBgShp">
          <dgm:alg type="sp"/>
          <dgm:choose name="Name7">
            <dgm:if name="Name8" axis="ch" ptType="node" func="cnt" op="gte" val="1">
              <dgm:shape xmlns:r="http://schemas.openxmlformats.org/officeDocument/2006/relationships" type="rect" r:blip="" zOrderOff="-10">
                <dgm:adjLst/>
              </dgm:shape>
            </dgm:if>
            <dgm:else name="Name9">
              <dgm:shape xmlns:r="http://schemas.openxmlformats.org/officeDocument/2006/relationships" type="rect" r:blip="" hideGeom="1">
                <dgm:adjLst/>
              </dgm:shape>
            </dgm:else>
          </dgm:choose>
          <dgm:presOf/>
        </dgm:layoutNode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BendingPictureSemiTransparentText">
  <dgm:title val=""/>
  <dgm:desc val=""/>
  <dgm:catLst>
    <dgm:cat type="picture" pri="7000"/>
    <dgm:cat type="pictureconvert" pri="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19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1667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"/>
          <dgm:constr type="w" for="ch" forName="rect1" refType="w"/>
          <dgm:constr type="h" for="ch" forName="rect1" refType="h"/>
          <dgm:constr type="l" for="ch" forName="rect2" refType="w" fact="0"/>
          <dgm:constr type="t" for="ch" forName="rect2" refType="h" fact="0.7"/>
          <dgm:constr type="w" for="ch" forName="rect2" refType="w"/>
          <dgm:constr type="h" for="ch" forName="rect2" refType="h" fact="0.24"/>
        </dgm:constrLst>
        <dgm:layoutNode name="rect1" styleLbl="bgShp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trBgShp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BendingPictureBlocks">
  <dgm:title val=""/>
  <dgm:desc val=""/>
  <dgm:catLst>
    <dgm:cat type="picture" pri="8000"/>
    <dgm:cat type="pictureconvert" pri="8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61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908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3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.63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8/layout/PictureGrid">
  <dgm:title val=""/>
  <dgm:desc val=""/>
  <dgm:catLst>
    <dgm:cat type="picture" pri="11000"/>
    <dgm:cat type="pictureconvert" pri="11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</dgm:varLst>
    <dgm:choose name="Name1">
      <dgm:if name="Name2" axis="ch" ptType="node" func="cnt" op="lte" val="4">
        <dgm:choose name="Name3">
          <dgm:if name="Name4" func="var" arg="dir" op="equ" val="norm">
            <dgm:alg type="snake">
              <dgm:param type="off" val="ctr"/>
              <dgm:param type="bkpt" val="fixed"/>
              <dgm:param type="bkPtFixedVal" val="2"/>
            </dgm:alg>
          </dgm:if>
          <dgm:else name="Name5">
            <dgm:alg type="snake">
              <dgm:param type="off" val="ctr"/>
              <dgm:param type="grDir" val="tR"/>
              <dgm:param type="bkpt" val="fixed"/>
              <dgm:param type="bkPtFixedVal" val="2"/>
            </dgm:alg>
          </dgm:else>
        </dgm:choose>
      </dgm:if>
      <dgm:else name="Name6">
        <dgm:choose name="Name7">
          <dgm:if name="Name8" axis="ch" ptType="node" func="cnt" op="lte" val="9">
            <dgm:choose name="Name9">
              <dgm:if name="Name10" func="var" arg="dir" op="equ" val="norm">
                <dgm:alg type="snake">
                  <dgm:param type="off" val="ctr"/>
                  <dgm:param type="bkpt" val="fixed"/>
                  <dgm:param type="bkPtFixedVal" val="3"/>
                </dgm:alg>
              </dgm:if>
              <dgm:else name="Name11">
                <dgm:alg type="snake">
                  <dgm:param type="off" val="ctr"/>
                  <dgm:param type="grDir" val="tR"/>
                  <dgm:param type="bkpt" val="fixed"/>
                  <dgm:param type="bkPtFixedVal" val="3"/>
                </dgm:alg>
              </dgm:else>
            </dgm:choose>
          </dgm:if>
          <dgm:else name="Name12">
            <dgm:choose name="Name13">
              <dgm:if name="Name14" axis="ch" ptType="node" func="cnt" op="lte" val="16">
                <dgm:choose name="Name15">
                  <dgm:if name="Name16" func="var" arg="dir" op="equ" val="norm">
                    <dgm:alg type="snake">
                      <dgm:param type="off" val="ctr"/>
                      <dgm:param type="bkpt" val="fixed"/>
                      <dgm:param type="bkPtFixedVal" val="4"/>
                    </dgm:alg>
                  </dgm:if>
                  <dgm:else name="Name17">
                    <dgm:alg type="snake">
                      <dgm:param type="off" val="ctr"/>
                      <dgm:param type="grDir" val="tR"/>
                      <dgm:param type="bkpt" val="fixed"/>
                      <dgm:param type="bkPtFixedVal" val="4"/>
                    </dgm:alg>
                  </dgm:else>
                </dgm:choose>
              </dgm:if>
              <dgm:else name="Name18">
                <dgm:choose name="Name19">
                  <dgm:if name="Name20" axis="ch" ptType="node" func="cnt" op="lte" val="25">
                    <dgm:choose name="Name21">
                      <dgm:if name="Name22" func="var" arg="dir" op="equ" val="norm">
                        <dgm:alg type="snake">
                          <dgm:param type="off" val="ctr"/>
                          <dgm:param type="bkpt" val="fixed"/>
                          <dgm:param type="bkPtFixedVal" val="5"/>
                        </dgm:alg>
                      </dgm:if>
                      <dgm:else name="Name23">
                        <dgm:alg type="snake">
                          <dgm:param type="off" val="ctr"/>
                          <dgm:param type="grDir" val="tR"/>
                          <dgm:param type="bkpt" val="fixed"/>
                          <dgm:param type="bkPtFixedVal" val="5"/>
                        </dgm:alg>
                      </dgm:else>
                    </dgm:choose>
                  </dgm:if>
                  <dgm:else name="Name24">
                    <dgm:choose name="Name25">
                      <dgm:if name="Name26" func="var" arg="dir" op="equ" val="norm">
                        <dgm:alg type="snake">
                          <dgm:param type="off" val="ctr"/>
                        </dgm:alg>
                      </dgm:if>
                      <dgm:else name="Name27">
                        <dgm:alg type="snake">
                          <dgm:param type="off" val="ctr"/>
                          <dgm:param type="grDir" val="tR"/>
                        </dgm:alg>
                      </dgm:else>
                    </dgm:choose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0.8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0.7568"/>
        </dgm:alg>
        <dgm:shape xmlns:r="http://schemas.openxmlformats.org/officeDocument/2006/relationships" r:blip="">
          <dgm:adjLst/>
        </dgm:shape>
        <dgm:constrLst>
          <dgm:constr type="l" for="ch" forName="rect1" refType="w" fact="0"/>
          <dgm:constr type="t" for="ch" forName="rect1" refType="h" fact="0.15"/>
          <dgm:constr type="w" for="ch" forName="rect1" refType="w"/>
          <dgm:constr type="h" for="ch" forName="rect1" refType="w"/>
          <dgm:constr type="l" for="ch" forName="rect2" refType="w" fact="0"/>
          <dgm:constr type="t" for="ch" forName="rect2" refType="h" fact="0"/>
          <dgm:constr type="w" for="ch" forName="rect2" refType="w"/>
          <dgm:constr type="h" for="ch" forName="rect2" refType="w" fact="0.15"/>
        </dgm:constrLst>
        <dgm:layoutNode name="rect2" styleLbl="revTx">
          <dgm:varLst>
            <dgm:bulletEnabled val="1"/>
          </dgm:varLst>
          <dgm:alg type="tx">
            <dgm:param type="stBulletLvl" val="3"/>
            <dgm:param type="parTxLTRAlign" val="l"/>
            <dgm:param type="parTxRTLAlign" val="r"/>
            <dgm:param type="txAnchorVert" val="b"/>
            <dgm:param type="txAnchorVertCh" val="b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"/>
            <dgm:constr type="rMarg" refType="primFontSz" fact="0.3"/>
            <dgm:constr type="tMarg" refType="primFontSz" fact="0.3"/>
            <dgm:constr type="bMarg" refType="primFontSz" fact="0"/>
            <dgm:constr type="secFontSz" refType="primFontSz" fact="0.8"/>
          </dgm:constrLst>
          <dgm:ruleLst>
            <dgm:rule type="primFontSz" val="5" fact="NaN" max="NaN"/>
          </dgm:ruleLst>
        </dgm:layoutNode>
        <dgm:layoutNode name="rect1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image" Target="../media/image4.jpeg" /><Relationship Id="rId1" Type="http://schemas.openxmlformats.org/officeDocument/2006/relationships/slideMaster" Target="../slideMasters/slideMaster1.xml" /><Relationship Id="rId5" Type="http://schemas.openxmlformats.org/officeDocument/2006/relationships/image" Target="../media/image7.png" /><Relationship Id="rId4" Type="http://schemas.openxmlformats.org/officeDocument/2006/relationships/image" Target="../media/image6.png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nsch\Desktop\O14ThemesHandoffs\WorkingFiles\FinalHanoff\Sketchbook\Cover.jpg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lum bright="2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grpSp>
        <p:nvGrpSpPr>
          <p:cNvPr id="16" name="Group 15"/>
          <p:cNvGrpSpPr/>
          <p:nvPr/>
        </p:nvGrpSpPr>
        <p:grpSpPr>
          <a:xfrm rot="20533676">
            <a:off x="618027" y="3923015"/>
            <a:ext cx="2508736" cy="2527488"/>
            <a:chOff x="494947" y="417279"/>
            <a:chExt cx="2417578" cy="2421351"/>
          </a:xfrm>
        </p:grpSpPr>
        <p:sp>
          <p:nvSpPr>
            <p:cNvPr id="12" name="Freeform 11"/>
            <p:cNvSpPr/>
            <p:nvPr/>
          </p:nvSpPr>
          <p:spPr>
            <a:xfrm>
              <a:off x="494947" y="494484"/>
              <a:ext cx="2328384" cy="2344146"/>
            </a:xfrm>
            <a:custGeom>
              <a:avLst/>
              <a:gdLst>
                <a:gd name="connsiteX0" fmla="*/ 94077 w 2328384"/>
                <a:gd name="connsiteY0" fmla="*/ 0 h 2344146"/>
                <a:gd name="connsiteX1" fmla="*/ 0 w 2328384"/>
                <a:gd name="connsiteY1" fmla="*/ 2344146 h 2344146"/>
                <a:gd name="connsiteX2" fmla="*/ 2328384 w 2328384"/>
                <a:gd name="connsiteY2" fmla="*/ 2250067 h 2344146"/>
                <a:gd name="connsiteX3" fmla="*/ 94077 w 2328384"/>
                <a:gd name="connsiteY3" fmla="*/ 0 h 2344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8384" h="2344146">
                  <a:moveTo>
                    <a:pt x="94077" y="0"/>
                  </a:moveTo>
                  <a:lnTo>
                    <a:pt x="0" y="2344146"/>
                  </a:lnTo>
                  <a:lnTo>
                    <a:pt x="2328384" y="2250067"/>
                  </a:lnTo>
                  <a:lnTo>
                    <a:pt x="94077" y="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0100">
                    <a:alpha val="31000"/>
                  </a:srgbClr>
                </a:gs>
                <a:gs pos="49000">
                  <a:srgbClr val="FEFFFF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12700" dir="5400000" rotWithShape="0">
                <a:srgbClr val="000000">
                  <a:alpha val="37000"/>
                </a:srgbClr>
              </a:outerShdw>
              <a:softEdge rad="3810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90935" y="417279"/>
              <a:ext cx="2321590" cy="2321590"/>
            </a:xfrm>
            <a:prstGeom prst="rect">
              <a:avLst/>
            </a:prstGeom>
            <a:gradFill flip="none" rotWithShape="1">
              <a:gsLst>
                <a:gs pos="0">
                  <a:srgbClr val="FAE148"/>
                </a:gs>
                <a:gs pos="100000">
                  <a:srgbClr val="FFEB63"/>
                </a:gs>
              </a:gsLst>
              <a:lin ang="16200000" scaled="0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456" y="436040"/>
              <a:ext cx="404704" cy="461174"/>
            </a:xfrm>
            <a:prstGeom prst="rect">
              <a:avLst/>
            </a:prstGeom>
          </p:spPr>
        </p:pic>
        <p:pic>
          <p:nvPicPr>
            <p:cNvPr id="15" name="Picture 14" descr="stickie-shadow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637932" y="2282410"/>
              <a:ext cx="404704" cy="461174"/>
            </a:xfrm>
            <a:prstGeom prst="rect">
              <a:avLst/>
            </a:prstGeom>
          </p:spPr>
        </p:pic>
      </p:grpSp>
      <p:pic>
        <p:nvPicPr>
          <p:cNvPr id="8" name="Picture 7" descr="TitleC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343346">
            <a:off x="2856203" y="2587842"/>
            <a:ext cx="5773084" cy="385081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360000">
            <a:off x="3339809" y="3015792"/>
            <a:ext cx="4847038" cy="1599722"/>
          </a:xfrm>
        </p:spPr>
        <p:txBody>
          <a:bodyPr anchor="b"/>
          <a:lstStyle>
            <a:lvl1pPr>
              <a:defRPr sz="4800">
                <a:solidFill>
                  <a:srgbClr val="000100"/>
                </a:solidFill>
                <a:effectLst>
                  <a:outerShdw blurRad="63500" sx="102000" sy="102000" algn="ctr" rotWithShape="0">
                    <a:srgbClr val="FFFFFF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360000">
            <a:off x="3200499" y="4766916"/>
            <a:ext cx="4836456" cy="1040845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0001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0520000">
            <a:off x="963292" y="5061539"/>
            <a:ext cx="1968535" cy="534991"/>
          </a:xfrm>
        </p:spPr>
        <p:txBody>
          <a:bodyPr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8ACDB3CC-F982-40F9-8DD6-BCC9AFBF44BD}" type="datetime1">
              <a:rPr lang="en-US" smtClean="0"/>
              <a:pPr/>
              <a:t>2/1/2022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0520000">
            <a:off x="647592" y="4135346"/>
            <a:ext cx="2085881" cy="835010"/>
          </a:xfrm>
        </p:spPr>
        <p:txBody>
          <a:bodyPr anchor="ctr"/>
          <a:lstStyle>
            <a:lvl1pPr algn="l">
              <a:defRPr sz="160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0520000">
            <a:off x="1981439" y="5509808"/>
            <a:ext cx="738180" cy="426607"/>
          </a:xfrm>
        </p:spPr>
        <p:txBody>
          <a:bodyPr/>
          <a:lstStyle>
            <a:lvl1pPr algn="r">
              <a:defRPr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AC5B1FEA-406A-7749-A5C3-DDCB5F67A4C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coverB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880100"/>
            <a:ext cx="9144000" cy="330200"/>
          </a:xfrm>
          <a:prstGeom prst="rect">
            <a:avLst/>
          </a:prstGeom>
          <a:effectLst>
            <a:outerShdw blurRad="63500" dist="38100" dir="5400000" algn="t" rotWithShape="0">
              <a:prstClr val="black">
                <a:alpha val="59000"/>
              </a:prst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08867-0964-49C4-9DE5-8FBB189497BC}" type="datetime1">
              <a:rPr lang="en-US" smtClean="0"/>
              <a:pPr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1FEA-406A-7749-A5C3-DDCB5F67A4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97993"/>
            <a:ext cx="8041439" cy="2097259"/>
          </a:xfrm>
        </p:spPr>
        <p:txBody>
          <a:bodyPr anchor="b"/>
          <a:lstStyle>
            <a:lvl1pPr algn="ctr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199" y="3754402"/>
            <a:ext cx="7467601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DAE5B-B07C-441A-8026-C23A427A74DC}" type="datetime1">
              <a:rPr lang="en-US" smtClean="0"/>
              <a:pPr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1FEA-406A-7749-A5C3-DDCB5F67A4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1D5B8-D9C5-419F-913D-2186935717ED}" type="datetime1">
              <a:rPr lang="en-US" smtClean="0"/>
              <a:pPr/>
              <a:t>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1FEA-406A-7749-A5C3-DDCB5F67A4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841248" y="2039112"/>
            <a:ext cx="3657600" cy="3950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039112"/>
            <a:ext cx="3657600" cy="39502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2038388"/>
            <a:ext cx="3017520" cy="5423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91091" y="2038387"/>
            <a:ext cx="3014708" cy="5423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n-lt"/>
                <a:cs typeface="Bradley Hand ITC TT-Bold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F952F-F888-4FB8-9CB7-51D5F02FA3C8}" type="datetime1">
              <a:rPr lang="en-US" smtClean="0"/>
              <a:pPr/>
              <a:t>2/1/2022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1FEA-406A-7749-A5C3-DDCB5F67A4C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reeform 22"/>
          <p:cNvSpPr>
            <a:spLocks/>
          </p:cNvSpPr>
          <p:nvPr/>
        </p:nvSpPr>
        <p:spPr bwMode="auto">
          <a:xfrm rot="20274567">
            <a:off x="3933637" y="4281002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548461" y="537763"/>
                </a:moveTo>
                <a:lnTo>
                  <a:pt x="548461" y="537763"/>
                </a:lnTo>
                <a:lnTo>
                  <a:pt x="548461" y="537763"/>
                </a:lnTo>
                <a:close/>
                <a:moveTo>
                  <a:pt x="547489" y="536791"/>
                </a:moveTo>
                <a:lnTo>
                  <a:pt x="548461" y="537763"/>
                </a:lnTo>
                <a:lnTo>
                  <a:pt x="546516" y="536791"/>
                </a:lnTo>
                <a:lnTo>
                  <a:pt x="544572" y="535818"/>
                </a:lnTo>
                <a:close/>
                <a:moveTo>
                  <a:pt x="338413" y="443436"/>
                </a:moveTo>
                <a:lnTo>
                  <a:pt x="340357" y="444408"/>
                </a:lnTo>
                <a:lnTo>
                  <a:pt x="339385" y="444408"/>
                </a:lnTo>
                <a:close/>
                <a:moveTo>
                  <a:pt x="337440" y="442463"/>
                </a:moveTo>
                <a:lnTo>
                  <a:pt x="338413" y="443436"/>
                </a:lnTo>
                <a:lnTo>
                  <a:pt x="338412" y="443436"/>
                </a:lnTo>
                <a:close/>
                <a:moveTo>
                  <a:pt x="334522" y="440518"/>
                </a:moveTo>
                <a:lnTo>
                  <a:pt x="334523" y="441491"/>
                </a:lnTo>
                <a:lnTo>
                  <a:pt x="333550" y="441491"/>
                </a:lnTo>
                <a:lnTo>
                  <a:pt x="331605" y="439546"/>
                </a:lnTo>
                <a:close/>
                <a:moveTo>
                  <a:pt x="644733" y="565964"/>
                </a:moveTo>
                <a:lnTo>
                  <a:pt x="642788" y="565964"/>
                </a:lnTo>
                <a:lnTo>
                  <a:pt x="641816" y="565964"/>
                </a:lnTo>
                <a:lnTo>
                  <a:pt x="641816" y="565964"/>
                </a:lnTo>
                <a:close/>
                <a:moveTo>
                  <a:pt x="457051" y="488168"/>
                </a:moveTo>
                <a:lnTo>
                  <a:pt x="458996" y="489140"/>
                </a:lnTo>
                <a:lnTo>
                  <a:pt x="458993" y="489139"/>
                </a:lnTo>
                <a:close/>
                <a:moveTo>
                  <a:pt x="243112" y="383144"/>
                </a:moveTo>
                <a:lnTo>
                  <a:pt x="244085" y="384117"/>
                </a:lnTo>
                <a:lnTo>
                  <a:pt x="244085" y="384117"/>
                </a:lnTo>
                <a:close/>
                <a:moveTo>
                  <a:pt x="781848" y="599027"/>
                </a:moveTo>
                <a:lnTo>
                  <a:pt x="781848" y="599027"/>
                </a:lnTo>
                <a:lnTo>
                  <a:pt x="780876" y="599027"/>
                </a:lnTo>
                <a:close/>
                <a:moveTo>
                  <a:pt x="242140" y="366612"/>
                </a:moveTo>
                <a:lnTo>
                  <a:pt x="244085" y="368557"/>
                </a:lnTo>
                <a:lnTo>
                  <a:pt x="241797" y="366956"/>
                </a:lnTo>
                <a:close/>
                <a:moveTo>
                  <a:pt x="141978" y="301458"/>
                </a:moveTo>
                <a:lnTo>
                  <a:pt x="141978" y="301459"/>
                </a:lnTo>
                <a:lnTo>
                  <a:pt x="141977" y="301459"/>
                </a:lnTo>
                <a:close/>
                <a:moveTo>
                  <a:pt x="142950" y="301458"/>
                </a:moveTo>
                <a:lnTo>
                  <a:pt x="142950" y="302430"/>
                </a:lnTo>
                <a:lnTo>
                  <a:pt x="141978" y="301459"/>
                </a:lnTo>
                <a:close/>
                <a:moveTo>
                  <a:pt x="979256" y="620421"/>
                </a:moveTo>
                <a:lnTo>
                  <a:pt x="979165" y="620512"/>
                </a:lnTo>
                <a:lnTo>
                  <a:pt x="978283" y="620421"/>
                </a:lnTo>
                <a:close/>
                <a:moveTo>
                  <a:pt x="93355" y="247974"/>
                </a:moveTo>
                <a:lnTo>
                  <a:pt x="94328" y="248946"/>
                </a:lnTo>
                <a:lnTo>
                  <a:pt x="94328" y="249919"/>
                </a:lnTo>
                <a:close/>
                <a:moveTo>
                  <a:pt x="1075528" y="637925"/>
                </a:moveTo>
                <a:lnTo>
                  <a:pt x="1075528" y="637925"/>
                </a:lnTo>
                <a:lnTo>
                  <a:pt x="1074555" y="637925"/>
                </a:lnTo>
                <a:close/>
                <a:moveTo>
                  <a:pt x="47650" y="177958"/>
                </a:moveTo>
                <a:lnTo>
                  <a:pt x="49595" y="178930"/>
                </a:lnTo>
                <a:lnTo>
                  <a:pt x="49595" y="180875"/>
                </a:lnTo>
                <a:lnTo>
                  <a:pt x="51540" y="183792"/>
                </a:lnTo>
                <a:lnTo>
                  <a:pt x="50568" y="184764"/>
                </a:lnTo>
                <a:lnTo>
                  <a:pt x="49595" y="184765"/>
                </a:lnTo>
                <a:lnTo>
                  <a:pt x="48623" y="183792"/>
                </a:lnTo>
                <a:lnTo>
                  <a:pt x="46678" y="182820"/>
                </a:lnTo>
                <a:lnTo>
                  <a:pt x="45705" y="179903"/>
                </a:lnTo>
                <a:lnTo>
                  <a:pt x="46678" y="179902"/>
                </a:lnTo>
                <a:lnTo>
                  <a:pt x="46678" y="178930"/>
                </a:lnTo>
                <a:close/>
                <a:moveTo>
                  <a:pt x="35008" y="156564"/>
                </a:moveTo>
                <a:lnTo>
                  <a:pt x="36953" y="159157"/>
                </a:lnTo>
                <a:lnTo>
                  <a:pt x="36953" y="159481"/>
                </a:lnTo>
                <a:close/>
                <a:moveTo>
                  <a:pt x="25284" y="133225"/>
                </a:moveTo>
                <a:lnTo>
                  <a:pt x="28201" y="141005"/>
                </a:lnTo>
                <a:lnTo>
                  <a:pt x="30146" y="144894"/>
                </a:lnTo>
                <a:lnTo>
                  <a:pt x="33063" y="147811"/>
                </a:lnTo>
                <a:lnTo>
                  <a:pt x="33063" y="146839"/>
                </a:lnTo>
                <a:lnTo>
                  <a:pt x="34036" y="148784"/>
                </a:lnTo>
                <a:lnTo>
                  <a:pt x="35008" y="151701"/>
                </a:lnTo>
                <a:lnTo>
                  <a:pt x="34036" y="149756"/>
                </a:lnTo>
                <a:lnTo>
                  <a:pt x="33064" y="148784"/>
                </a:lnTo>
                <a:lnTo>
                  <a:pt x="32091" y="149756"/>
                </a:lnTo>
                <a:lnTo>
                  <a:pt x="25284" y="137114"/>
                </a:lnTo>
                <a:lnTo>
                  <a:pt x="26256" y="137115"/>
                </a:lnTo>
                <a:lnTo>
                  <a:pt x="25284" y="136142"/>
                </a:lnTo>
                <a:close/>
                <a:moveTo>
                  <a:pt x="1277796" y="622366"/>
                </a:moveTo>
                <a:lnTo>
                  <a:pt x="1283631" y="625284"/>
                </a:lnTo>
                <a:lnTo>
                  <a:pt x="1285576" y="628201"/>
                </a:lnTo>
                <a:lnTo>
                  <a:pt x="1287521" y="630146"/>
                </a:lnTo>
                <a:lnTo>
                  <a:pt x="1288494" y="634036"/>
                </a:lnTo>
                <a:lnTo>
                  <a:pt x="1287521" y="637926"/>
                </a:lnTo>
                <a:lnTo>
                  <a:pt x="1285576" y="642788"/>
                </a:lnTo>
                <a:lnTo>
                  <a:pt x="1282659" y="646677"/>
                </a:lnTo>
                <a:lnTo>
                  <a:pt x="1277797" y="650567"/>
                </a:lnTo>
                <a:lnTo>
                  <a:pt x="1271962" y="654457"/>
                </a:lnTo>
                <a:lnTo>
                  <a:pt x="1264183" y="658347"/>
                </a:lnTo>
                <a:lnTo>
                  <a:pt x="1255431" y="662237"/>
                </a:lnTo>
                <a:lnTo>
                  <a:pt x="1235982" y="670016"/>
                </a:lnTo>
                <a:lnTo>
                  <a:pt x="1215560" y="676824"/>
                </a:lnTo>
                <a:lnTo>
                  <a:pt x="1207780" y="680713"/>
                </a:lnTo>
                <a:lnTo>
                  <a:pt x="1199028" y="685575"/>
                </a:lnTo>
                <a:lnTo>
                  <a:pt x="1179579" y="698217"/>
                </a:lnTo>
                <a:lnTo>
                  <a:pt x="1146516" y="722528"/>
                </a:lnTo>
                <a:lnTo>
                  <a:pt x="1140681" y="722529"/>
                </a:lnTo>
                <a:lnTo>
                  <a:pt x="1137764" y="721556"/>
                </a:lnTo>
                <a:lnTo>
                  <a:pt x="1129985" y="714748"/>
                </a:lnTo>
                <a:lnTo>
                  <a:pt x="1137764" y="708914"/>
                </a:lnTo>
                <a:lnTo>
                  <a:pt x="1146516" y="703079"/>
                </a:lnTo>
                <a:lnTo>
                  <a:pt x="1156241" y="696273"/>
                </a:lnTo>
                <a:lnTo>
                  <a:pt x="1168883" y="690437"/>
                </a:lnTo>
                <a:lnTo>
                  <a:pt x="1209726" y="669044"/>
                </a:lnTo>
                <a:lnTo>
                  <a:pt x="1220422" y="662237"/>
                </a:lnTo>
                <a:lnTo>
                  <a:pt x="1229174" y="655429"/>
                </a:lnTo>
                <a:lnTo>
                  <a:pt x="1237926" y="647649"/>
                </a:lnTo>
                <a:lnTo>
                  <a:pt x="1243761" y="639870"/>
                </a:lnTo>
                <a:lnTo>
                  <a:pt x="1243761" y="639870"/>
                </a:lnTo>
                <a:lnTo>
                  <a:pt x="1245706" y="638898"/>
                </a:lnTo>
                <a:lnTo>
                  <a:pt x="1243275" y="638898"/>
                </a:lnTo>
                <a:lnTo>
                  <a:pt x="1242789" y="637925"/>
                </a:lnTo>
                <a:lnTo>
                  <a:pt x="1240844" y="635981"/>
                </a:lnTo>
                <a:lnTo>
                  <a:pt x="1237926" y="634036"/>
                </a:lnTo>
                <a:lnTo>
                  <a:pt x="1226257" y="630145"/>
                </a:lnTo>
                <a:lnTo>
                  <a:pt x="1207780" y="625284"/>
                </a:lnTo>
                <a:lnTo>
                  <a:pt x="1182496" y="620421"/>
                </a:lnTo>
                <a:lnTo>
                  <a:pt x="1113453" y="607780"/>
                </a:lnTo>
                <a:lnTo>
                  <a:pt x="1074555" y="600000"/>
                </a:lnTo>
                <a:lnTo>
                  <a:pt x="1060940" y="596110"/>
                </a:lnTo>
                <a:lnTo>
                  <a:pt x="1048299" y="592221"/>
                </a:lnTo>
                <a:lnTo>
                  <a:pt x="1036630" y="587358"/>
                </a:lnTo>
                <a:lnTo>
                  <a:pt x="1027877" y="583469"/>
                </a:lnTo>
                <a:lnTo>
                  <a:pt x="1020098" y="579579"/>
                </a:lnTo>
                <a:lnTo>
                  <a:pt x="1014263" y="574716"/>
                </a:lnTo>
                <a:lnTo>
                  <a:pt x="1009401" y="569854"/>
                </a:lnTo>
                <a:lnTo>
                  <a:pt x="1006483" y="564992"/>
                </a:lnTo>
                <a:lnTo>
                  <a:pt x="1002594" y="554295"/>
                </a:lnTo>
                <a:lnTo>
                  <a:pt x="1030795" y="566937"/>
                </a:lnTo>
                <a:lnTo>
                  <a:pt x="1058996" y="577634"/>
                </a:lnTo>
                <a:lnTo>
                  <a:pt x="1087197" y="587358"/>
                </a:lnTo>
                <a:lnTo>
                  <a:pt x="1116371" y="596110"/>
                </a:lnTo>
                <a:lnTo>
                  <a:pt x="1145544" y="602917"/>
                </a:lnTo>
                <a:lnTo>
                  <a:pt x="1174717" y="609725"/>
                </a:lnTo>
                <a:lnTo>
                  <a:pt x="1204863" y="614587"/>
                </a:lnTo>
                <a:lnTo>
                  <a:pt x="1234036" y="618476"/>
                </a:lnTo>
                <a:lnTo>
                  <a:pt x="1248623" y="618476"/>
                </a:lnTo>
                <a:lnTo>
                  <a:pt x="1260293" y="619449"/>
                </a:lnTo>
                <a:lnTo>
                  <a:pt x="1270017" y="620422"/>
                </a:lnTo>
                <a:close/>
                <a:moveTo>
                  <a:pt x="13614" y="101134"/>
                </a:moveTo>
                <a:lnTo>
                  <a:pt x="15560" y="104051"/>
                </a:lnTo>
                <a:lnTo>
                  <a:pt x="16532" y="104052"/>
                </a:lnTo>
                <a:lnTo>
                  <a:pt x="15559" y="105024"/>
                </a:lnTo>
                <a:lnTo>
                  <a:pt x="16532" y="109886"/>
                </a:lnTo>
                <a:lnTo>
                  <a:pt x="16532" y="110859"/>
                </a:lnTo>
                <a:lnTo>
                  <a:pt x="15559" y="110858"/>
                </a:lnTo>
                <a:lnTo>
                  <a:pt x="14587" y="108913"/>
                </a:lnTo>
                <a:lnTo>
                  <a:pt x="15559" y="108913"/>
                </a:lnTo>
                <a:lnTo>
                  <a:pt x="15559" y="106969"/>
                </a:lnTo>
                <a:lnTo>
                  <a:pt x="14587" y="105024"/>
                </a:lnTo>
                <a:lnTo>
                  <a:pt x="14587" y="103079"/>
                </a:lnTo>
                <a:close/>
                <a:moveTo>
                  <a:pt x="5835" y="22366"/>
                </a:moveTo>
                <a:lnTo>
                  <a:pt x="5835" y="23338"/>
                </a:lnTo>
                <a:lnTo>
                  <a:pt x="5658" y="22542"/>
                </a:lnTo>
                <a:close/>
                <a:moveTo>
                  <a:pt x="3890" y="14586"/>
                </a:moveTo>
                <a:lnTo>
                  <a:pt x="4862" y="15559"/>
                </a:lnTo>
                <a:lnTo>
                  <a:pt x="4862" y="18476"/>
                </a:lnTo>
                <a:lnTo>
                  <a:pt x="4668" y="18087"/>
                </a:lnTo>
                <a:close/>
                <a:moveTo>
                  <a:pt x="1884" y="3039"/>
                </a:move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5" y="8751"/>
                </a:lnTo>
                <a:lnTo>
                  <a:pt x="1945" y="13613"/>
                </a:lnTo>
                <a:lnTo>
                  <a:pt x="2917" y="13613"/>
                </a:lnTo>
                <a:lnTo>
                  <a:pt x="2917" y="14586"/>
                </a:lnTo>
                <a:lnTo>
                  <a:pt x="4668" y="18087"/>
                </a:lnTo>
                <a:lnTo>
                  <a:pt x="5658" y="22542"/>
                </a:lnTo>
                <a:lnTo>
                  <a:pt x="4862" y="23338"/>
                </a:lnTo>
                <a:lnTo>
                  <a:pt x="4862" y="24310"/>
                </a:lnTo>
                <a:lnTo>
                  <a:pt x="5835" y="25283"/>
                </a:lnTo>
                <a:lnTo>
                  <a:pt x="6807" y="27228"/>
                </a:lnTo>
                <a:lnTo>
                  <a:pt x="7780" y="34035"/>
                </a:lnTo>
                <a:lnTo>
                  <a:pt x="7780" y="36952"/>
                </a:lnTo>
                <a:lnTo>
                  <a:pt x="8752" y="40842"/>
                </a:lnTo>
                <a:lnTo>
                  <a:pt x="9725" y="44732"/>
                </a:lnTo>
                <a:lnTo>
                  <a:pt x="9724" y="48622"/>
                </a:lnTo>
                <a:lnTo>
                  <a:pt x="7780" y="44732"/>
                </a:lnTo>
                <a:lnTo>
                  <a:pt x="5835" y="40842"/>
                </a:lnTo>
                <a:lnTo>
                  <a:pt x="6807" y="48622"/>
                </a:lnTo>
                <a:lnTo>
                  <a:pt x="8752" y="50567"/>
                </a:lnTo>
                <a:lnTo>
                  <a:pt x="10697" y="55429"/>
                </a:lnTo>
                <a:lnTo>
                  <a:pt x="10697" y="56401"/>
                </a:lnTo>
                <a:lnTo>
                  <a:pt x="12642" y="60291"/>
                </a:lnTo>
                <a:lnTo>
                  <a:pt x="13614" y="62236"/>
                </a:lnTo>
                <a:lnTo>
                  <a:pt x="14587" y="65153"/>
                </a:lnTo>
                <a:lnTo>
                  <a:pt x="17504" y="79740"/>
                </a:lnTo>
                <a:lnTo>
                  <a:pt x="20422" y="91410"/>
                </a:lnTo>
                <a:lnTo>
                  <a:pt x="19449" y="92382"/>
                </a:lnTo>
                <a:lnTo>
                  <a:pt x="22367" y="96271"/>
                </a:lnTo>
                <a:lnTo>
                  <a:pt x="23339" y="100162"/>
                </a:lnTo>
                <a:lnTo>
                  <a:pt x="27229" y="109886"/>
                </a:lnTo>
                <a:lnTo>
                  <a:pt x="29174" y="116693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1" y="133225"/>
                </a:lnTo>
                <a:lnTo>
                  <a:pt x="41816" y="144894"/>
                </a:lnTo>
                <a:lnTo>
                  <a:pt x="47650" y="154619"/>
                </a:lnTo>
                <a:lnTo>
                  <a:pt x="58347" y="176013"/>
                </a:lnTo>
                <a:lnTo>
                  <a:pt x="56402" y="174068"/>
                </a:lnTo>
                <a:lnTo>
                  <a:pt x="57375" y="176012"/>
                </a:lnTo>
                <a:lnTo>
                  <a:pt x="57375" y="176985"/>
                </a:lnTo>
                <a:lnTo>
                  <a:pt x="57374" y="177957"/>
                </a:lnTo>
                <a:lnTo>
                  <a:pt x="58347" y="178930"/>
                </a:lnTo>
                <a:lnTo>
                  <a:pt x="58347" y="177957"/>
                </a:lnTo>
                <a:lnTo>
                  <a:pt x="59319" y="179902"/>
                </a:lnTo>
                <a:lnTo>
                  <a:pt x="63209" y="183792"/>
                </a:lnTo>
                <a:lnTo>
                  <a:pt x="66127" y="188654"/>
                </a:lnTo>
                <a:lnTo>
                  <a:pt x="70017" y="194489"/>
                </a:lnTo>
                <a:lnTo>
                  <a:pt x="76824" y="203241"/>
                </a:lnTo>
                <a:lnTo>
                  <a:pt x="76823" y="204213"/>
                </a:lnTo>
                <a:lnTo>
                  <a:pt x="79741" y="208103"/>
                </a:lnTo>
                <a:lnTo>
                  <a:pt x="83631" y="212966"/>
                </a:lnTo>
                <a:lnTo>
                  <a:pt x="90438" y="223662"/>
                </a:lnTo>
                <a:lnTo>
                  <a:pt x="90438" y="225607"/>
                </a:lnTo>
                <a:lnTo>
                  <a:pt x="92383" y="228525"/>
                </a:lnTo>
                <a:lnTo>
                  <a:pt x="97245" y="232415"/>
                </a:lnTo>
                <a:lnTo>
                  <a:pt x="102107" y="238249"/>
                </a:lnTo>
                <a:lnTo>
                  <a:pt x="113776" y="251863"/>
                </a:lnTo>
                <a:lnTo>
                  <a:pt x="133226" y="272285"/>
                </a:lnTo>
                <a:lnTo>
                  <a:pt x="142950" y="282982"/>
                </a:lnTo>
                <a:lnTo>
                  <a:pt x="153647" y="292707"/>
                </a:lnTo>
                <a:lnTo>
                  <a:pt x="153647" y="294651"/>
                </a:lnTo>
                <a:lnTo>
                  <a:pt x="165316" y="303403"/>
                </a:lnTo>
                <a:lnTo>
                  <a:pt x="176013" y="314100"/>
                </a:lnTo>
                <a:lnTo>
                  <a:pt x="187683" y="323824"/>
                </a:lnTo>
                <a:lnTo>
                  <a:pt x="197407" y="332577"/>
                </a:lnTo>
                <a:lnTo>
                  <a:pt x="195462" y="332576"/>
                </a:lnTo>
                <a:lnTo>
                  <a:pt x="201297" y="337439"/>
                </a:lnTo>
                <a:lnTo>
                  <a:pt x="203242" y="338411"/>
                </a:lnTo>
                <a:lnTo>
                  <a:pt x="204214" y="338411"/>
                </a:lnTo>
                <a:lnTo>
                  <a:pt x="204214" y="337439"/>
                </a:lnTo>
                <a:lnTo>
                  <a:pt x="211021" y="343273"/>
                </a:lnTo>
                <a:lnTo>
                  <a:pt x="213939" y="346191"/>
                </a:lnTo>
                <a:lnTo>
                  <a:pt x="215883" y="348136"/>
                </a:lnTo>
                <a:lnTo>
                  <a:pt x="220746" y="352026"/>
                </a:lnTo>
                <a:lnTo>
                  <a:pt x="225608" y="353970"/>
                </a:lnTo>
                <a:lnTo>
                  <a:pt x="234360" y="361750"/>
                </a:lnTo>
                <a:lnTo>
                  <a:pt x="241797" y="366956"/>
                </a:lnTo>
                <a:lnTo>
                  <a:pt x="241167" y="367584"/>
                </a:lnTo>
                <a:lnTo>
                  <a:pt x="243112" y="368557"/>
                </a:lnTo>
                <a:lnTo>
                  <a:pt x="248947" y="373420"/>
                </a:lnTo>
                <a:lnTo>
                  <a:pt x="250892" y="374392"/>
                </a:lnTo>
                <a:lnTo>
                  <a:pt x="251864" y="374392"/>
                </a:lnTo>
                <a:lnTo>
                  <a:pt x="251864" y="373419"/>
                </a:lnTo>
                <a:lnTo>
                  <a:pt x="257699" y="378282"/>
                </a:lnTo>
                <a:lnTo>
                  <a:pt x="265479" y="383144"/>
                </a:lnTo>
                <a:lnTo>
                  <a:pt x="273258" y="388006"/>
                </a:lnTo>
                <a:lnTo>
                  <a:pt x="279093" y="392869"/>
                </a:lnTo>
                <a:lnTo>
                  <a:pt x="280065" y="392868"/>
                </a:lnTo>
                <a:lnTo>
                  <a:pt x="282010" y="393841"/>
                </a:lnTo>
                <a:lnTo>
                  <a:pt x="293679" y="401621"/>
                </a:lnTo>
                <a:lnTo>
                  <a:pt x="299514" y="404538"/>
                </a:lnTo>
                <a:lnTo>
                  <a:pt x="304376" y="407455"/>
                </a:lnTo>
                <a:lnTo>
                  <a:pt x="304377" y="408428"/>
                </a:lnTo>
                <a:lnTo>
                  <a:pt x="303404" y="408427"/>
                </a:lnTo>
                <a:lnTo>
                  <a:pt x="305349" y="409400"/>
                </a:lnTo>
                <a:lnTo>
                  <a:pt x="306321" y="409400"/>
                </a:lnTo>
                <a:lnTo>
                  <a:pt x="308266" y="409400"/>
                </a:lnTo>
                <a:lnTo>
                  <a:pt x="317991" y="415235"/>
                </a:lnTo>
                <a:lnTo>
                  <a:pt x="326743" y="421069"/>
                </a:lnTo>
                <a:lnTo>
                  <a:pt x="335495" y="427876"/>
                </a:lnTo>
                <a:lnTo>
                  <a:pt x="345219" y="432738"/>
                </a:lnTo>
                <a:lnTo>
                  <a:pt x="408428" y="464829"/>
                </a:lnTo>
                <a:lnTo>
                  <a:pt x="408429" y="465802"/>
                </a:lnTo>
                <a:lnTo>
                  <a:pt x="414263" y="467747"/>
                </a:lnTo>
                <a:lnTo>
                  <a:pt x="420098" y="470664"/>
                </a:lnTo>
                <a:lnTo>
                  <a:pt x="424960" y="473582"/>
                </a:lnTo>
                <a:lnTo>
                  <a:pt x="430795" y="475527"/>
                </a:lnTo>
                <a:lnTo>
                  <a:pt x="433712" y="477472"/>
                </a:lnTo>
                <a:lnTo>
                  <a:pt x="435657" y="477471"/>
                </a:lnTo>
                <a:lnTo>
                  <a:pt x="435657" y="478444"/>
                </a:lnTo>
                <a:lnTo>
                  <a:pt x="440519" y="480389"/>
                </a:lnTo>
                <a:lnTo>
                  <a:pt x="446354" y="483306"/>
                </a:lnTo>
                <a:lnTo>
                  <a:pt x="452189" y="486223"/>
                </a:lnTo>
                <a:lnTo>
                  <a:pt x="458993" y="489139"/>
                </a:lnTo>
                <a:lnTo>
                  <a:pt x="462885" y="491085"/>
                </a:lnTo>
                <a:lnTo>
                  <a:pt x="468720" y="493031"/>
                </a:lnTo>
                <a:lnTo>
                  <a:pt x="481362" y="498865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7" y="499837"/>
                </a:lnTo>
                <a:lnTo>
                  <a:pt x="486225" y="500810"/>
                </a:lnTo>
                <a:lnTo>
                  <a:pt x="487197" y="502755"/>
                </a:lnTo>
                <a:lnTo>
                  <a:pt x="489142" y="502755"/>
                </a:lnTo>
                <a:lnTo>
                  <a:pt x="488169" y="501782"/>
                </a:lnTo>
                <a:lnTo>
                  <a:pt x="502756" y="508590"/>
                </a:lnTo>
                <a:lnTo>
                  <a:pt x="517343" y="513452"/>
                </a:lnTo>
                <a:lnTo>
                  <a:pt x="548461" y="524149"/>
                </a:lnTo>
                <a:lnTo>
                  <a:pt x="554296" y="527066"/>
                </a:lnTo>
                <a:lnTo>
                  <a:pt x="555268" y="528039"/>
                </a:lnTo>
                <a:lnTo>
                  <a:pt x="555268" y="529011"/>
                </a:lnTo>
                <a:lnTo>
                  <a:pt x="560130" y="529984"/>
                </a:lnTo>
                <a:lnTo>
                  <a:pt x="561103" y="529984"/>
                </a:lnTo>
                <a:lnTo>
                  <a:pt x="564020" y="530956"/>
                </a:lnTo>
                <a:lnTo>
                  <a:pt x="565965" y="532901"/>
                </a:lnTo>
                <a:lnTo>
                  <a:pt x="567910" y="533873"/>
                </a:lnTo>
                <a:lnTo>
                  <a:pt x="570827" y="534846"/>
                </a:lnTo>
                <a:lnTo>
                  <a:pt x="570827" y="533873"/>
                </a:lnTo>
                <a:lnTo>
                  <a:pt x="571800" y="533873"/>
                </a:lnTo>
                <a:lnTo>
                  <a:pt x="573745" y="533873"/>
                </a:lnTo>
                <a:lnTo>
                  <a:pt x="582497" y="538735"/>
                </a:lnTo>
                <a:lnTo>
                  <a:pt x="586386" y="539708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4" y="542625"/>
                </a:lnTo>
                <a:lnTo>
                  <a:pt x="603891" y="544570"/>
                </a:lnTo>
                <a:lnTo>
                  <a:pt x="609725" y="546515"/>
                </a:lnTo>
                <a:lnTo>
                  <a:pt x="615560" y="546515"/>
                </a:lnTo>
                <a:lnTo>
                  <a:pt x="650568" y="556239"/>
                </a:lnTo>
                <a:lnTo>
                  <a:pt x="684604" y="565964"/>
                </a:lnTo>
                <a:lnTo>
                  <a:pt x="752675" y="581523"/>
                </a:lnTo>
                <a:lnTo>
                  <a:pt x="786711" y="589303"/>
                </a:lnTo>
                <a:lnTo>
                  <a:pt x="819774" y="596110"/>
                </a:lnTo>
                <a:lnTo>
                  <a:pt x="888818" y="608752"/>
                </a:lnTo>
                <a:lnTo>
                  <a:pt x="899515" y="611669"/>
                </a:lnTo>
                <a:lnTo>
                  <a:pt x="912157" y="613614"/>
                </a:lnTo>
                <a:lnTo>
                  <a:pt x="911184" y="613614"/>
                </a:lnTo>
                <a:lnTo>
                  <a:pt x="913129" y="613614"/>
                </a:lnTo>
                <a:lnTo>
                  <a:pt x="916046" y="613614"/>
                </a:lnTo>
                <a:lnTo>
                  <a:pt x="918964" y="613614"/>
                </a:lnTo>
                <a:lnTo>
                  <a:pt x="921881" y="613614"/>
                </a:lnTo>
                <a:lnTo>
                  <a:pt x="946193" y="617504"/>
                </a:lnTo>
                <a:lnTo>
                  <a:pt x="972448" y="620421"/>
                </a:lnTo>
                <a:lnTo>
                  <a:pt x="969531" y="620421"/>
                </a:lnTo>
                <a:lnTo>
                  <a:pt x="969531" y="621394"/>
                </a:lnTo>
                <a:lnTo>
                  <a:pt x="971476" y="621394"/>
                </a:lnTo>
                <a:lnTo>
                  <a:pt x="975366" y="620421"/>
                </a:lnTo>
                <a:lnTo>
                  <a:pt x="975366" y="621393"/>
                </a:lnTo>
                <a:lnTo>
                  <a:pt x="978283" y="621394"/>
                </a:lnTo>
                <a:lnTo>
                  <a:pt x="979165" y="620512"/>
                </a:lnTo>
                <a:lnTo>
                  <a:pt x="1044409" y="627228"/>
                </a:lnTo>
                <a:lnTo>
                  <a:pt x="1077472" y="631118"/>
                </a:lnTo>
                <a:lnTo>
                  <a:pt x="1110536" y="633063"/>
                </a:lnTo>
                <a:lnTo>
                  <a:pt x="1119288" y="634036"/>
                </a:lnTo>
                <a:lnTo>
                  <a:pt x="1129013" y="634035"/>
                </a:lnTo>
                <a:lnTo>
                  <a:pt x="1147489" y="635008"/>
                </a:lnTo>
                <a:lnTo>
                  <a:pt x="1171801" y="636953"/>
                </a:lnTo>
                <a:lnTo>
                  <a:pt x="1196111" y="638897"/>
                </a:lnTo>
                <a:lnTo>
                  <a:pt x="1220423" y="638898"/>
                </a:lnTo>
                <a:lnTo>
                  <a:pt x="1243275" y="638898"/>
                </a:lnTo>
                <a:lnTo>
                  <a:pt x="1243761" y="639870"/>
                </a:lnTo>
                <a:lnTo>
                  <a:pt x="1241817" y="640842"/>
                </a:lnTo>
                <a:lnTo>
                  <a:pt x="1235982" y="642788"/>
                </a:lnTo>
                <a:lnTo>
                  <a:pt x="1227230" y="643760"/>
                </a:lnTo>
                <a:lnTo>
                  <a:pt x="1212643" y="644732"/>
                </a:lnTo>
                <a:lnTo>
                  <a:pt x="1197084" y="644732"/>
                </a:lnTo>
                <a:lnTo>
                  <a:pt x="1180552" y="644732"/>
                </a:lnTo>
                <a:lnTo>
                  <a:pt x="1164993" y="644732"/>
                </a:lnTo>
                <a:lnTo>
                  <a:pt x="1164021" y="644732"/>
                </a:lnTo>
                <a:lnTo>
                  <a:pt x="1164021" y="643760"/>
                </a:lnTo>
                <a:lnTo>
                  <a:pt x="1163048" y="642788"/>
                </a:lnTo>
                <a:lnTo>
                  <a:pt x="1161103" y="642788"/>
                </a:lnTo>
                <a:lnTo>
                  <a:pt x="1144571" y="643760"/>
                </a:lnTo>
                <a:lnTo>
                  <a:pt x="1126095" y="642788"/>
                </a:lnTo>
                <a:lnTo>
                  <a:pt x="1106646" y="640843"/>
                </a:lnTo>
                <a:lnTo>
                  <a:pt x="1088170" y="637926"/>
                </a:lnTo>
                <a:lnTo>
                  <a:pt x="1089142" y="637925"/>
                </a:lnTo>
                <a:lnTo>
                  <a:pt x="1082335" y="637926"/>
                </a:lnTo>
                <a:lnTo>
                  <a:pt x="1075528" y="637925"/>
                </a:lnTo>
                <a:lnTo>
                  <a:pt x="1075528" y="636953"/>
                </a:lnTo>
                <a:lnTo>
                  <a:pt x="1073583" y="636953"/>
                </a:lnTo>
                <a:lnTo>
                  <a:pt x="1069693" y="636953"/>
                </a:lnTo>
                <a:lnTo>
                  <a:pt x="1064831" y="637926"/>
                </a:lnTo>
                <a:lnTo>
                  <a:pt x="1062886" y="636953"/>
                </a:lnTo>
                <a:lnTo>
                  <a:pt x="1060942" y="635981"/>
                </a:lnTo>
                <a:lnTo>
                  <a:pt x="1058024" y="636953"/>
                </a:lnTo>
                <a:lnTo>
                  <a:pt x="1051217" y="636953"/>
                </a:lnTo>
                <a:lnTo>
                  <a:pt x="1044409" y="636953"/>
                </a:lnTo>
                <a:lnTo>
                  <a:pt x="1036630" y="635980"/>
                </a:lnTo>
                <a:lnTo>
                  <a:pt x="1028850" y="635008"/>
                </a:lnTo>
                <a:lnTo>
                  <a:pt x="1029823" y="635008"/>
                </a:lnTo>
                <a:lnTo>
                  <a:pt x="1017181" y="634036"/>
                </a:lnTo>
                <a:lnTo>
                  <a:pt x="1002594" y="633063"/>
                </a:lnTo>
                <a:lnTo>
                  <a:pt x="974393" y="631118"/>
                </a:lnTo>
                <a:lnTo>
                  <a:pt x="975366" y="630146"/>
                </a:lnTo>
                <a:lnTo>
                  <a:pt x="975365" y="629173"/>
                </a:lnTo>
                <a:lnTo>
                  <a:pt x="973421" y="630146"/>
                </a:lnTo>
                <a:lnTo>
                  <a:pt x="970504" y="630146"/>
                </a:lnTo>
                <a:lnTo>
                  <a:pt x="963696" y="630145"/>
                </a:lnTo>
                <a:lnTo>
                  <a:pt x="960779" y="629173"/>
                </a:lnTo>
                <a:lnTo>
                  <a:pt x="957862" y="629173"/>
                </a:lnTo>
                <a:lnTo>
                  <a:pt x="953972" y="629173"/>
                </a:lnTo>
                <a:lnTo>
                  <a:pt x="949111" y="628201"/>
                </a:lnTo>
                <a:lnTo>
                  <a:pt x="950082" y="628201"/>
                </a:lnTo>
                <a:lnTo>
                  <a:pt x="949110" y="628201"/>
                </a:lnTo>
                <a:lnTo>
                  <a:pt x="949111" y="628201"/>
                </a:lnTo>
                <a:lnTo>
                  <a:pt x="947165" y="628201"/>
                </a:lnTo>
                <a:lnTo>
                  <a:pt x="944247" y="628201"/>
                </a:lnTo>
                <a:lnTo>
                  <a:pt x="942303" y="627228"/>
                </a:lnTo>
                <a:lnTo>
                  <a:pt x="940358" y="628201"/>
                </a:lnTo>
                <a:lnTo>
                  <a:pt x="937441" y="626256"/>
                </a:lnTo>
                <a:lnTo>
                  <a:pt x="935496" y="627228"/>
                </a:lnTo>
                <a:lnTo>
                  <a:pt x="933550" y="626256"/>
                </a:lnTo>
                <a:lnTo>
                  <a:pt x="930633" y="625283"/>
                </a:lnTo>
                <a:lnTo>
                  <a:pt x="927716" y="625283"/>
                </a:lnTo>
                <a:lnTo>
                  <a:pt x="923826" y="625283"/>
                </a:lnTo>
                <a:lnTo>
                  <a:pt x="919936" y="624311"/>
                </a:lnTo>
                <a:lnTo>
                  <a:pt x="911184" y="622366"/>
                </a:lnTo>
                <a:lnTo>
                  <a:pt x="909239" y="622366"/>
                </a:lnTo>
                <a:lnTo>
                  <a:pt x="908267" y="623339"/>
                </a:lnTo>
                <a:lnTo>
                  <a:pt x="908267" y="622366"/>
                </a:lnTo>
                <a:lnTo>
                  <a:pt x="910212" y="622366"/>
                </a:lnTo>
                <a:lnTo>
                  <a:pt x="912157" y="622366"/>
                </a:lnTo>
                <a:lnTo>
                  <a:pt x="911184" y="621394"/>
                </a:lnTo>
                <a:lnTo>
                  <a:pt x="893680" y="619449"/>
                </a:lnTo>
                <a:lnTo>
                  <a:pt x="875204" y="617504"/>
                </a:lnTo>
                <a:lnTo>
                  <a:pt x="840196" y="610697"/>
                </a:lnTo>
                <a:lnTo>
                  <a:pt x="836306" y="609725"/>
                </a:lnTo>
                <a:lnTo>
                  <a:pt x="835333" y="608752"/>
                </a:lnTo>
                <a:lnTo>
                  <a:pt x="829499" y="607779"/>
                </a:lnTo>
                <a:lnTo>
                  <a:pt x="823664" y="607779"/>
                </a:lnTo>
                <a:lnTo>
                  <a:pt x="821719" y="605834"/>
                </a:lnTo>
                <a:lnTo>
                  <a:pt x="818802" y="605834"/>
                </a:lnTo>
                <a:lnTo>
                  <a:pt x="816856" y="605835"/>
                </a:lnTo>
                <a:lnTo>
                  <a:pt x="814912" y="605834"/>
                </a:lnTo>
                <a:lnTo>
                  <a:pt x="811994" y="605835"/>
                </a:lnTo>
                <a:lnTo>
                  <a:pt x="813939" y="604862"/>
                </a:lnTo>
                <a:lnTo>
                  <a:pt x="813939" y="603889"/>
                </a:lnTo>
                <a:lnTo>
                  <a:pt x="807132" y="603890"/>
                </a:lnTo>
                <a:lnTo>
                  <a:pt x="799352" y="602917"/>
                </a:lnTo>
                <a:lnTo>
                  <a:pt x="801298" y="602917"/>
                </a:lnTo>
                <a:lnTo>
                  <a:pt x="801297" y="601945"/>
                </a:lnTo>
                <a:lnTo>
                  <a:pt x="797407" y="601944"/>
                </a:lnTo>
                <a:lnTo>
                  <a:pt x="794490" y="600972"/>
                </a:lnTo>
                <a:lnTo>
                  <a:pt x="787683" y="600000"/>
                </a:lnTo>
                <a:lnTo>
                  <a:pt x="789628" y="599027"/>
                </a:lnTo>
                <a:lnTo>
                  <a:pt x="785738" y="598055"/>
                </a:lnTo>
                <a:lnTo>
                  <a:pt x="784765" y="599027"/>
                </a:lnTo>
                <a:lnTo>
                  <a:pt x="783793" y="599027"/>
                </a:lnTo>
                <a:lnTo>
                  <a:pt x="781848" y="599027"/>
                </a:lnTo>
                <a:lnTo>
                  <a:pt x="781849" y="598055"/>
                </a:lnTo>
                <a:lnTo>
                  <a:pt x="776986" y="598055"/>
                </a:lnTo>
                <a:lnTo>
                  <a:pt x="771152" y="597082"/>
                </a:lnTo>
                <a:lnTo>
                  <a:pt x="760455" y="595137"/>
                </a:lnTo>
                <a:lnTo>
                  <a:pt x="750730" y="592220"/>
                </a:lnTo>
                <a:lnTo>
                  <a:pt x="741006" y="590275"/>
                </a:lnTo>
                <a:lnTo>
                  <a:pt x="740034" y="589303"/>
                </a:lnTo>
                <a:lnTo>
                  <a:pt x="739061" y="589303"/>
                </a:lnTo>
                <a:lnTo>
                  <a:pt x="738088" y="588330"/>
                </a:lnTo>
                <a:lnTo>
                  <a:pt x="735171" y="587358"/>
                </a:lnTo>
                <a:lnTo>
                  <a:pt x="734199" y="587358"/>
                </a:lnTo>
                <a:lnTo>
                  <a:pt x="733226" y="587358"/>
                </a:lnTo>
                <a:lnTo>
                  <a:pt x="729336" y="587358"/>
                </a:lnTo>
                <a:lnTo>
                  <a:pt x="726419" y="587358"/>
                </a:lnTo>
                <a:lnTo>
                  <a:pt x="727392" y="588331"/>
                </a:lnTo>
                <a:lnTo>
                  <a:pt x="716694" y="585413"/>
                </a:lnTo>
                <a:lnTo>
                  <a:pt x="707942" y="583468"/>
                </a:lnTo>
                <a:lnTo>
                  <a:pt x="708915" y="582496"/>
                </a:lnTo>
                <a:lnTo>
                  <a:pt x="708915" y="581523"/>
                </a:lnTo>
                <a:lnTo>
                  <a:pt x="710860" y="581523"/>
                </a:lnTo>
                <a:lnTo>
                  <a:pt x="707942" y="579578"/>
                </a:lnTo>
                <a:lnTo>
                  <a:pt x="709888" y="579578"/>
                </a:lnTo>
                <a:lnTo>
                  <a:pt x="704052" y="578606"/>
                </a:lnTo>
                <a:lnTo>
                  <a:pt x="699190" y="577634"/>
                </a:lnTo>
                <a:lnTo>
                  <a:pt x="691411" y="577633"/>
                </a:lnTo>
                <a:lnTo>
                  <a:pt x="687521" y="576661"/>
                </a:lnTo>
                <a:lnTo>
                  <a:pt x="682659" y="575689"/>
                </a:lnTo>
                <a:lnTo>
                  <a:pt x="683631" y="575688"/>
                </a:lnTo>
                <a:lnTo>
                  <a:pt x="683631" y="574716"/>
                </a:lnTo>
                <a:lnTo>
                  <a:pt x="682659" y="574716"/>
                </a:lnTo>
                <a:lnTo>
                  <a:pt x="683632" y="573744"/>
                </a:lnTo>
                <a:lnTo>
                  <a:pt x="672934" y="574716"/>
                </a:lnTo>
                <a:lnTo>
                  <a:pt x="670990" y="573744"/>
                </a:lnTo>
                <a:lnTo>
                  <a:pt x="670990" y="572771"/>
                </a:lnTo>
                <a:lnTo>
                  <a:pt x="669045" y="572771"/>
                </a:lnTo>
                <a:lnTo>
                  <a:pt x="668072" y="572771"/>
                </a:lnTo>
                <a:lnTo>
                  <a:pt x="666127" y="572771"/>
                </a:lnTo>
                <a:lnTo>
                  <a:pt x="660292" y="571799"/>
                </a:lnTo>
                <a:lnTo>
                  <a:pt x="657375" y="569854"/>
                </a:lnTo>
                <a:lnTo>
                  <a:pt x="655430" y="568882"/>
                </a:lnTo>
                <a:lnTo>
                  <a:pt x="657375" y="568881"/>
                </a:lnTo>
                <a:lnTo>
                  <a:pt x="657375" y="567909"/>
                </a:lnTo>
                <a:lnTo>
                  <a:pt x="647651" y="565964"/>
                </a:lnTo>
                <a:lnTo>
                  <a:pt x="642788" y="564992"/>
                </a:lnTo>
                <a:lnTo>
                  <a:pt x="641816" y="564992"/>
                </a:lnTo>
                <a:lnTo>
                  <a:pt x="641816" y="565964"/>
                </a:lnTo>
                <a:lnTo>
                  <a:pt x="638899" y="565964"/>
                </a:lnTo>
                <a:lnTo>
                  <a:pt x="633064" y="564020"/>
                </a:lnTo>
                <a:lnTo>
                  <a:pt x="634036" y="564019"/>
                </a:lnTo>
                <a:lnTo>
                  <a:pt x="635009" y="563047"/>
                </a:lnTo>
                <a:lnTo>
                  <a:pt x="625284" y="562075"/>
                </a:lnTo>
                <a:lnTo>
                  <a:pt x="615560" y="560129"/>
                </a:lnTo>
                <a:lnTo>
                  <a:pt x="617505" y="560130"/>
                </a:lnTo>
                <a:lnTo>
                  <a:pt x="619450" y="560129"/>
                </a:lnTo>
                <a:lnTo>
                  <a:pt x="613615" y="558185"/>
                </a:lnTo>
                <a:lnTo>
                  <a:pt x="606808" y="556240"/>
                </a:lnTo>
                <a:lnTo>
                  <a:pt x="600973" y="554295"/>
                </a:lnTo>
                <a:lnTo>
                  <a:pt x="595138" y="552350"/>
                </a:lnTo>
                <a:lnTo>
                  <a:pt x="596111" y="553322"/>
                </a:lnTo>
                <a:lnTo>
                  <a:pt x="595139" y="553323"/>
                </a:lnTo>
                <a:lnTo>
                  <a:pt x="592221" y="551377"/>
                </a:lnTo>
                <a:lnTo>
                  <a:pt x="589304" y="550405"/>
                </a:lnTo>
                <a:lnTo>
                  <a:pt x="587359" y="549432"/>
                </a:lnTo>
                <a:lnTo>
                  <a:pt x="583469" y="548460"/>
                </a:lnTo>
                <a:lnTo>
                  <a:pt x="582497" y="548460"/>
                </a:lnTo>
                <a:lnTo>
                  <a:pt x="585414" y="549432"/>
                </a:lnTo>
                <a:lnTo>
                  <a:pt x="572772" y="545542"/>
                </a:lnTo>
                <a:lnTo>
                  <a:pt x="564993" y="543597"/>
                </a:lnTo>
                <a:lnTo>
                  <a:pt x="557213" y="540680"/>
                </a:lnTo>
                <a:lnTo>
                  <a:pt x="554295" y="540680"/>
                </a:lnTo>
                <a:lnTo>
                  <a:pt x="549433" y="539708"/>
                </a:lnTo>
                <a:lnTo>
                  <a:pt x="550406" y="538735"/>
                </a:lnTo>
                <a:lnTo>
                  <a:pt x="548461" y="537763"/>
                </a:lnTo>
                <a:lnTo>
                  <a:pt x="550406" y="537763"/>
                </a:lnTo>
                <a:lnTo>
                  <a:pt x="554296" y="538735"/>
                </a:lnTo>
                <a:lnTo>
                  <a:pt x="553323" y="537763"/>
                </a:lnTo>
                <a:lnTo>
                  <a:pt x="550406" y="537763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4572" y="535818"/>
                </a:lnTo>
                <a:lnTo>
                  <a:pt x="541654" y="534845"/>
                </a:lnTo>
                <a:lnTo>
                  <a:pt x="538736" y="533873"/>
                </a:lnTo>
                <a:lnTo>
                  <a:pt x="536792" y="532901"/>
                </a:lnTo>
                <a:lnTo>
                  <a:pt x="537764" y="532901"/>
                </a:lnTo>
                <a:lnTo>
                  <a:pt x="538737" y="531928"/>
                </a:lnTo>
                <a:lnTo>
                  <a:pt x="536792" y="531928"/>
                </a:lnTo>
                <a:lnTo>
                  <a:pt x="532902" y="530956"/>
                </a:lnTo>
                <a:lnTo>
                  <a:pt x="529985" y="529983"/>
                </a:lnTo>
                <a:lnTo>
                  <a:pt x="527067" y="529011"/>
                </a:lnTo>
                <a:lnTo>
                  <a:pt x="526095" y="529011"/>
                </a:lnTo>
                <a:lnTo>
                  <a:pt x="525122" y="529011"/>
                </a:lnTo>
                <a:lnTo>
                  <a:pt x="524150" y="529011"/>
                </a:lnTo>
                <a:lnTo>
                  <a:pt x="523178" y="528039"/>
                </a:lnTo>
                <a:lnTo>
                  <a:pt x="520260" y="527066"/>
                </a:lnTo>
                <a:lnTo>
                  <a:pt x="517342" y="526094"/>
                </a:lnTo>
                <a:lnTo>
                  <a:pt x="517343" y="525122"/>
                </a:lnTo>
                <a:lnTo>
                  <a:pt x="518315" y="524149"/>
                </a:lnTo>
                <a:lnTo>
                  <a:pt x="514425" y="524149"/>
                </a:lnTo>
                <a:lnTo>
                  <a:pt x="511508" y="524149"/>
                </a:lnTo>
                <a:lnTo>
                  <a:pt x="511508" y="523176"/>
                </a:lnTo>
                <a:lnTo>
                  <a:pt x="509563" y="523177"/>
                </a:lnTo>
                <a:lnTo>
                  <a:pt x="507619" y="522204"/>
                </a:lnTo>
                <a:lnTo>
                  <a:pt x="504701" y="521232"/>
                </a:lnTo>
                <a:lnTo>
                  <a:pt x="501783" y="521232"/>
                </a:lnTo>
                <a:lnTo>
                  <a:pt x="494004" y="517342"/>
                </a:lnTo>
                <a:lnTo>
                  <a:pt x="490114" y="515396"/>
                </a:lnTo>
                <a:lnTo>
                  <a:pt x="487197" y="513452"/>
                </a:lnTo>
                <a:lnTo>
                  <a:pt x="481362" y="512480"/>
                </a:lnTo>
                <a:lnTo>
                  <a:pt x="475527" y="509562"/>
                </a:lnTo>
                <a:lnTo>
                  <a:pt x="477472" y="509562"/>
                </a:lnTo>
                <a:lnTo>
                  <a:pt x="474555" y="508590"/>
                </a:lnTo>
                <a:lnTo>
                  <a:pt x="471638" y="507617"/>
                </a:lnTo>
                <a:lnTo>
                  <a:pt x="468720" y="505672"/>
                </a:lnTo>
                <a:lnTo>
                  <a:pt x="463858" y="502755"/>
                </a:lnTo>
                <a:lnTo>
                  <a:pt x="461913" y="501783"/>
                </a:lnTo>
                <a:lnTo>
                  <a:pt x="460941" y="502755"/>
                </a:lnTo>
                <a:lnTo>
                  <a:pt x="459968" y="503727"/>
                </a:lnTo>
                <a:lnTo>
                  <a:pt x="457051" y="501783"/>
                </a:lnTo>
                <a:lnTo>
                  <a:pt x="453161" y="499838"/>
                </a:lnTo>
                <a:lnTo>
                  <a:pt x="448299" y="498865"/>
                </a:lnTo>
                <a:lnTo>
                  <a:pt x="445381" y="495948"/>
                </a:lnTo>
                <a:lnTo>
                  <a:pt x="448299" y="496920"/>
                </a:lnTo>
                <a:lnTo>
                  <a:pt x="449271" y="496921"/>
                </a:lnTo>
                <a:lnTo>
                  <a:pt x="448299" y="495948"/>
                </a:lnTo>
                <a:lnTo>
                  <a:pt x="445381" y="494003"/>
                </a:lnTo>
                <a:lnTo>
                  <a:pt x="442464" y="493031"/>
                </a:lnTo>
                <a:lnTo>
                  <a:pt x="439547" y="492058"/>
                </a:lnTo>
                <a:lnTo>
                  <a:pt x="435657" y="491086"/>
                </a:lnTo>
                <a:lnTo>
                  <a:pt x="436630" y="493030"/>
                </a:lnTo>
                <a:lnTo>
                  <a:pt x="433712" y="491086"/>
                </a:lnTo>
                <a:lnTo>
                  <a:pt x="431767" y="490113"/>
                </a:lnTo>
                <a:lnTo>
                  <a:pt x="428850" y="490113"/>
                </a:lnTo>
                <a:lnTo>
                  <a:pt x="428850" y="489141"/>
                </a:lnTo>
                <a:lnTo>
                  <a:pt x="424960" y="487196"/>
                </a:lnTo>
                <a:lnTo>
                  <a:pt x="423015" y="486223"/>
                </a:lnTo>
                <a:lnTo>
                  <a:pt x="422043" y="487196"/>
                </a:lnTo>
                <a:lnTo>
                  <a:pt x="415236" y="483306"/>
                </a:lnTo>
                <a:lnTo>
                  <a:pt x="407456" y="479416"/>
                </a:lnTo>
                <a:lnTo>
                  <a:pt x="400649" y="475527"/>
                </a:lnTo>
                <a:lnTo>
                  <a:pt x="397732" y="473582"/>
                </a:lnTo>
                <a:lnTo>
                  <a:pt x="395787" y="471637"/>
                </a:lnTo>
                <a:lnTo>
                  <a:pt x="392869" y="470664"/>
                </a:lnTo>
                <a:lnTo>
                  <a:pt x="391897" y="470664"/>
                </a:lnTo>
                <a:lnTo>
                  <a:pt x="392869" y="471637"/>
                </a:lnTo>
                <a:lnTo>
                  <a:pt x="393842" y="471636"/>
                </a:lnTo>
                <a:lnTo>
                  <a:pt x="395787" y="472609"/>
                </a:lnTo>
                <a:lnTo>
                  <a:pt x="393842" y="472609"/>
                </a:lnTo>
                <a:lnTo>
                  <a:pt x="390925" y="470664"/>
                </a:lnTo>
                <a:lnTo>
                  <a:pt x="390924" y="469691"/>
                </a:lnTo>
                <a:lnTo>
                  <a:pt x="391897" y="469692"/>
                </a:lnTo>
                <a:lnTo>
                  <a:pt x="388007" y="467747"/>
                </a:lnTo>
                <a:lnTo>
                  <a:pt x="385090" y="466774"/>
                </a:lnTo>
                <a:lnTo>
                  <a:pt x="381200" y="466774"/>
                </a:lnTo>
                <a:lnTo>
                  <a:pt x="377310" y="463857"/>
                </a:lnTo>
                <a:lnTo>
                  <a:pt x="374393" y="461913"/>
                </a:lnTo>
                <a:lnTo>
                  <a:pt x="369531" y="460940"/>
                </a:lnTo>
                <a:lnTo>
                  <a:pt x="367586" y="458995"/>
                </a:lnTo>
                <a:lnTo>
                  <a:pt x="366613" y="458994"/>
                </a:lnTo>
                <a:lnTo>
                  <a:pt x="367586" y="457050"/>
                </a:lnTo>
                <a:lnTo>
                  <a:pt x="363696" y="455105"/>
                </a:lnTo>
                <a:lnTo>
                  <a:pt x="360779" y="454133"/>
                </a:lnTo>
                <a:lnTo>
                  <a:pt x="357861" y="451215"/>
                </a:lnTo>
                <a:lnTo>
                  <a:pt x="357861" y="452187"/>
                </a:lnTo>
                <a:lnTo>
                  <a:pt x="356889" y="451216"/>
                </a:lnTo>
                <a:lnTo>
                  <a:pt x="353971" y="450243"/>
                </a:lnTo>
                <a:lnTo>
                  <a:pt x="354944" y="450243"/>
                </a:lnTo>
                <a:lnTo>
                  <a:pt x="352999" y="449270"/>
                </a:lnTo>
                <a:lnTo>
                  <a:pt x="350081" y="447325"/>
                </a:lnTo>
                <a:lnTo>
                  <a:pt x="352026" y="449270"/>
                </a:lnTo>
                <a:lnTo>
                  <a:pt x="354944" y="451215"/>
                </a:lnTo>
                <a:lnTo>
                  <a:pt x="349109" y="449271"/>
                </a:lnTo>
                <a:lnTo>
                  <a:pt x="347164" y="447325"/>
                </a:lnTo>
                <a:lnTo>
                  <a:pt x="343274" y="445381"/>
                </a:lnTo>
                <a:lnTo>
                  <a:pt x="340357" y="444408"/>
                </a:lnTo>
                <a:lnTo>
                  <a:pt x="339385" y="442463"/>
                </a:lnTo>
                <a:lnTo>
                  <a:pt x="336468" y="440518"/>
                </a:lnTo>
                <a:lnTo>
                  <a:pt x="334522" y="440518"/>
                </a:lnTo>
                <a:lnTo>
                  <a:pt x="330633" y="437601"/>
                </a:lnTo>
                <a:lnTo>
                  <a:pt x="329660" y="437601"/>
                </a:lnTo>
                <a:lnTo>
                  <a:pt x="327715" y="436628"/>
                </a:lnTo>
                <a:lnTo>
                  <a:pt x="324798" y="435656"/>
                </a:lnTo>
                <a:lnTo>
                  <a:pt x="322853" y="434683"/>
                </a:lnTo>
                <a:lnTo>
                  <a:pt x="320908" y="434683"/>
                </a:lnTo>
                <a:lnTo>
                  <a:pt x="314101" y="429822"/>
                </a:lnTo>
                <a:lnTo>
                  <a:pt x="315073" y="429821"/>
                </a:lnTo>
                <a:lnTo>
                  <a:pt x="311184" y="426904"/>
                </a:lnTo>
                <a:lnTo>
                  <a:pt x="306322" y="424959"/>
                </a:lnTo>
                <a:lnTo>
                  <a:pt x="307294" y="424959"/>
                </a:lnTo>
                <a:lnTo>
                  <a:pt x="303404" y="423014"/>
                </a:lnTo>
                <a:lnTo>
                  <a:pt x="300487" y="421069"/>
                </a:lnTo>
                <a:lnTo>
                  <a:pt x="298542" y="420097"/>
                </a:lnTo>
                <a:lnTo>
                  <a:pt x="298542" y="418152"/>
                </a:lnTo>
                <a:lnTo>
                  <a:pt x="298542" y="417180"/>
                </a:lnTo>
                <a:lnTo>
                  <a:pt x="296597" y="416207"/>
                </a:lnTo>
                <a:lnTo>
                  <a:pt x="293679" y="415235"/>
                </a:lnTo>
                <a:lnTo>
                  <a:pt x="291735" y="414262"/>
                </a:lnTo>
                <a:lnTo>
                  <a:pt x="290762" y="415235"/>
                </a:lnTo>
                <a:lnTo>
                  <a:pt x="290762" y="416207"/>
                </a:lnTo>
                <a:lnTo>
                  <a:pt x="281038" y="409400"/>
                </a:lnTo>
                <a:lnTo>
                  <a:pt x="276175" y="406483"/>
                </a:lnTo>
                <a:lnTo>
                  <a:pt x="271313" y="402592"/>
                </a:lnTo>
                <a:lnTo>
                  <a:pt x="270341" y="402593"/>
                </a:lnTo>
                <a:lnTo>
                  <a:pt x="269368" y="401620"/>
                </a:lnTo>
                <a:lnTo>
                  <a:pt x="254782" y="392868"/>
                </a:lnTo>
                <a:lnTo>
                  <a:pt x="247975" y="388006"/>
                </a:lnTo>
                <a:lnTo>
                  <a:pt x="244085" y="384117"/>
                </a:lnTo>
                <a:lnTo>
                  <a:pt x="244085" y="383144"/>
                </a:lnTo>
                <a:lnTo>
                  <a:pt x="244085" y="382172"/>
                </a:lnTo>
                <a:lnTo>
                  <a:pt x="242140" y="381199"/>
                </a:lnTo>
                <a:lnTo>
                  <a:pt x="241167" y="380227"/>
                </a:lnTo>
                <a:lnTo>
                  <a:pt x="240195" y="380226"/>
                </a:lnTo>
                <a:lnTo>
                  <a:pt x="240195" y="381199"/>
                </a:lnTo>
                <a:lnTo>
                  <a:pt x="241167" y="383144"/>
                </a:lnTo>
                <a:lnTo>
                  <a:pt x="232415" y="376337"/>
                </a:lnTo>
                <a:lnTo>
                  <a:pt x="225608" y="370502"/>
                </a:lnTo>
                <a:lnTo>
                  <a:pt x="225608" y="371474"/>
                </a:lnTo>
                <a:lnTo>
                  <a:pt x="223663" y="370502"/>
                </a:lnTo>
                <a:lnTo>
                  <a:pt x="223663" y="369530"/>
                </a:lnTo>
                <a:lnTo>
                  <a:pt x="222691" y="368557"/>
                </a:lnTo>
                <a:lnTo>
                  <a:pt x="217829" y="364668"/>
                </a:lnTo>
                <a:lnTo>
                  <a:pt x="216856" y="365640"/>
                </a:lnTo>
                <a:lnTo>
                  <a:pt x="215883" y="363695"/>
                </a:lnTo>
                <a:lnTo>
                  <a:pt x="213939" y="362722"/>
                </a:lnTo>
                <a:lnTo>
                  <a:pt x="212966" y="362723"/>
                </a:lnTo>
                <a:lnTo>
                  <a:pt x="211021" y="360777"/>
                </a:lnTo>
                <a:lnTo>
                  <a:pt x="211022" y="359805"/>
                </a:lnTo>
                <a:lnTo>
                  <a:pt x="205187" y="356888"/>
                </a:lnTo>
                <a:lnTo>
                  <a:pt x="199352" y="352025"/>
                </a:lnTo>
                <a:lnTo>
                  <a:pt x="198380" y="349108"/>
                </a:lnTo>
                <a:lnTo>
                  <a:pt x="195462" y="348136"/>
                </a:lnTo>
                <a:lnTo>
                  <a:pt x="195462" y="349108"/>
                </a:lnTo>
                <a:lnTo>
                  <a:pt x="189628" y="342301"/>
                </a:lnTo>
                <a:lnTo>
                  <a:pt x="186710" y="338411"/>
                </a:lnTo>
                <a:lnTo>
                  <a:pt x="177958" y="333549"/>
                </a:lnTo>
                <a:lnTo>
                  <a:pt x="169206" y="326742"/>
                </a:lnTo>
                <a:lnTo>
                  <a:pt x="151702" y="311183"/>
                </a:lnTo>
                <a:lnTo>
                  <a:pt x="152674" y="311182"/>
                </a:lnTo>
                <a:lnTo>
                  <a:pt x="150730" y="309238"/>
                </a:lnTo>
                <a:lnTo>
                  <a:pt x="149757" y="309238"/>
                </a:lnTo>
                <a:lnTo>
                  <a:pt x="148785" y="308265"/>
                </a:lnTo>
                <a:lnTo>
                  <a:pt x="148785" y="307293"/>
                </a:lnTo>
                <a:lnTo>
                  <a:pt x="148785" y="306320"/>
                </a:lnTo>
                <a:lnTo>
                  <a:pt x="150730" y="306320"/>
                </a:lnTo>
                <a:lnTo>
                  <a:pt x="147812" y="304375"/>
                </a:lnTo>
                <a:lnTo>
                  <a:pt x="145867" y="302431"/>
                </a:lnTo>
                <a:lnTo>
                  <a:pt x="141978" y="300486"/>
                </a:lnTo>
                <a:lnTo>
                  <a:pt x="141978" y="301458"/>
                </a:lnTo>
                <a:lnTo>
                  <a:pt x="140033" y="299513"/>
                </a:lnTo>
                <a:lnTo>
                  <a:pt x="138088" y="297569"/>
                </a:lnTo>
                <a:lnTo>
                  <a:pt x="136143" y="296596"/>
                </a:lnTo>
                <a:lnTo>
                  <a:pt x="136143" y="295623"/>
                </a:lnTo>
                <a:lnTo>
                  <a:pt x="137115" y="295624"/>
                </a:lnTo>
                <a:lnTo>
                  <a:pt x="138088" y="295624"/>
                </a:lnTo>
                <a:lnTo>
                  <a:pt x="135171" y="293679"/>
                </a:lnTo>
                <a:lnTo>
                  <a:pt x="135170" y="292706"/>
                </a:lnTo>
                <a:lnTo>
                  <a:pt x="136143" y="292706"/>
                </a:lnTo>
                <a:lnTo>
                  <a:pt x="139060" y="293679"/>
                </a:lnTo>
                <a:lnTo>
                  <a:pt x="141977" y="294651"/>
                </a:lnTo>
                <a:lnTo>
                  <a:pt x="141978" y="293679"/>
                </a:lnTo>
                <a:lnTo>
                  <a:pt x="140033" y="291734"/>
                </a:lnTo>
                <a:lnTo>
                  <a:pt x="140033" y="290761"/>
                </a:lnTo>
                <a:lnTo>
                  <a:pt x="141005" y="290761"/>
                </a:lnTo>
                <a:lnTo>
                  <a:pt x="141978" y="291734"/>
                </a:lnTo>
                <a:lnTo>
                  <a:pt x="143922" y="292707"/>
                </a:lnTo>
                <a:lnTo>
                  <a:pt x="141978" y="290761"/>
                </a:lnTo>
                <a:lnTo>
                  <a:pt x="138088" y="288817"/>
                </a:lnTo>
                <a:lnTo>
                  <a:pt x="137115" y="288816"/>
                </a:lnTo>
                <a:lnTo>
                  <a:pt x="137116" y="290761"/>
                </a:lnTo>
                <a:lnTo>
                  <a:pt x="134198" y="287844"/>
                </a:lnTo>
                <a:lnTo>
                  <a:pt x="132253" y="287844"/>
                </a:lnTo>
                <a:lnTo>
                  <a:pt x="131281" y="287358"/>
                </a:lnTo>
                <a:lnTo>
                  <a:pt x="130308" y="286872"/>
                </a:lnTo>
                <a:lnTo>
                  <a:pt x="127391" y="284927"/>
                </a:lnTo>
                <a:lnTo>
                  <a:pt x="127391" y="283954"/>
                </a:lnTo>
                <a:lnTo>
                  <a:pt x="128363" y="284926"/>
                </a:lnTo>
                <a:lnTo>
                  <a:pt x="129336" y="285899"/>
                </a:lnTo>
                <a:lnTo>
                  <a:pt x="131281" y="286871"/>
                </a:lnTo>
                <a:lnTo>
                  <a:pt x="130308" y="284927"/>
                </a:lnTo>
                <a:lnTo>
                  <a:pt x="128363" y="282981"/>
                </a:lnTo>
                <a:lnTo>
                  <a:pt x="124473" y="280065"/>
                </a:lnTo>
                <a:lnTo>
                  <a:pt x="125446" y="281037"/>
                </a:lnTo>
                <a:lnTo>
                  <a:pt x="124474" y="282009"/>
                </a:lnTo>
                <a:lnTo>
                  <a:pt x="121556" y="280064"/>
                </a:lnTo>
                <a:lnTo>
                  <a:pt x="121556" y="279092"/>
                </a:lnTo>
                <a:lnTo>
                  <a:pt x="122529" y="279092"/>
                </a:lnTo>
                <a:lnTo>
                  <a:pt x="120584" y="277147"/>
                </a:lnTo>
                <a:lnTo>
                  <a:pt x="117666" y="276175"/>
                </a:lnTo>
                <a:lnTo>
                  <a:pt x="118639" y="277147"/>
                </a:lnTo>
                <a:lnTo>
                  <a:pt x="116694" y="276174"/>
                </a:lnTo>
                <a:lnTo>
                  <a:pt x="114749" y="275202"/>
                </a:lnTo>
                <a:lnTo>
                  <a:pt x="113777" y="273257"/>
                </a:lnTo>
                <a:lnTo>
                  <a:pt x="111832" y="271312"/>
                </a:lnTo>
                <a:lnTo>
                  <a:pt x="112804" y="270340"/>
                </a:lnTo>
                <a:lnTo>
                  <a:pt x="114749" y="271312"/>
                </a:lnTo>
                <a:lnTo>
                  <a:pt x="115721" y="271312"/>
                </a:lnTo>
                <a:lnTo>
                  <a:pt x="114749" y="268395"/>
                </a:lnTo>
                <a:lnTo>
                  <a:pt x="113777" y="268395"/>
                </a:lnTo>
                <a:lnTo>
                  <a:pt x="110859" y="267423"/>
                </a:lnTo>
                <a:lnTo>
                  <a:pt x="109887" y="266450"/>
                </a:lnTo>
                <a:lnTo>
                  <a:pt x="108914" y="266451"/>
                </a:lnTo>
                <a:lnTo>
                  <a:pt x="108914" y="267423"/>
                </a:lnTo>
                <a:lnTo>
                  <a:pt x="108915" y="265478"/>
                </a:lnTo>
                <a:lnTo>
                  <a:pt x="109887" y="265478"/>
                </a:lnTo>
                <a:lnTo>
                  <a:pt x="107942" y="263533"/>
                </a:lnTo>
                <a:lnTo>
                  <a:pt x="105997" y="261588"/>
                </a:lnTo>
                <a:lnTo>
                  <a:pt x="104052" y="260616"/>
                </a:lnTo>
                <a:lnTo>
                  <a:pt x="104052" y="258671"/>
                </a:lnTo>
                <a:lnTo>
                  <a:pt x="102107" y="258670"/>
                </a:lnTo>
                <a:lnTo>
                  <a:pt x="101135" y="254781"/>
                </a:lnTo>
                <a:lnTo>
                  <a:pt x="96273" y="250891"/>
                </a:lnTo>
                <a:lnTo>
                  <a:pt x="95300" y="248946"/>
                </a:lnTo>
                <a:lnTo>
                  <a:pt x="94328" y="247974"/>
                </a:lnTo>
                <a:lnTo>
                  <a:pt x="95300" y="247001"/>
                </a:lnTo>
                <a:lnTo>
                  <a:pt x="92383" y="244084"/>
                </a:lnTo>
                <a:lnTo>
                  <a:pt x="91410" y="243111"/>
                </a:lnTo>
                <a:lnTo>
                  <a:pt x="90438" y="244084"/>
                </a:lnTo>
                <a:lnTo>
                  <a:pt x="92383" y="246029"/>
                </a:lnTo>
                <a:lnTo>
                  <a:pt x="93355" y="247974"/>
                </a:lnTo>
                <a:lnTo>
                  <a:pt x="92383" y="247001"/>
                </a:lnTo>
                <a:lnTo>
                  <a:pt x="88493" y="244084"/>
                </a:lnTo>
                <a:lnTo>
                  <a:pt x="89465" y="243111"/>
                </a:lnTo>
                <a:lnTo>
                  <a:pt x="87520" y="241167"/>
                </a:lnTo>
                <a:lnTo>
                  <a:pt x="85576" y="239221"/>
                </a:lnTo>
                <a:lnTo>
                  <a:pt x="85576" y="238249"/>
                </a:lnTo>
                <a:lnTo>
                  <a:pt x="83631" y="237277"/>
                </a:lnTo>
                <a:lnTo>
                  <a:pt x="82658" y="235332"/>
                </a:lnTo>
                <a:lnTo>
                  <a:pt x="82658" y="234360"/>
                </a:lnTo>
                <a:lnTo>
                  <a:pt x="82658" y="233387"/>
                </a:lnTo>
                <a:lnTo>
                  <a:pt x="80713" y="231442"/>
                </a:lnTo>
                <a:lnTo>
                  <a:pt x="84603" y="234359"/>
                </a:lnTo>
                <a:lnTo>
                  <a:pt x="82658" y="232415"/>
                </a:lnTo>
                <a:lnTo>
                  <a:pt x="81686" y="229497"/>
                </a:lnTo>
                <a:lnTo>
                  <a:pt x="76824" y="227552"/>
                </a:lnTo>
                <a:lnTo>
                  <a:pt x="75851" y="226580"/>
                </a:lnTo>
                <a:lnTo>
                  <a:pt x="74879" y="225607"/>
                </a:lnTo>
                <a:lnTo>
                  <a:pt x="74879" y="224635"/>
                </a:lnTo>
                <a:lnTo>
                  <a:pt x="73906" y="223663"/>
                </a:lnTo>
                <a:lnTo>
                  <a:pt x="76824" y="226580"/>
                </a:lnTo>
                <a:lnTo>
                  <a:pt x="76823" y="224635"/>
                </a:lnTo>
                <a:lnTo>
                  <a:pt x="73906" y="219773"/>
                </a:lnTo>
                <a:lnTo>
                  <a:pt x="70989" y="217828"/>
                </a:lnTo>
                <a:lnTo>
                  <a:pt x="70017" y="217827"/>
                </a:lnTo>
                <a:lnTo>
                  <a:pt x="69044" y="216855"/>
                </a:lnTo>
                <a:lnTo>
                  <a:pt x="69044" y="215882"/>
                </a:lnTo>
                <a:lnTo>
                  <a:pt x="70016" y="215883"/>
                </a:lnTo>
                <a:lnTo>
                  <a:pt x="69044" y="213938"/>
                </a:lnTo>
                <a:lnTo>
                  <a:pt x="68072" y="213938"/>
                </a:lnTo>
                <a:lnTo>
                  <a:pt x="68071" y="214911"/>
                </a:lnTo>
                <a:lnTo>
                  <a:pt x="67099" y="213938"/>
                </a:lnTo>
                <a:lnTo>
                  <a:pt x="63209" y="203241"/>
                </a:lnTo>
                <a:lnTo>
                  <a:pt x="67099" y="206158"/>
                </a:lnTo>
                <a:lnTo>
                  <a:pt x="65154" y="204214"/>
                </a:lnTo>
                <a:lnTo>
                  <a:pt x="67099" y="204213"/>
                </a:lnTo>
                <a:lnTo>
                  <a:pt x="67099" y="203241"/>
                </a:lnTo>
                <a:lnTo>
                  <a:pt x="67099" y="202269"/>
                </a:lnTo>
                <a:lnTo>
                  <a:pt x="68072" y="202269"/>
                </a:lnTo>
                <a:lnTo>
                  <a:pt x="66127" y="200324"/>
                </a:lnTo>
                <a:lnTo>
                  <a:pt x="64182" y="197406"/>
                </a:lnTo>
                <a:lnTo>
                  <a:pt x="64182" y="199351"/>
                </a:lnTo>
                <a:lnTo>
                  <a:pt x="63209" y="199351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1"/>
                </a:lnTo>
                <a:lnTo>
                  <a:pt x="56402" y="196434"/>
                </a:lnTo>
                <a:lnTo>
                  <a:pt x="54457" y="192544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40" y="183792"/>
                </a:lnTo>
                <a:lnTo>
                  <a:pt x="51540" y="181847"/>
                </a:lnTo>
                <a:lnTo>
                  <a:pt x="51540" y="180875"/>
                </a:lnTo>
                <a:lnTo>
                  <a:pt x="50567" y="177958"/>
                </a:lnTo>
                <a:lnTo>
                  <a:pt x="48623" y="174067"/>
                </a:lnTo>
                <a:lnTo>
                  <a:pt x="46678" y="173095"/>
                </a:lnTo>
                <a:lnTo>
                  <a:pt x="46678" y="174068"/>
                </a:lnTo>
                <a:lnTo>
                  <a:pt x="46678" y="175040"/>
                </a:lnTo>
                <a:lnTo>
                  <a:pt x="47650" y="176013"/>
                </a:lnTo>
                <a:lnTo>
                  <a:pt x="46678" y="176012"/>
                </a:lnTo>
                <a:lnTo>
                  <a:pt x="43760" y="170178"/>
                </a:lnTo>
                <a:lnTo>
                  <a:pt x="42788" y="169206"/>
                </a:lnTo>
                <a:lnTo>
                  <a:pt x="41815" y="167261"/>
                </a:lnTo>
                <a:lnTo>
                  <a:pt x="42788" y="171150"/>
                </a:lnTo>
                <a:lnTo>
                  <a:pt x="41815" y="173095"/>
                </a:lnTo>
                <a:lnTo>
                  <a:pt x="39870" y="169205"/>
                </a:lnTo>
                <a:lnTo>
                  <a:pt x="40843" y="169205"/>
                </a:lnTo>
                <a:lnTo>
                  <a:pt x="38898" y="166288"/>
                </a:lnTo>
                <a:lnTo>
                  <a:pt x="37926" y="165315"/>
                </a:lnTo>
                <a:lnTo>
                  <a:pt x="36953" y="164343"/>
                </a:lnTo>
                <a:lnTo>
                  <a:pt x="35008" y="161426"/>
                </a:lnTo>
                <a:lnTo>
                  <a:pt x="35008" y="158508"/>
                </a:lnTo>
                <a:lnTo>
                  <a:pt x="36953" y="160453"/>
                </a:lnTo>
                <a:lnTo>
                  <a:pt x="37926" y="163371"/>
                </a:lnTo>
                <a:lnTo>
                  <a:pt x="39871" y="165316"/>
                </a:lnTo>
                <a:lnTo>
                  <a:pt x="40843" y="165316"/>
                </a:lnTo>
                <a:lnTo>
                  <a:pt x="37926" y="160453"/>
                </a:lnTo>
                <a:lnTo>
                  <a:pt x="36953" y="159157"/>
                </a:lnTo>
                <a:lnTo>
                  <a:pt x="36953" y="155591"/>
                </a:lnTo>
                <a:lnTo>
                  <a:pt x="35981" y="153647"/>
                </a:lnTo>
                <a:lnTo>
                  <a:pt x="35008" y="151701"/>
                </a:lnTo>
                <a:lnTo>
                  <a:pt x="36953" y="153646"/>
                </a:lnTo>
                <a:lnTo>
                  <a:pt x="35981" y="149756"/>
                </a:lnTo>
                <a:lnTo>
                  <a:pt x="35981" y="147811"/>
                </a:lnTo>
                <a:lnTo>
                  <a:pt x="36953" y="145867"/>
                </a:lnTo>
                <a:lnTo>
                  <a:pt x="35008" y="142949"/>
                </a:lnTo>
                <a:lnTo>
                  <a:pt x="34036" y="142949"/>
                </a:lnTo>
                <a:lnTo>
                  <a:pt x="34036" y="143921"/>
                </a:lnTo>
                <a:lnTo>
                  <a:pt x="33063" y="144894"/>
                </a:lnTo>
                <a:lnTo>
                  <a:pt x="29174" y="136142"/>
                </a:lnTo>
                <a:lnTo>
                  <a:pt x="25284" y="130307"/>
                </a:lnTo>
                <a:lnTo>
                  <a:pt x="25284" y="129335"/>
                </a:lnTo>
                <a:lnTo>
                  <a:pt x="26256" y="128362"/>
                </a:lnTo>
                <a:lnTo>
                  <a:pt x="28201" y="130307"/>
                </a:lnTo>
                <a:lnTo>
                  <a:pt x="23339" y="119611"/>
                </a:lnTo>
                <a:lnTo>
                  <a:pt x="19449" y="108913"/>
                </a:lnTo>
                <a:lnTo>
                  <a:pt x="19449" y="109886"/>
                </a:lnTo>
                <a:lnTo>
                  <a:pt x="18477" y="109886"/>
                </a:lnTo>
                <a:lnTo>
                  <a:pt x="17504" y="106969"/>
                </a:lnTo>
                <a:lnTo>
                  <a:pt x="16532" y="104052"/>
                </a:lnTo>
                <a:lnTo>
                  <a:pt x="16532" y="103079"/>
                </a:lnTo>
                <a:lnTo>
                  <a:pt x="17504" y="103079"/>
                </a:lnTo>
                <a:lnTo>
                  <a:pt x="16532" y="101134"/>
                </a:lnTo>
                <a:lnTo>
                  <a:pt x="17504" y="100161"/>
                </a:lnTo>
                <a:lnTo>
                  <a:pt x="17504" y="98217"/>
                </a:lnTo>
                <a:lnTo>
                  <a:pt x="13614" y="90438"/>
                </a:lnTo>
                <a:lnTo>
                  <a:pt x="10697" y="82658"/>
                </a:lnTo>
                <a:lnTo>
                  <a:pt x="9725" y="75850"/>
                </a:lnTo>
                <a:lnTo>
                  <a:pt x="7780" y="70016"/>
                </a:lnTo>
                <a:lnTo>
                  <a:pt x="4862" y="58346"/>
                </a:lnTo>
                <a:lnTo>
                  <a:pt x="4862" y="56402"/>
                </a:lnTo>
                <a:lnTo>
                  <a:pt x="5835" y="55429"/>
                </a:lnTo>
                <a:lnTo>
                  <a:pt x="6807" y="55429"/>
                </a:lnTo>
                <a:lnTo>
                  <a:pt x="6807" y="53484"/>
                </a:lnTo>
                <a:lnTo>
                  <a:pt x="5835" y="51539"/>
                </a:lnTo>
                <a:lnTo>
                  <a:pt x="5835" y="52511"/>
                </a:lnTo>
                <a:lnTo>
                  <a:pt x="4862" y="52512"/>
                </a:lnTo>
                <a:lnTo>
                  <a:pt x="4863" y="50566"/>
                </a:lnTo>
                <a:lnTo>
                  <a:pt x="4862" y="44732"/>
                </a:lnTo>
                <a:lnTo>
                  <a:pt x="3890" y="39870"/>
                </a:lnTo>
                <a:lnTo>
                  <a:pt x="2918" y="35980"/>
                </a:lnTo>
                <a:lnTo>
                  <a:pt x="3890" y="35980"/>
                </a:lnTo>
                <a:lnTo>
                  <a:pt x="4862" y="36952"/>
                </a:lnTo>
                <a:lnTo>
                  <a:pt x="4863" y="34035"/>
                </a:lnTo>
                <a:lnTo>
                  <a:pt x="3890" y="31118"/>
                </a:lnTo>
                <a:lnTo>
                  <a:pt x="2918" y="24311"/>
                </a:lnTo>
                <a:lnTo>
                  <a:pt x="1945" y="27228"/>
                </a:lnTo>
                <a:lnTo>
                  <a:pt x="973" y="22365"/>
                </a:lnTo>
                <a:lnTo>
                  <a:pt x="972" y="17504"/>
                </a:lnTo>
                <a:lnTo>
                  <a:pt x="0" y="8751"/>
                </a:lnTo>
                <a:lnTo>
                  <a:pt x="972" y="8751"/>
                </a:lnTo>
                <a:lnTo>
                  <a:pt x="973" y="4861"/>
                </a:lnTo>
                <a:close/>
                <a:moveTo>
                  <a:pt x="972" y="0"/>
                </a:moveTo>
                <a:lnTo>
                  <a:pt x="1945" y="2917"/>
                </a:lnTo>
                <a:lnTo>
                  <a:pt x="1884" y="3039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Freeform 33"/>
          <p:cNvSpPr>
            <a:spLocks/>
          </p:cNvSpPr>
          <p:nvPr/>
        </p:nvSpPr>
        <p:spPr bwMode="auto">
          <a:xfrm rot="9377604">
            <a:off x="3925861" y="3316840"/>
            <a:ext cx="1288495" cy="722529"/>
          </a:xfrm>
          <a:custGeom>
            <a:avLst/>
            <a:gdLst/>
            <a:ahLst/>
            <a:cxnLst/>
            <a:rect l="l" t="t" r="r" b="b"/>
            <a:pathLst>
              <a:path w="1288494" h="722529">
                <a:moveTo>
                  <a:pt x="1884" y="3038"/>
                </a:moveTo>
                <a:lnTo>
                  <a:pt x="972" y="0"/>
                </a:lnTo>
                <a:lnTo>
                  <a:pt x="1944" y="2917"/>
                </a:lnTo>
                <a:close/>
                <a:moveTo>
                  <a:pt x="4861" y="18476"/>
                </a:moveTo>
                <a:lnTo>
                  <a:pt x="4667" y="18087"/>
                </a:lnTo>
                <a:lnTo>
                  <a:pt x="3889" y="14587"/>
                </a:lnTo>
                <a:lnTo>
                  <a:pt x="4861" y="15559"/>
                </a:lnTo>
                <a:close/>
                <a:moveTo>
                  <a:pt x="5834" y="23339"/>
                </a:moveTo>
                <a:lnTo>
                  <a:pt x="5658" y="22543"/>
                </a:lnTo>
                <a:lnTo>
                  <a:pt x="5834" y="22366"/>
                </a:lnTo>
                <a:close/>
                <a:moveTo>
                  <a:pt x="15559" y="110859"/>
                </a:moveTo>
                <a:lnTo>
                  <a:pt x="14586" y="108914"/>
                </a:lnTo>
                <a:lnTo>
                  <a:pt x="15559" y="108914"/>
                </a:lnTo>
                <a:lnTo>
                  <a:pt x="15558" y="106969"/>
                </a:lnTo>
                <a:lnTo>
                  <a:pt x="14586" y="105024"/>
                </a:lnTo>
                <a:lnTo>
                  <a:pt x="14586" y="103079"/>
                </a:lnTo>
                <a:lnTo>
                  <a:pt x="13614" y="101134"/>
                </a:lnTo>
                <a:lnTo>
                  <a:pt x="15558" y="104052"/>
                </a:lnTo>
                <a:lnTo>
                  <a:pt x="16531" y="104052"/>
                </a:lnTo>
                <a:lnTo>
                  <a:pt x="15558" y="105024"/>
                </a:lnTo>
                <a:lnTo>
                  <a:pt x="16531" y="109887"/>
                </a:lnTo>
                <a:lnTo>
                  <a:pt x="16531" y="110859"/>
                </a:lnTo>
                <a:close/>
                <a:moveTo>
                  <a:pt x="35007" y="151701"/>
                </a:moveTo>
                <a:lnTo>
                  <a:pt x="34035" y="149757"/>
                </a:lnTo>
                <a:lnTo>
                  <a:pt x="33063" y="148784"/>
                </a:lnTo>
                <a:lnTo>
                  <a:pt x="32090" y="149757"/>
                </a:lnTo>
                <a:lnTo>
                  <a:pt x="25283" y="137115"/>
                </a:lnTo>
                <a:lnTo>
                  <a:pt x="26256" y="137115"/>
                </a:lnTo>
                <a:lnTo>
                  <a:pt x="25283" y="136142"/>
                </a:lnTo>
                <a:lnTo>
                  <a:pt x="25283" y="133225"/>
                </a:lnTo>
                <a:lnTo>
                  <a:pt x="28201" y="141005"/>
                </a:lnTo>
                <a:lnTo>
                  <a:pt x="30146" y="144895"/>
                </a:lnTo>
                <a:lnTo>
                  <a:pt x="33063" y="147812"/>
                </a:lnTo>
                <a:lnTo>
                  <a:pt x="33063" y="146839"/>
                </a:lnTo>
                <a:lnTo>
                  <a:pt x="34035" y="148785"/>
                </a:lnTo>
                <a:close/>
                <a:moveTo>
                  <a:pt x="35007" y="151702"/>
                </a:moveTo>
                <a:lnTo>
                  <a:pt x="35007" y="151702"/>
                </a:lnTo>
                <a:lnTo>
                  <a:pt x="35007" y="151701"/>
                </a:lnTo>
                <a:close/>
                <a:moveTo>
                  <a:pt x="36953" y="159481"/>
                </a:moveTo>
                <a:lnTo>
                  <a:pt x="35007" y="156564"/>
                </a:lnTo>
                <a:lnTo>
                  <a:pt x="36953" y="159158"/>
                </a:lnTo>
                <a:close/>
                <a:moveTo>
                  <a:pt x="49595" y="184765"/>
                </a:moveTo>
                <a:lnTo>
                  <a:pt x="48622" y="183793"/>
                </a:lnTo>
                <a:lnTo>
                  <a:pt x="46677" y="182820"/>
                </a:lnTo>
                <a:lnTo>
                  <a:pt x="45705" y="179903"/>
                </a:lnTo>
                <a:lnTo>
                  <a:pt x="46677" y="179903"/>
                </a:lnTo>
                <a:lnTo>
                  <a:pt x="46677" y="178930"/>
                </a:lnTo>
                <a:lnTo>
                  <a:pt x="47649" y="177958"/>
                </a:lnTo>
                <a:lnTo>
                  <a:pt x="49594" y="178930"/>
                </a:lnTo>
                <a:lnTo>
                  <a:pt x="49595" y="180875"/>
                </a:lnTo>
                <a:lnTo>
                  <a:pt x="51539" y="183792"/>
                </a:lnTo>
                <a:lnTo>
                  <a:pt x="50567" y="184765"/>
                </a:lnTo>
                <a:close/>
                <a:moveTo>
                  <a:pt x="70988" y="218801"/>
                </a:moveTo>
                <a:lnTo>
                  <a:pt x="70016" y="217828"/>
                </a:lnTo>
                <a:lnTo>
                  <a:pt x="70016" y="217828"/>
                </a:lnTo>
                <a:close/>
                <a:moveTo>
                  <a:pt x="978282" y="620422"/>
                </a:moveTo>
                <a:lnTo>
                  <a:pt x="979254" y="620422"/>
                </a:lnTo>
                <a:lnTo>
                  <a:pt x="979164" y="620513"/>
                </a:lnTo>
                <a:close/>
                <a:moveTo>
                  <a:pt x="94327" y="249919"/>
                </a:moveTo>
                <a:lnTo>
                  <a:pt x="93354" y="247974"/>
                </a:lnTo>
                <a:lnTo>
                  <a:pt x="94327" y="248946"/>
                </a:lnTo>
                <a:close/>
                <a:moveTo>
                  <a:pt x="1137764" y="721557"/>
                </a:moveTo>
                <a:lnTo>
                  <a:pt x="1129985" y="714750"/>
                </a:lnTo>
                <a:lnTo>
                  <a:pt x="1137764" y="708915"/>
                </a:lnTo>
                <a:lnTo>
                  <a:pt x="1146516" y="703081"/>
                </a:lnTo>
                <a:lnTo>
                  <a:pt x="1156241" y="696273"/>
                </a:lnTo>
                <a:lnTo>
                  <a:pt x="1168883" y="690439"/>
                </a:lnTo>
                <a:lnTo>
                  <a:pt x="1209725" y="669045"/>
                </a:lnTo>
                <a:lnTo>
                  <a:pt x="1220422" y="662238"/>
                </a:lnTo>
                <a:lnTo>
                  <a:pt x="1229175" y="655431"/>
                </a:lnTo>
                <a:lnTo>
                  <a:pt x="1237927" y="647651"/>
                </a:lnTo>
                <a:lnTo>
                  <a:pt x="1243761" y="639872"/>
                </a:lnTo>
                <a:lnTo>
                  <a:pt x="1243761" y="639871"/>
                </a:lnTo>
                <a:lnTo>
                  <a:pt x="1245706" y="638899"/>
                </a:lnTo>
                <a:lnTo>
                  <a:pt x="1243275" y="638899"/>
                </a:lnTo>
                <a:lnTo>
                  <a:pt x="1242789" y="637927"/>
                </a:lnTo>
                <a:lnTo>
                  <a:pt x="1240844" y="635982"/>
                </a:lnTo>
                <a:lnTo>
                  <a:pt x="1237926" y="634037"/>
                </a:lnTo>
                <a:lnTo>
                  <a:pt x="1226257" y="630147"/>
                </a:lnTo>
                <a:lnTo>
                  <a:pt x="1207781" y="625285"/>
                </a:lnTo>
                <a:lnTo>
                  <a:pt x="1182497" y="620423"/>
                </a:lnTo>
                <a:lnTo>
                  <a:pt x="1113453" y="607781"/>
                </a:lnTo>
                <a:lnTo>
                  <a:pt x="1074555" y="600001"/>
                </a:lnTo>
                <a:lnTo>
                  <a:pt x="1060941" y="596111"/>
                </a:lnTo>
                <a:lnTo>
                  <a:pt x="1048299" y="592222"/>
                </a:lnTo>
                <a:lnTo>
                  <a:pt x="1036630" y="587359"/>
                </a:lnTo>
                <a:lnTo>
                  <a:pt x="1027878" y="583470"/>
                </a:lnTo>
                <a:lnTo>
                  <a:pt x="1020098" y="579580"/>
                </a:lnTo>
                <a:lnTo>
                  <a:pt x="1014263" y="574718"/>
                </a:lnTo>
                <a:lnTo>
                  <a:pt x="1009401" y="569855"/>
                </a:lnTo>
                <a:lnTo>
                  <a:pt x="1006484" y="564993"/>
                </a:lnTo>
                <a:lnTo>
                  <a:pt x="1002594" y="554296"/>
                </a:lnTo>
                <a:lnTo>
                  <a:pt x="1030795" y="566938"/>
                </a:lnTo>
                <a:lnTo>
                  <a:pt x="1058996" y="577635"/>
                </a:lnTo>
                <a:lnTo>
                  <a:pt x="1087197" y="587360"/>
                </a:lnTo>
                <a:lnTo>
                  <a:pt x="1116370" y="596112"/>
                </a:lnTo>
                <a:lnTo>
                  <a:pt x="1145544" y="602918"/>
                </a:lnTo>
                <a:lnTo>
                  <a:pt x="1174717" y="609726"/>
                </a:lnTo>
                <a:lnTo>
                  <a:pt x="1204863" y="614588"/>
                </a:lnTo>
                <a:lnTo>
                  <a:pt x="1234037" y="618478"/>
                </a:lnTo>
                <a:lnTo>
                  <a:pt x="1248623" y="618478"/>
                </a:lnTo>
                <a:lnTo>
                  <a:pt x="1260293" y="619450"/>
                </a:lnTo>
                <a:lnTo>
                  <a:pt x="1270017" y="620422"/>
                </a:lnTo>
                <a:lnTo>
                  <a:pt x="1277797" y="622368"/>
                </a:lnTo>
                <a:lnTo>
                  <a:pt x="1283632" y="625285"/>
                </a:lnTo>
                <a:lnTo>
                  <a:pt x="1285577" y="628202"/>
                </a:lnTo>
                <a:lnTo>
                  <a:pt x="1287521" y="630147"/>
                </a:lnTo>
                <a:lnTo>
                  <a:pt x="1288494" y="634037"/>
                </a:lnTo>
                <a:lnTo>
                  <a:pt x="1287522" y="637927"/>
                </a:lnTo>
                <a:lnTo>
                  <a:pt x="1285577" y="642789"/>
                </a:lnTo>
                <a:lnTo>
                  <a:pt x="1282659" y="646679"/>
                </a:lnTo>
                <a:lnTo>
                  <a:pt x="1277797" y="650569"/>
                </a:lnTo>
                <a:lnTo>
                  <a:pt x="1271962" y="654458"/>
                </a:lnTo>
                <a:lnTo>
                  <a:pt x="1264183" y="658348"/>
                </a:lnTo>
                <a:lnTo>
                  <a:pt x="1255431" y="662238"/>
                </a:lnTo>
                <a:lnTo>
                  <a:pt x="1235982" y="670017"/>
                </a:lnTo>
                <a:lnTo>
                  <a:pt x="1215560" y="676825"/>
                </a:lnTo>
                <a:lnTo>
                  <a:pt x="1207781" y="680714"/>
                </a:lnTo>
                <a:lnTo>
                  <a:pt x="1199029" y="685576"/>
                </a:lnTo>
                <a:lnTo>
                  <a:pt x="1179580" y="698218"/>
                </a:lnTo>
                <a:lnTo>
                  <a:pt x="1146516" y="722529"/>
                </a:lnTo>
                <a:lnTo>
                  <a:pt x="1140682" y="722529"/>
                </a:lnTo>
                <a:close/>
                <a:moveTo>
                  <a:pt x="909238" y="622367"/>
                </a:moveTo>
                <a:lnTo>
                  <a:pt x="909238" y="622367"/>
                </a:lnTo>
                <a:lnTo>
                  <a:pt x="909463" y="622367"/>
                </a:lnTo>
                <a:close/>
                <a:moveTo>
                  <a:pt x="908266" y="623340"/>
                </a:moveTo>
                <a:lnTo>
                  <a:pt x="908266" y="622367"/>
                </a:lnTo>
                <a:lnTo>
                  <a:pt x="909238" y="622367"/>
                </a:lnTo>
                <a:close/>
                <a:moveTo>
                  <a:pt x="141977" y="301459"/>
                </a:moveTo>
                <a:lnTo>
                  <a:pt x="141977" y="301459"/>
                </a:lnTo>
                <a:lnTo>
                  <a:pt x="141977" y="301459"/>
                </a:lnTo>
                <a:close/>
                <a:moveTo>
                  <a:pt x="142949" y="302431"/>
                </a:moveTo>
                <a:lnTo>
                  <a:pt x="141977" y="301459"/>
                </a:lnTo>
                <a:lnTo>
                  <a:pt x="142949" y="301459"/>
                </a:lnTo>
                <a:close/>
                <a:moveTo>
                  <a:pt x="244084" y="368557"/>
                </a:moveTo>
                <a:lnTo>
                  <a:pt x="241795" y="366956"/>
                </a:lnTo>
                <a:lnTo>
                  <a:pt x="242139" y="366613"/>
                </a:lnTo>
                <a:close/>
                <a:moveTo>
                  <a:pt x="641815" y="565965"/>
                </a:moveTo>
                <a:lnTo>
                  <a:pt x="641815" y="565965"/>
                </a:lnTo>
                <a:lnTo>
                  <a:pt x="644732" y="565965"/>
                </a:lnTo>
                <a:lnTo>
                  <a:pt x="642787" y="565965"/>
                </a:lnTo>
                <a:close/>
                <a:moveTo>
                  <a:pt x="458992" y="489140"/>
                </a:moveTo>
                <a:lnTo>
                  <a:pt x="457050" y="488169"/>
                </a:lnTo>
                <a:lnTo>
                  <a:pt x="458995" y="489141"/>
                </a:lnTo>
                <a:close/>
                <a:moveTo>
                  <a:pt x="333549" y="441491"/>
                </a:moveTo>
                <a:lnTo>
                  <a:pt x="331604" y="439546"/>
                </a:lnTo>
                <a:lnTo>
                  <a:pt x="334521" y="440519"/>
                </a:lnTo>
                <a:lnTo>
                  <a:pt x="334521" y="441491"/>
                </a:lnTo>
                <a:close/>
                <a:moveTo>
                  <a:pt x="339384" y="444409"/>
                </a:moveTo>
                <a:lnTo>
                  <a:pt x="337439" y="442464"/>
                </a:lnTo>
                <a:lnTo>
                  <a:pt x="338411" y="443436"/>
                </a:lnTo>
                <a:lnTo>
                  <a:pt x="340356" y="444408"/>
                </a:lnTo>
                <a:close/>
                <a:moveTo>
                  <a:pt x="448298" y="498866"/>
                </a:moveTo>
                <a:lnTo>
                  <a:pt x="445381" y="495948"/>
                </a:lnTo>
                <a:lnTo>
                  <a:pt x="448298" y="496921"/>
                </a:lnTo>
                <a:lnTo>
                  <a:pt x="449271" y="496921"/>
                </a:lnTo>
                <a:lnTo>
                  <a:pt x="448298" y="495948"/>
                </a:lnTo>
                <a:lnTo>
                  <a:pt x="445381" y="494003"/>
                </a:lnTo>
                <a:lnTo>
                  <a:pt x="442463" y="493031"/>
                </a:lnTo>
                <a:lnTo>
                  <a:pt x="439546" y="492059"/>
                </a:lnTo>
                <a:lnTo>
                  <a:pt x="435656" y="491086"/>
                </a:lnTo>
                <a:lnTo>
                  <a:pt x="436629" y="493031"/>
                </a:lnTo>
                <a:lnTo>
                  <a:pt x="433711" y="491086"/>
                </a:lnTo>
                <a:lnTo>
                  <a:pt x="431766" y="490113"/>
                </a:lnTo>
                <a:lnTo>
                  <a:pt x="428849" y="490114"/>
                </a:lnTo>
                <a:lnTo>
                  <a:pt x="428849" y="489141"/>
                </a:lnTo>
                <a:lnTo>
                  <a:pt x="424959" y="487196"/>
                </a:lnTo>
                <a:lnTo>
                  <a:pt x="423014" y="486224"/>
                </a:lnTo>
                <a:lnTo>
                  <a:pt x="422042" y="487196"/>
                </a:lnTo>
                <a:lnTo>
                  <a:pt x="415235" y="483306"/>
                </a:lnTo>
                <a:lnTo>
                  <a:pt x="407455" y="479417"/>
                </a:lnTo>
                <a:lnTo>
                  <a:pt x="400648" y="475527"/>
                </a:lnTo>
                <a:lnTo>
                  <a:pt x="397730" y="473582"/>
                </a:lnTo>
                <a:lnTo>
                  <a:pt x="395786" y="471637"/>
                </a:lnTo>
                <a:lnTo>
                  <a:pt x="392869" y="470665"/>
                </a:lnTo>
                <a:lnTo>
                  <a:pt x="391896" y="470664"/>
                </a:lnTo>
                <a:lnTo>
                  <a:pt x="392868" y="471637"/>
                </a:lnTo>
                <a:lnTo>
                  <a:pt x="393841" y="471637"/>
                </a:lnTo>
                <a:lnTo>
                  <a:pt x="395786" y="472610"/>
                </a:lnTo>
                <a:lnTo>
                  <a:pt x="393841" y="472610"/>
                </a:lnTo>
                <a:lnTo>
                  <a:pt x="390924" y="470665"/>
                </a:lnTo>
                <a:lnTo>
                  <a:pt x="390924" y="469692"/>
                </a:lnTo>
                <a:lnTo>
                  <a:pt x="391896" y="469692"/>
                </a:lnTo>
                <a:lnTo>
                  <a:pt x="388006" y="467747"/>
                </a:lnTo>
                <a:lnTo>
                  <a:pt x="385089" y="466775"/>
                </a:lnTo>
                <a:lnTo>
                  <a:pt x="381199" y="466775"/>
                </a:lnTo>
                <a:lnTo>
                  <a:pt x="377309" y="463857"/>
                </a:lnTo>
                <a:lnTo>
                  <a:pt x="374392" y="461913"/>
                </a:lnTo>
                <a:lnTo>
                  <a:pt x="369530" y="460940"/>
                </a:lnTo>
                <a:lnTo>
                  <a:pt x="367585" y="458995"/>
                </a:lnTo>
                <a:lnTo>
                  <a:pt x="366613" y="458995"/>
                </a:lnTo>
                <a:lnTo>
                  <a:pt x="367585" y="457050"/>
                </a:lnTo>
                <a:lnTo>
                  <a:pt x="363695" y="455105"/>
                </a:lnTo>
                <a:lnTo>
                  <a:pt x="360777" y="454133"/>
                </a:lnTo>
                <a:lnTo>
                  <a:pt x="357860" y="451216"/>
                </a:lnTo>
                <a:lnTo>
                  <a:pt x="357860" y="452188"/>
                </a:lnTo>
                <a:lnTo>
                  <a:pt x="356887" y="451216"/>
                </a:lnTo>
                <a:lnTo>
                  <a:pt x="353970" y="450243"/>
                </a:lnTo>
                <a:lnTo>
                  <a:pt x="354943" y="450243"/>
                </a:lnTo>
                <a:lnTo>
                  <a:pt x="352998" y="449271"/>
                </a:lnTo>
                <a:lnTo>
                  <a:pt x="350081" y="447326"/>
                </a:lnTo>
                <a:lnTo>
                  <a:pt x="352026" y="449271"/>
                </a:lnTo>
                <a:lnTo>
                  <a:pt x="354943" y="451216"/>
                </a:lnTo>
                <a:lnTo>
                  <a:pt x="349108" y="449271"/>
                </a:lnTo>
                <a:lnTo>
                  <a:pt x="347164" y="447326"/>
                </a:lnTo>
                <a:lnTo>
                  <a:pt x="343274" y="445381"/>
                </a:lnTo>
                <a:lnTo>
                  <a:pt x="340356" y="444408"/>
                </a:lnTo>
                <a:lnTo>
                  <a:pt x="339384" y="442464"/>
                </a:lnTo>
                <a:lnTo>
                  <a:pt x="336467" y="440519"/>
                </a:lnTo>
                <a:lnTo>
                  <a:pt x="334521" y="440519"/>
                </a:lnTo>
                <a:lnTo>
                  <a:pt x="330632" y="437601"/>
                </a:lnTo>
                <a:lnTo>
                  <a:pt x="329659" y="437601"/>
                </a:lnTo>
                <a:lnTo>
                  <a:pt x="327715" y="436629"/>
                </a:lnTo>
                <a:lnTo>
                  <a:pt x="324797" y="435657"/>
                </a:lnTo>
                <a:lnTo>
                  <a:pt x="322852" y="434684"/>
                </a:lnTo>
                <a:lnTo>
                  <a:pt x="320907" y="434684"/>
                </a:lnTo>
                <a:lnTo>
                  <a:pt x="314100" y="429822"/>
                </a:lnTo>
                <a:lnTo>
                  <a:pt x="315072" y="429822"/>
                </a:lnTo>
                <a:lnTo>
                  <a:pt x="311183" y="426904"/>
                </a:lnTo>
                <a:lnTo>
                  <a:pt x="306320" y="424960"/>
                </a:lnTo>
                <a:lnTo>
                  <a:pt x="307293" y="424960"/>
                </a:lnTo>
                <a:lnTo>
                  <a:pt x="303403" y="423015"/>
                </a:lnTo>
                <a:lnTo>
                  <a:pt x="300486" y="421070"/>
                </a:lnTo>
                <a:lnTo>
                  <a:pt x="298541" y="420097"/>
                </a:lnTo>
                <a:lnTo>
                  <a:pt x="298541" y="418152"/>
                </a:lnTo>
                <a:lnTo>
                  <a:pt x="298541" y="417180"/>
                </a:lnTo>
                <a:lnTo>
                  <a:pt x="296596" y="416208"/>
                </a:lnTo>
                <a:lnTo>
                  <a:pt x="293678" y="415235"/>
                </a:lnTo>
                <a:lnTo>
                  <a:pt x="291734" y="414263"/>
                </a:lnTo>
                <a:lnTo>
                  <a:pt x="290761" y="415235"/>
                </a:lnTo>
                <a:lnTo>
                  <a:pt x="290761" y="416208"/>
                </a:lnTo>
                <a:lnTo>
                  <a:pt x="281037" y="409401"/>
                </a:lnTo>
                <a:lnTo>
                  <a:pt x="276175" y="406483"/>
                </a:lnTo>
                <a:lnTo>
                  <a:pt x="271312" y="402593"/>
                </a:lnTo>
                <a:lnTo>
                  <a:pt x="270340" y="402593"/>
                </a:lnTo>
                <a:lnTo>
                  <a:pt x="269368" y="401621"/>
                </a:lnTo>
                <a:lnTo>
                  <a:pt x="254781" y="392869"/>
                </a:lnTo>
                <a:lnTo>
                  <a:pt x="247973" y="388007"/>
                </a:lnTo>
                <a:lnTo>
                  <a:pt x="243112" y="383144"/>
                </a:lnTo>
                <a:lnTo>
                  <a:pt x="244084" y="384117"/>
                </a:lnTo>
                <a:lnTo>
                  <a:pt x="244083" y="383144"/>
                </a:lnTo>
                <a:lnTo>
                  <a:pt x="244083" y="382172"/>
                </a:lnTo>
                <a:lnTo>
                  <a:pt x="242139" y="381200"/>
                </a:lnTo>
                <a:lnTo>
                  <a:pt x="241166" y="380227"/>
                </a:lnTo>
                <a:lnTo>
                  <a:pt x="240194" y="380227"/>
                </a:lnTo>
                <a:lnTo>
                  <a:pt x="240194" y="381199"/>
                </a:lnTo>
                <a:lnTo>
                  <a:pt x="241166" y="383144"/>
                </a:lnTo>
                <a:lnTo>
                  <a:pt x="232414" y="376337"/>
                </a:lnTo>
                <a:lnTo>
                  <a:pt x="225607" y="370502"/>
                </a:lnTo>
                <a:lnTo>
                  <a:pt x="225607" y="371475"/>
                </a:lnTo>
                <a:lnTo>
                  <a:pt x="223663" y="370503"/>
                </a:lnTo>
                <a:lnTo>
                  <a:pt x="223663" y="369530"/>
                </a:lnTo>
                <a:lnTo>
                  <a:pt x="222690" y="368558"/>
                </a:lnTo>
                <a:lnTo>
                  <a:pt x="217827" y="364668"/>
                </a:lnTo>
                <a:lnTo>
                  <a:pt x="216856" y="365640"/>
                </a:lnTo>
                <a:lnTo>
                  <a:pt x="215883" y="363696"/>
                </a:lnTo>
                <a:lnTo>
                  <a:pt x="213938" y="362723"/>
                </a:lnTo>
                <a:lnTo>
                  <a:pt x="212965" y="362723"/>
                </a:lnTo>
                <a:lnTo>
                  <a:pt x="211021" y="360778"/>
                </a:lnTo>
                <a:lnTo>
                  <a:pt x="211021" y="359806"/>
                </a:lnTo>
                <a:lnTo>
                  <a:pt x="205186" y="356888"/>
                </a:lnTo>
                <a:lnTo>
                  <a:pt x="199351" y="352026"/>
                </a:lnTo>
                <a:lnTo>
                  <a:pt x="198379" y="349109"/>
                </a:lnTo>
                <a:lnTo>
                  <a:pt x="195461" y="348136"/>
                </a:lnTo>
                <a:lnTo>
                  <a:pt x="195461" y="349109"/>
                </a:lnTo>
                <a:lnTo>
                  <a:pt x="189627" y="342302"/>
                </a:lnTo>
                <a:lnTo>
                  <a:pt x="186709" y="338412"/>
                </a:lnTo>
                <a:lnTo>
                  <a:pt x="177957" y="333550"/>
                </a:lnTo>
                <a:lnTo>
                  <a:pt x="169205" y="326742"/>
                </a:lnTo>
                <a:lnTo>
                  <a:pt x="151701" y="311183"/>
                </a:lnTo>
                <a:lnTo>
                  <a:pt x="152674" y="311183"/>
                </a:lnTo>
                <a:lnTo>
                  <a:pt x="150729" y="309238"/>
                </a:lnTo>
                <a:lnTo>
                  <a:pt x="149757" y="309238"/>
                </a:lnTo>
                <a:lnTo>
                  <a:pt x="148784" y="308266"/>
                </a:lnTo>
                <a:lnTo>
                  <a:pt x="148784" y="307293"/>
                </a:lnTo>
                <a:lnTo>
                  <a:pt x="148784" y="306321"/>
                </a:lnTo>
                <a:lnTo>
                  <a:pt x="150729" y="306321"/>
                </a:lnTo>
                <a:lnTo>
                  <a:pt x="147812" y="304376"/>
                </a:lnTo>
                <a:lnTo>
                  <a:pt x="145867" y="302431"/>
                </a:lnTo>
                <a:lnTo>
                  <a:pt x="141977" y="300486"/>
                </a:lnTo>
                <a:lnTo>
                  <a:pt x="141977" y="301459"/>
                </a:lnTo>
                <a:lnTo>
                  <a:pt x="140032" y="299514"/>
                </a:lnTo>
                <a:lnTo>
                  <a:pt x="138087" y="297569"/>
                </a:lnTo>
                <a:lnTo>
                  <a:pt x="136142" y="296596"/>
                </a:lnTo>
                <a:lnTo>
                  <a:pt x="136142" y="295624"/>
                </a:lnTo>
                <a:lnTo>
                  <a:pt x="137114" y="295624"/>
                </a:lnTo>
                <a:lnTo>
                  <a:pt x="138087" y="295624"/>
                </a:lnTo>
                <a:lnTo>
                  <a:pt x="135170" y="293679"/>
                </a:lnTo>
                <a:lnTo>
                  <a:pt x="135170" y="292707"/>
                </a:lnTo>
                <a:lnTo>
                  <a:pt x="136142" y="292707"/>
                </a:lnTo>
                <a:lnTo>
                  <a:pt x="139060" y="293679"/>
                </a:lnTo>
                <a:lnTo>
                  <a:pt x="141977" y="294652"/>
                </a:lnTo>
                <a:lnTo>
                  <a:pt x="141977" y="293679"/>
                </a:lnTo>
                <a:lnTo>
                  <a:pt x="140032" y="291734"/>
                </a:lnTo>
                <a:lnTo>
                  <a:pt x="140032" y="290762"/>
                </a:lnTo>
                <a:lnTo>
                  <a:pt x="141004" y="290762"/>
                </a:lnTo>
                <a:lnTo>
                  <a:pt x="141977" y="291734"/>
                </a:lnTo>
                <a:lnTo>
                  <a:pt x="143922" y="292707"/>
                </a:lnTo>
                <a:lnTo>
                  <a:pt x="141977" y="290762"/>
                </a:lnTo>
                <a:lnTo>
                  <a:pt x="138087" y="288817"/>
                </a:lnTo>
                <a:lnTo>
                  <a:pt x="137114" y="288817"/>
                </a:lnTo>
                <a:lnTo>
                  <a:pt x="137114" y="290762"/>
                </a:lnTo>
                <a:lnTo>
                  <a:pt x="134197" y="287844"/>
                </a:lnTo>
                <a:lnTo>
                  <a:pt x="132253" y="287845"/>
                </a:lnTo>
                <a:lnTo>
                  <a:pt x="131280" y="287358"/>
                </a:lnTo>
                <a:lnTo>
                  <a:pt x="130307" y="286872"/>
                </a:lnTo>
                <a:lnTo>
                  <a:pt x="127390" y="284927"/>
                </a:lnTo>
                <a:lnTo>
                  <a:pt x="127390" y="283955"/>
                </a:lnTo>
                <a:lnTo>
                  <a:pt x="128363" y="284927"/>
                </a:lnTo>
                <a:lnTo>
                  <a:pt x="129335" y="285899"/>
                </a:lnTo>
                <a:lnTo>
                  <a:pt x="131280" y="286872"/>
                </a:lnTo>
                <a:lnTo>
                  <a:pt x="130307" y="284927"/>
                </a:lnTo>
                <a:lnTo>
                  <a:pt x="128363" y="282982"/>
                </a:lnTo>
                <a:lnTo>
                  <a:pt x="124473" y="280065"/>
                </a:lnTo>
                <a:lnTo>
                  <a:pt x="125445" y="281037"/>
                </a:lnTo>
                <a:lnTo>
                  <a:pt x="124473" y="282010"/>
                </a:lnTo>
                <a:lnTo>
                  <a:pt x="121555" y="280065"/>
                </a:lnTo>
                <a:lnTo>
                  <a:pt x="121555" y="279092"/>
                </a:lnTo>
                <a:lnTo>
                  <a:pt x="122528" y="279092"/>
                </a:lnTo>
                <a:lnTo>
                  <a:pt x="120583" y="277148"/>
                </a:lnTo>
                <a:lnTo>
                  <a:pt x="117666" y="276175"/>
                </a:lnTo>
                <a:lnTo>
                  <a:pt x="118638" y="277147"/>
                </a:lnTo>
                <a:lnTo>
                  <a:pt x="116693" y="276175"/>
                </a:lnTo>
                <a:lnTo>
                  <a:pt x="114748" y="275203"/>
                </a:lnTo>
                <a:lnTo>
                  <a:pt x="113776" y="273258"/>
                </a:lnTo>
                <a:lnTo>
                  <a:pt x="111831" y="271313"/>
                </a:lnTo>
                <a:lnTo>
                  <a:pt x="112804" y="270340"/>
                </a:lnTo>
                <a:lnTo>
                  <a:pt x="114748" y="271313"/>
                </a:lnTo>
                <a:lnTo>
                  <a:pt x="115721" y="271313"/>
                </a:lnTo>
                <a:lnTo>
                  <a:pt x="114748" y="268395"/>
                </a:lnTo>
                <a:lnTo>
                  <a:pt x="113776" y="268396"/>
                </a:lnTo>
                <a:lnTo>
                  <a:pt x="110858" y="267423"/>
                </a:lnTo>
                <a:lnTo>
                  <a:pt x="109886" y="266450"/>
                </a:lnTo>
                <a:lnTo>
                  <a:pt x="108914" y="266450"/>
                </a:lnTo>
                <a:lnTo>
                  <a:pt x="108914" y="267423"/>
                </a:lnTo>
                <a:lnTo>
                  <a:pt x="108914" y="265478"/>
                </a:lnTo>
                <a:lnTo>
                  <a:pt x="109886" y="265478"/>
                </a:lnTo>
                <a:lnTo>
                  <a:pt x="107941" y="263533"/>
                </a:lnTo>
                <a:lnTo>
                  <a:pt x="105997" y="261588"/>
                </a:lnTo>
                <a:lnTo>
                  <a:pt x="104051" y="260616"/>
                </a:lnTo>
                <a:lnTo>
                  <a:pt x="104051" y="258671"/>
                </a:lnTo>
                <a:lnTo>
                  <a:pt x="102107" y="258671"/>
                </a:lnTo>
                <a:lnTo>
                  <a:pt x="101134" y="254781"/>
                </a:lnTo>
                <a:lnTo>
                  <a:pt x="96272" y="250891"/>
                </a:lnTo>
                <a:lnTo>
                  <a:pt x="95299" y="248946"/>
                </a:lnTo>
                <a:lnTo>
                  <a:pt x="94327" y="247974"/>
                </a:lnTo>
                <a:lnTo>
                  <a:pt x="95299" y="247002"/>
                </a:lnTo>
                <a:lnTo>
                  <a:pt x="92382" y="244084"/>
                </a:lnTo>
                <a:lnTo>
                  <a:pt x="91409" y="243112"/>
                </a:lnTo>
                <a:lnTo>
                  <a:pt x="90437" y="244084"/>
                </a:lnTo>
                <a:lnTo>
                  <a:pt x="92382" y="246029"/>
                </a:lnTo>
                <a:lnTo>
                  <a:pt x="93354" y="247974"/>
                </a:lnTo>
                <a:lnTo>
                  <a:pt x="92382" y="247002"/>
                </a:lnTo>
                <a:lnTo>
                  <a:pt x="88492" y="244084"/>
                </a:lnTo>
                <a:lnTo>
                  <a:pt x="89465" y="243112"/>
                </a:lnTo>
                <a:lnTo>
                  <a:pt x="87520" y="241167"/>
                </a:lnTo>
                <a:lnTo>
                  <a:pt x="85575" y="239222"/>
                </a:lnTo>
                <a:lnTo>
                  <a:pt x="85575" y="238250"/>
                </a:lnTo>
                <a:lnTo>
                  <a:pt x="83630" y="237277"/>
                </a:lnTo>
                <a:lnTo>
                  <a:pt x="82657" y="235332"/>
                </a:lnTo>
                <a:lnTo>
                  <a:pt x="82657" y="234360"/>
                </a:lnTo>
                <a:lnTo>
                  <a:pt x="82657" y="233387"/>
                </a:lnTo>
                <a:lnTo>
                  <a:pt x="80713" y="231442"/>
                </a:lnTo>
                <a:lnTo>
                  <a:pt x="84602" y="234360"/>
                </a:lnTo>
                <a:lnTo>
                  <a:pt x="82657" y="232415"/>
                </a:lnTo>
                <a:lnTo>
                  <a:pt x="81685" y="229498"/>
                </a:lnTo>
                <a:lnTo>
                  <a:pt x="76823" y="227553"/>
                </a:lnTo>
                <a:lnTo>
                  <a:pt x="75850" y="226580"/>
                </a:lnTo>
                <a:lnTo>
                  <a:pt x="74878" y="225608"/>
                </a:lnTo>
                <a:lnTo>
                  <a:pt x="74878" y="224635"/>
                </a:lnTo>
                <a:lnTo>
                  <a:pt x="73906" y="223663"/>
                </a:lnTo>
                <a:lnTo>
                  <a:pt x="76823" y="226580"/>
                </a:lnTo>
                <a:lnTo>
                  <a:pt x="76823" y="224635"/>
                </a:lnTo>
                <a:lnTo>
                  <a:pt x="73905" y="219773"/>
                </a:lnTo>
                <a:lnTo>
                  <a:pt x="70988" y="217828"/>
                </a:lnTo>
                <a:lnTo>
                  <a:pt x="70016" y="217828"/>
                </a:lnTo>
                <a:lnTo>
                  <a:pt x="69043" y="216856"/>
                </a:lnTo>
                <a:lnTo>
                  <a:pt x="69043" y="215883"/>
                </a:lnTo>
                <a:lnTo>
                  <a:pt x="70016" y="215883"/>
                </a:lnTo>
                <a:lnTo>
                  <a:pt x="69043" y="213938"/>
                </a:lnTo>
                <a:lnTo>
                  <a:pt x="68071" y="213938"/>
                </a:lnTo>
                <a:lnTo>
                  <a:pt x="68071" y="214911"/>
                </a:lnTo>
                <a:lnTo>
                  <a:pt x="67098" y="213938"/>
                </a:lnTo>
                <a:lnTo>
                  <a:pt x="63208" y="203242"/>
                </a:lnTo>
                <a:lnTo>
                  <a:pt x="67098" y="206159"/>
                </a:lnTo>
                <a:lnTo>
                  <a:pt x="65154" y="204214"/>
                </a:lnTo>
                <a:lnTo>
                  <a:pt x="67098" y="204214"/>
                </a:lnTo>
                <a:lnTo>
                  <a:pt x="67098" y="203242"/>
                </a:lnTo>
                <a:lnTo>
                  <a:pt x="67098" y="202269"/>
                </a:lnTo>
                <a:lnTo>
                  <a:pt x="68070" y="202269"/>
                </a:lnTo>
                <a:lnTo>
                  <a:pt x="66126" y="200324"/>
                </a:lnTo>
                <a:lnTo>
                  <a:pt x="64181" y="197407"/>
                </a:lnTo>
                <a:lnTo>
                  <a:pt x="64181" y="199352"/>
                </a:lnTo>
                <a:lnTo>
                  <a:pt x="63209" y="199352"/>
                </a:lnTo>
                <a:lnTo>
                  <a:pt x="61264" y="198379"/>
                </a:lnTo>
                <a:lnTo>
                  <a:pt x="58347" y="196434"/>
                </a:lnTo>
                <a:lnTo>
                  <a:pt x="57374" y="195462"/>
                </a:lnTo>
                <a:lnTo>
                  <a:pt x="56401" y="196434"/>
                </a:lnTo>
                <a:lnTo>
                  <a:pt x="54457" y="192545"/>
                </a:lnTo>
                <a:lnTo>
                  <a:pt x="54457" y="189627"/>
                </a:lnTo>
                <a:lnTo>
                  <a:pt x="54457" y="187682"/>
                </a:lnTo>
                <a:lnTo>
                  <a:pt x="51539" y="183792"/>
                </a:lnTo>
                <a:lnTo>
                  <a:pt x="51539" y="181848"/>
                </a:lnTo>
                <a:lnTo>
                  <a:pt x="51539" y="180875"/>
                </a:lnTo>
                <a:lnTo>
                  <a:pt x="50567" y="177958"/>
                </a:lnTo>
                <a:lnTo>
                  <a:pt x="48622" y="174068"/>
                </a:lnTo>
                <a:lnTo>
                  <a:pt x="46677" y="173096"/>
                </a:lnTo>
                <a:lnTo>
                  <a:pt x="46677" y="174068"/>
                </a:lnTo>
                <a:lnTo>
                  <a:pt x="46677" y="175041"/>
                </a:lnTo>
                <a:lnTo>
                  <a:pt x="47649" y="176013"/>
                </a:lnTo>
                <a:lnTo>
                  <a:pt x="46677" y="176013"/>
                </a:lnTo>
                <a:lnTo>
                  <a:pt x="43760" y="170178"/>
                </a:lnTo>
                <a:lnTo>
                  <a:pt x="42787" y="169206"/>
                </a:lnTo>
                <a:lnTo>
                  <a:pt x="41815" y="167261"/>
                </a:lnTo>
                <a:lnTo>
                  <a:pt x="42787" y="171151"/>
                </a:lnTo>
                <a:lnTo>
                  <a:pt x="41815" y="173096"/>
                </a:lnTo>
                <a:lnTo>
                  <a:pt x="39870" y="169206"/>
                </a:lnTo>
                <a:lnTo>
                  <a:pt x="40842" y="169206"/>
                </a:lnTo>
                <a:lnTo>
                  <a:pt x="38897" y="166288"/>
                </a:lnTo>
                <a:lnTo>
                  <a:pt x="37925" y="165316"/>
                </a:lnTo>
                <a:lnTo>
                  <a:pt x="36952" y="164344"/>
                </a:lnTo>
                <a:lnTo>
                  <a:pt x="35007" y="161426"/>
                </a:lnTo>
                <a:lnTo>
                  <a:pt x="35007" y="158509"/>
                </a:lnTo>
                <a:lnTo>
                  <a:pt x="36953" y="160454"/>
                </a:lnTo>
                <a:lnTo>
                  <a:pt x="37925" y="163371"/>
                </a:lnTo>
                <a:lnTo>
                  <a:pt x="39870" y="165316"/>
                </a:lnTo>
                <a:lnTo>
                  <a:pt x="40842" y="165316"/>
                </a:lnTo>
                <a:lnTo>
                  <a:pt x="37925" y="160454"/>
                </a:lnTo>
                <a:lnTo>
                  <a:pt x="36953" y="159158"/>
                </a:lnTo>
                <a:lnTo>
                  <a:pt x="36953" y="155592"/>
                </a:lnTo>
                <a:lnTo>
                  <a:pt x="35980" y="153647"/>
                </a:lnTo>
                <a:lnTo>
                  <a:pt x="35007" y="151702"/>
                </a:lnTo>
                <a:lnTo>
                  <a:pt x="36952" y="153647"/>
                </a:lnTo>
                <a:lnTo>
                  <a:pt x="35980" y="149757"/>
                </a:lnTo>
                <a:lnTo>
                  <a:pt x="35980" y="147812"/>
                </a:lnTo>
                <a:lnTo>
                  <a:pt x="36952" y="145867"/>
                </a:lnTo>
                <a:lnTo>
                  <a:pt x="35007" y="142950"/>
                </a:lnTo>
                <a:lnTo>
                  <a:pt x="34035" y="142950"/>
                </a:lnTo>
                <a:lnTo>
                  <a:pt x="34035" y="143922"/>
                </a:lnTo>
                <a:lnTo>
                  <a:pt x="33063" y="144894"/>
                </a:lnTo>
                <a:lnTo>
                  <a:pt x="29173" y="136143"/>
                </a:lnTo>
                <a:lnTo>
                  <a:pt x="25283" y="130308"/>
                </a:lnTo>
                <a:lnTo>
                  <a:pt x="25283" y="129336"/>
                </a:lnTo>
                <a:lnTo>
                  <a:pt x="26255" y="128363"/>
                </a:lnTo>
                <a:lnTo>
                  <a:pt x="28200" y="130308"/>
                </a:lnTo>
                <a:lnTo>
                  <a:pt x="23338" y="119611"/>
                </a:lnTo>
                <a:lnTo>
                  <a:pt x="19448" y="108914"/>
                </a:lnTo>
                <a:lnTo>
                  <a:pt x="19448" y="109886"/>
                </a:lnTo>
                <a:lnTo>
                  <a:pt x="18476" y="109886"/>
                </a:lnTo>
                <a:lnTo>
                  <a:pt x="17503" y="106969"/>
                </a:lnTo>
                <a:lnTo>
                  <a:pt x="16531" y="104052"/>
                </a:lnTo>
                <a:lnTo>
                  <a:pt x="16531" y="103079"/>
                </a:lnTo>
                <a:lnTo>
                  <a:pt x="17503" y="103079"/>
                </a:lnTo>
                <a:lnTo>
                  <a:pt x="16531" y="101135"/>
                </a:lnTo>
                <a:lnTo>
                  <a:pt x="17503" y="100162"/>
                </a:lnTo>
                <a:lnTo>
                  <a:pt x="17503" y="98217"/>
                </a:lnTo>
                <a:lnTo>
                  <a:pt x="13613" y="90437"/>
                </a:lnTo>
                <a:lnTo>
                  <a:pt x="10696" y="82658"/>
                </a:lnTo>
                <a:lnTo>
                  <a:pt x="9724" y="75851"/>
                </a:lnTo>
                <a:lnTo>
                  <a:pt x="7779" y="70016"/>
                </a:lnTo>
                <a:lnTo>
                  <a:pt x="4862" y="58347"/>
                </a:lnTo>
                <a:lnTo>
                  <a:pt x="4862" y="56402"/>
                </a:lnTo>
                <a:lnTo>
                  <a:pt x="5834" y="55429"/>
                </a:lnTo>
                <a:lnTo>
                  <a:pt x="6807" y="55429"/>
                </a:lnTo>
                <a:lnTo>
                  <a:pt x="6806" y="53484"/>
                </a:lnTo>
                <a:lnTo>
                  <a:pt x="5834" y="51539"/>
                </a:lnTo>
                <a:lnTo>
                  <a:pt x="5834" y="52512"/>
                </a:lnTo>
                <a:lnTo>
                  <a:pt x="4861" y="52512"/>
                </a:lnTo>
                <a:lnTo>
                  <a:pt x="4861" y="50567"/>
                </a:lnTo>
                <a:lnTo>
                  <a:pt x="4862" y="44732"/>
                </a:lnTo>
                <a:lnTo>
                  <a:pt x="3889" y="39870"/>
                </a:lnTo>
                <a:lnTo>
                  <a:pt x="2917" y="35980"/>
                </a:lnTo>
                <a:lnTo>
                  <a:pt x="3889" y="35980"/>
                </a:lnTo>
                <a:lnTo>
                  <a:pt x="4862" y="36953"/>
                </a:lnTo>
                <a:lnTo>
                  <a:pt x="4862" y="34035"/>
                </a:lnTo>
                <a:lnTo>
                  <a:pt x="3889" y="31118"/>
                </a:lnTo>
                <a:lnTo>
                  <a:pt x="2917" y="24311"/>
                </a:lnTo>
                <a:lnTo>
                  <a:pt x="1944" y="27228"/>
                </a:lnTo>
                <a:lnTo>
                  <a:pt x="972" y="22366"/>
                </a:lnTo>
                <a:lnTo>
                  <a:pt x="972" y="17504"/>
                </a:lnTo>
                <a:lnTo>
                  <a:pt x="0" y="8752"/>
                </a:lnTo>
                <a:lnTo>
                  <a:pt x="971" y="8752"/>
                </a:lnTo>
                <a:lnTo>
                  <a:pt x="972" y="4862"/>
                </a:lnTo>
                <a:lnTo>
                  <a:pt x="1884" y="3038"/>
                </a:lnTo>
                <a:lnTo>
                  <a:pt x="3890" y="9724"/>
                </a:lnTo>
                <a:lnTo>
                  <a:pt x="3890" y="10697"/>
                </a:lnTo>
                <a:lnTo>
                  <a:pt x="2917" y="9724"/>
                </a:lnTo>
                <a:lnTo>
                  <a:pt x="2917" y="8752"/>
                </a:lnTo>
                <a:lnTo>
                  <a:pt x="1944" y="8752"/>
                </a:lnTo>
                <a:lnTo>
                  <a:pt x="1944" y="13614"/>
                </a:lnTo>
                <a:lnTo>
                  <a:pt x="2917" y="13614"/>
                </a:lnTo>
                <a:lnTo>
                  <a:pt x="2917" y="14587"/>
                </a:lnTo>
                <a:lnTo>
                  <a:pt x="4667" y="18087"/>
                </a:lnTo>
                <a:lnTo>
                  <a:pt x="5658" y="22543"/>
                </a:lnTo>
                <a:lnTo>
                  <a:pt x="4862" y="23339"/>
                </a:lnTo>
                <a:lnTo>
                  <a:pt x="4862" y="24311"/>
                </a:lnTo>
                <a:lnTo>
                  <a:pt x="5834" y="25283"/>
                </a:lnTo>
                <a:lnTo>
                  <a:pt x="6806" y="27228"/>
                </a:lnTo>
                <a:lnTo>
                  <a:pt x="7779" y="34035"/>
                </a:lnTo>
                <a:lnTo>
                  <a:pt x="7779" y="36953"/>
                </a:lnTo>
                <a:lnTo>
                  <a:pt x="8752" y="40842"/>
                </a:lnTo>
                <a:lnTo>
                  <a:pt x="9724" y="44733"/>
                </a:lnTo>
                <a:lnTo>
                  <a:pt x="9724" y="48622"/>
                </a:lnTo>
                <a:lnTo>
                  <a:pt x="7779" y="44732"/>
                </a:lnTo>
                <a:lnTo>
                  <a:pt x="5834" y="40843"/>
                </a:lnTo>
                <a:lnTo>
                  <a:pt x="6806" y="48622"/>
                </a:lnTo>
                <a:lnTo>
                  <a:pt x="8751" y="50567"/>
                </a:lnTo>
                <a:lnTo>
                  <a:pt x="10696" y="55429"/>
                </a:lnTo>
                <a:lnTo>
                  <a:pt x="10696" y="56402"/>
                </a:lnTo>
                <a:lnTo>
                  <a:pt x="12641" y="60292"/>
                </a:lnTo>
                <a:lnTo>
                  <a:pt x="13614" y="62236"/>
                </a:lnTo>
                <a:lnTo>
                  <a:pt x="14586" y="65154"/>
                </a:lnTo>
                <a:lnTo>
                  <a:pt x="17503" y="79741"/>
                </a:lnTo>
                <a:lnTo>
                  <a:pt x="20421" y="91410"/>
                </a:lnTo>
                <a:lnTo>
                  <a:pt x="19449" y="92382"/>
                </a:lnTo>
                <a:lnTo>
                  <a:pt x="22366" y="96272"/>
                </a:lnTo>
                <a:lnTo>
                  <a:pt x="23338" y="100162"/>
                </a:lnTo>
                <a:lnTo>
                  <a:pt x="27228" y="109886"/>
                </a:lnTo>
                <a:lnTo>
                  <a:pt x="29173" y="116694"/>
                </a:lnTo>
                <a:lnTo>
                  <a:pt x="32091" y="123501"/>
                </a:lnTo>
                <a:lnTo>
                  <a:pt x="35008" y="129335"/>
                </a:lnTo>
                <a:lnTo>
                  <a:pt x="35980" y="133225"/>
                </a:lnTo>
                <a:lnTo>
                  <a:pt x="41814" y="144895"/>
                </a:lnTo>
                <a:lnTo>
                  <a:pt x="47649" y="154619"/>
                </a:lnTo>
                <a:lnTo>
                  <a:pt x="58346" y="176013"/>
                </a:lnTo>
                <a:lnTo>
                  <a:pt x="56402" y="174068"/>
                </a:lnTo>
                <a:lnTo>
                  <a:pt x="57374" y="176013"/>
                </a:lnTo>
                <a:lnTo>
                  <a:pt x="57374" y="176985"/>
                </a:lnTo>
                <a:lnTo>
                  <a:pt x="57374" y="177958"/>
                </a:lnTo>
                <a:lnTo>
                  <a:pt x="58346" y="178930"/>
                </a:lnTo>
                <a:lnTo>
                  <a:pt x="58346" y="177958"/>
                </a:lnTo>
                <a:lnTo>
                  <a:pt x="59319" y="179903"/>
                </a:lnTo>
                <a:lnTo>
                  <a:pt x="63208" y="183792"/>
                </a:lnTo>
                <a:lnTo>
                  <a:pt x="66126" y="188655"/>
                </a:lnTo>
                <a:lnTo>
                  <a:pt x="70015" y="194489"/>
                </a:lnTo>
                <a:lnTo>
                  <a:pt x="76823" y="203241"/>
                </a:lnTo>
                <a:lnTo>
                  <a:pt x="76823" y="204214"/>
                </a:lnTo>
                <a:lnTo>
                  <a:pt x="79740" y="208104"/>
                </a:lnTo>
                <a:lnTo>
                  <a:pt x="83630" y="212966"/>
                </a:lnTo>
                <a:lnTo>
                  <a:pt x="90437" y="223663"/>
                </a:lnTo>
                <a:lnTo>
                  <a:pt x="90437" y="225608"/>
                </a:lnTo>
                <a:lnTo>
                  <a:pt x="92382" y="228525"/>
                </a:lnTo>
                <a:lnTo>
                  <a:pt x="97244" y="232415"/>
                </a:lnTo>
                <a:lnTo>
                  <a:pt x="102106" y="238250"/>
                </a:lnTo>
                <a:lnTo>
                  <a:pt x="113776" y="251864"/>
                </a:lnTo>
                <a:lnTo>
                  <a:pt x="133225" y="272285"/>
                </a:lnTo>
                <a:lnTo>
                  <a:pt x="142949" y="282982"/>
                </a:lnTo>
                <a:lnTo>
                  <a:pt x="153646" y="292707"/>
                </a:lnTo>
                <a:lnTo>
                  <a:pt x="153646" y="294651"/>
                </a:lnTo>
                <a:lnTo>
                  <a:pt x="165316" y="303404"/>
                </a:lnTo>
                <a:lnTo>
                  <a:pt x="176012" y="314100"/>
                </a:lnTo>
                <a:lnTo>
                  <a:pt x="187682" y="323825"/>
                </a:lnTo>
                <a:lnTo>
                  <a:pt x="197406" y="332577"/>
                </a:lnTo>
                <a:lnTo>
                  <a:pt x="195461" y="332577"/>
                </a:lnTo>
                <a:lnTo>
                  <a:pt x="201296" y="337439"/>
                </a:lnTo>
                <a:lnTo>
                  <a:pt x="203241" y="338412"/>
                </a:lnTo>
                <a:lnTo>
                  <a:pt x="204214" y="338412"/>
                </a:lnTo>
                <a:lnTo>
                  <a:pt x="204214" y="337439"/>
                </a:lnTo>
                <a:lnTo>
                  <a:pt x="211021" y="343274"/>
                </a:lnTo>
                <a:lnTo>
                  <a:pt x="213938" y="346191"/>
                </a:lnTo>
                <a:lnTo>
                  <a:pt x="215883" y="348136"/>
                </a:lnTo>
                <a:lnTo>
                  <a:pt x="220745" y="352026"/>
                </a:lnTo>
                <a:lnTo>
                  <a:pt x="225607" y="353971"/>
                </a:lnTo>
                <a:lnTo>
                  <a:pt x="234360" y="361751"/>
                </a:lnTo>
                <a:lnTo>
                  <a:pt x="241795" y="366956"/>
                </a:lnTo>
                <a:lnTo>
                  <a:pt x="241167" y="367585"/>
                </a:lnTo>
                <a:lnTo>
                  <a:pt x="243111" y="368557"/>
                </a:lnTo>
                <a:lnTo>
                  <a:pt x="248946" y="373420"/>
                </a:lnTo>
                <a:lnTo>
                  <a:pt x="250891" y="374392"/>
                </a:lnTo>
                <a:lnTo>
                  <a:pt x="251863" y="374392"/>
                </a:lnTo>
                <a:lnTo>
                  <a:pt x="251863" y="373420"/>
                </a:lnTo>
                <a:lnTo>
                  <a:pt x="257698" y="378282"/>
                </a:lnTo>
                <a:lnTo>
                  <a:pt x="265478" y="383145"/>
                </a:lnTo>
                <a:lnTo>
                  <a:pt x="273257" y="388007"/>
                </a:lnTo>
                <a:lnTo>
                  <a:pt x="279092" y="392869"/>
                </a:lnTo>
                <a:lnTo>
                  <a:pt x="280065" y="392869"/>
                </a:lnTo>
                <a:lnTo>
                  <a:pt x="282009" y="393841"/>
                </a:lnTo>
                <a:lnTo>
                  <a:pt x="293679" y="401621"/>
                </a:lnTo>
                <a:lnTo>
                  <a:pt x="299513" y="404538"/>
                </a:lnTo>
                <a:lnTo>
                  <a:pt x="304375" y="407455"/>
                </a:lnTo>
                <a:lnTo>
                  <a:pt x="304375" y="408428"/>
                </a:lnTo>
                <a:lnTo>
                  <a:pt x="303403" y="408428"/>
                </a:lnTo>
                <a:lnTo>
                  <a:pt x="305348" y="409401"/>
                </a:lnTo>
                <a:lnTo>
                  <a:pt x="306321" y="409401"/>
                </a:lnTo>
                <a:lnTo>
                  <a:pt x="308265" y="409400"/>
                </a:lnTo>
                <a:lnTo>
                  <a:pt x="317990" y="415235"/>
                </a:lnTo>
                <a:lnTo>
                  <a:pt x="326742" y="421070"/>
                </a:lnTo>
                <a:lnTo>
                  <a:pt x="335494" y="427877"/>
                </a:lnTo>
                <a:lnTo>
                  <a:pt x="345218" y="432739"/>
                </a:lnTo>
                <a:lnTo>
                  <a:pt x="408427" y="464830"/>
                </a:lnTo>
                <a:lnTo>
                  <a:pt x="408428" y="465802"/>
                </a:lnTo>
                <a:lnTo>
                  <a:pt x="414262" y="467747"/>
                </a:lnTo>
                <a:lnTo>
                  <a:pt x="420097" y="470665"/>
                </a:lnTo>
                <a:lnTo>
                  <a:pt x="424959" y="473582"/>
                </a:lnTo>
                <a:lnTo>
                  <a:pt x="430794" y="475527"/>
                </a:lnTo>
                <a:lnTo>
                  <a:pt x="433711" y="477472"/>
                </a:lnTo>
                <a:lnTo>
                  <a:pt x="435656" y="477472"/>
                </a:lnTo>
                <a:lnTo>
                  <a:pt x="435656" y="478444"/>
                </a:lnTo>
                <a:lnTo>
                  <a:pt x="440519" y="480389"/>
                </a:lnTo>
                <a:lnTo>
                  <a:pt x="446353" y="483306"/>
                </a:lnTo>
                <a:lnTo>
                  <a:pt x="452188" y="486224"/>
                </a:lnTo>
                <a:lnTo>
                  <a:pt x="458992" y="489140"/>
                </a:lnTo>
                <a:lnTo>
                  <a:pt x="462885" y="491086"/>
                </a:lnTo>
                <a:lnTo>
                  <a:pt x="468719" y="493031"/>
                </a:lnTo>
                <a:lnTo>
                  <a:pt x="481362" y="498866"/>
                </a:lnTo>
                <a:lnTo>
                  <a:pt x="477472" y="497893"/>
                </a:lnTo>
                <a:lnTo>
                  <a:pt x="480389" y="499838"/>
                </a:lnTo>
                <a:lnTo>
                  <a:pt x="483306" y="499838"/>
                </a:lnTo>
                <a:lnTo>
                  <a:pt x="486223" y="500810"/>
                </a:lnTo>
                <a:lnTo>
                  <a:pt x="487196" y="502755"/>
                </a:lnTo>
                <a:lnTo>
                  <a:pt x="489141" y="502755"/>
                </a:lnTo>
                <a:lnTo>
                  <a:pt x="488168" y="501783"/>
                </a:lnTo>
                <a:lnTo>
                  <a:pt x="502755" y="508590"/>
                </a:lnTo>
                <a:lnTo>
                  <a:pt x="517342" y="513452"/>
                </a:lnTo>
                <a:lnTo>
                  <a:pt x="548460" y="524149"/>
                </a:lnTo>
                <a:lnTo>
                  <a:pt x="554295" y="527067"/>
                </a:lnTo>
                <a:lnTo>
                  <a:pt x="555267" y="528039"/>
                </a:lnTo>
                <a:lnTo>
                  <a:pt x="555267" y="529012"/>
                </a:lnTo>
                <a:lnTo>
                  <a:pt x="560129" y="529984"/>
                </a:lnTo>
                <a:lnTo>
                  <a:pt x="561102" y="529984"/>
                </a:lnTo>
                <a:lnTo>
                  <a:pt x="564019" y="530956"/>
                </a:lnTo>
                <a:lnTo>
                  <a:pt x="565964" y="532901"/>
                </a:lnTo>
                <a:lnTo>
                  <a:pt x="567909" y="533874"/>
                </a:lnTo>
                <a:lnTo>
                  <a:pt x="570826" y="534846"/>
                </a:lnTo>
                <a:lnTo>
                  <a:pt x="570826" y="533874"/>
                </a:lnTo>
                <a:lnTo>
                  <a:pt x="571799" y="533874"/>
                </a:lnTo>
                <a:lnTo>
                  <a:pt x="573744" y="533874"/>
                </a:lnTo>
                <a:lnTo>
                  <a:pt x="582496" y="538736"/>
                </a:lnTo>
                <a:lnTo>
                  <a:pt x="586386" y="539709"/>
                </a:lnTo>
                <a:lnTo>
                  <a:pt x="591248" y="541653"/>
                </a:lnTo>
                <a:lnTo>
                  <a:pt x="590276" y="541653"/>
                </a:lnTo>
                <a:lnTo>
                  <a:pt x="597082" y="542626"/>
                </a:lnTo>
                <a:lnTo>
                  <a:pt x="603889" y="544571"/>
                </a:lnTo>
                <a:lnTo>
                  <a:pt x="609724" y="546516"/>
                </a:lnTo>
                <a:lnTo>
                  <a:pt x="615559" y="546516"/>
                </a:lnTo>
                <a:lnTo>
                  <a:pt x="650567" y="556241"/>
                </a:lnTo>
                <a:lnTo>
                  <a:pt x="684603" y="565965"/>
                </a:lnTo>
                <a:lnTo>
                  <a:pt x="752674" y="581525"/>
                </a:lnTo>
                <a:lnTo>
                  <a:pt x="786710" y="589304"/>
                </a:lnTo>
                <a:lnTo>
                  <a:pt x="819773" y="596111"/>
                </a:lnTo>
                <a:lnTo>
                  <a:pt x="888817" y="608753"/>
                </a:lnTo>
                <a:lnTo>
                  <a:pt x="899514" y="611670"/>
                </a:lnTo>
                <a:lnTo>
                  <a:pt x="912155" y="613615"/>
                </a:lnTo>
                <a:lnTo>
                  <a:pt x="911183" y="613615"/>
                </a:lnTo>
                <a:lnTo>
                  <a:pt x="912156" y="613615"/>
                </a:lnTo>
                <a:lnTo>
                  <a:pt x="912155" y="613615"/>
                </a:lnTo>
                <a:lnTo>
                  <a:pt x="913128" y="613615"/>
                </a:lnTo>
                <a:lnTo>
                  <a:pt x="916046" y="613615"/>
                </a:lnTo>
                <a:lnTo>
                  <a:pt x="918963" y="613615"/>
                </a:lnTo>
                <a:lnTo>
                  <a:pt x="921880" y="613615"/>
                </a:lnTo>
                <a:lnTo>
                  <a:pt x="946191" y="617505"/>
                </a:lnTo>
                <a:lnTo>
                  <a:pt x="972448" y="620422"/>
                </a:lnTo>
                <a:lnTo>
                  <a:pt x="969530" y="620422"/>
                </a:lnTo>
                <a:lnTo>
                  <a:pt x="969530" y="621395"/>
                </a:lnTo>
                <a:lnTo>
                  <a:pt x="971475" y="621395"/>
                </a:lnTo>
                <a:lnTo>
                  <a:pt x="975365" y="620422"/>
                </a:lnTo>
                <a:lnTo>
                  <a:pt x="975365" y="621395"/>
                </a:lnTo>
                <a:lnTo>
                  <a:pt x="978282" y="621395"/>
                </a:lnTo>
                <a:lnTo>
                  <a:pt x="979164" y="620513"/>
                </a:lnTo>
                <a:lnTo>
                  <a:pt x="1044409" y="627229"/>
                </a:lnTo>
                <a:lnTo>
                  <a:pt x="1077472" y="631119"/>
                </a:lnTo>
                <a:lnTo>
                  <a:pt x="1110535" y="633064"/>
                </a:lnTo>
                <a:lnTo>
                  <a:pt x="1119287" y="634037"/>
                </a:lnTo>
                <a:lnTo>
                  <a:pt x="1129012" y="634037"/>
                </a:lnTo>
                <a:lnTo>
                  <a:pt x="1147488" y="635009"/>
                </a:lnTo>
                <a:lnTo>
                  <a:pt x="1171799" y="636954"/>
                </a:lnTo>
                <a:lnTo>
                  <a:pt x="1196111" y="638899"/>
                </a:lnTo>
                <a:lnTo>
                  <a:pt x="1220422" y="638899"/>
                </a:lnTo>
                <a:lnTo>
                  <a:pt x="1243275" y="638899"/>
                </a:lnTo>
                <a:lnTo>
                  <a:pt x="1243761" y="639871"/>
                </a:lnTo>
                <a:lnTo>
                  <a:pt x="1241816" y="640844"/>
                </a:lnTo>
                <a:lnTo>
                  <a:pt x="1235981" y="642788"/>
                </a:lnTo>
                <a:lnTo>
                  <a:pt x="1227229" y="643761"/>
                </a:lnTo>
                <a:lnTo>
                  <a:pt x="1212642" y="644733"/>
                </a:lnTo>
                <a:lnTo>
                  <a:pt x="1197083" y="644733"/>
                </a:lnTo>
                <a:lnTo>
                  <a:pt x="1180551" y="644733"/>
                </a:lnTo>
                <a:lnTo>
                  <a:pt x="1164992" y="644733"/>
                </a:lnTo>
                <a:lnTo>
                  <a:pt x="1164020" y="644733"/>
                </a:lnTo>
                <a:lnTo>
                  <a:pt x="1164020" y="643761"/>
                </a:lnTo>
                <a:lnTo>
                  <a:pt x="1163047" y="642789"/>
                </a:lnTo>
                <a:lnTo>
                  <a:pt x="1161102" y="642789"/>
                </a:lnTo>
                <a:lnTo>
                  <a:pt x="1144571" y="643761"/>
                </a:lnTo>
                <a:lnTo>
                  <a:pt x="1126095" y="642789"/>
                </a:lnTo>
                <a:lnTo>
                  <a:pt x="1106645" y="640844"/>
                </a:lnTo>
                <a:lnTo>
                  <a:pt x="1088169" y="637926"/>
                </a:lnTo>
                <a:lnTo>
                  <a:pt x="1089141" y="637926"/>
                </a:lnTo>
                <a:lnTo>
                  <a:pt x="1082334" y="637926"/>
                </a:lnTo>
                <a:lnTo>
                  <a:pt x="1074555" y="637926"/>
                </a:lnTo>
                <a:lnTo>
                  <a:pt x="1075527" y="637926"/>
                </a:lnTo>
                <a:lnTo>
                  <a:pt x="1075527" y="636954"/>
                </a:lnTo>
                <a:lnTo>
                  <a:pt x="1073582" y="636954"/>
                </a:lnTo>
                <a:lnTo>
                  <a:pt x="1069693" y="636954"/>
                </a:lnTo>
                <a:lnTo>
                  <a:pt x="1064830" y="637927"/>
                </a:lnTo>
                <a:lnTo>
                  <a:pt x="1062885" y="636954"/>
                </a:lnTo>
                <a:lnTo>
                  <a:pt x="1060941" y="635981"/>
                </a:lnTo>
                <a:lnTo>
                  <a:pt x="1058023" y="636954"/>
                </a:lnTo>
                <a:lnTo>
                  <a:pt x="1051216" y="636954"/>
                </a:lnTo>
                <a:lnTo>
                  <a:pt x="1044409" y="636954"/>
                </a:lnTo>
                <a:lnTo>
                  <a:pt x="1036629" y="635982"/>
                </a:lnTo>
                <a:lnTo>
                  <a:pt x="1028849" y="635009"/>
                </a:lnTo>
                <a:lnTo>
                  <a:pt x="1029822" y="635009"/>
                </a:lnTo>
                <a:lnTo>
                  <a:pt x="1017180" y="634037"/>
                </a:lnTo>
                <a:lnTo>
                  <a:pt x="1002593" y="633064"/>
                </a:lnTo>
                <a:lnTo>
                  <a:pt x="974392" y="631119"/>
                </a:lnTo>
                <a:lnTo>
                  <a:pt x="975365" y="630147"/>
                </a:lnTo>
                <a:lnTo>
                  <a:pt x="975365" y="629174"/>
                </a:lnTo>
                <a:lnTo>
                  <a:pt x="973420" y="630147"/>
                </a:lnTo>
                <a:lnTo>
                  <a:pt x="970503" y="630147"/>
                </a:lnTo>
                <a:lnTo>
                  <a:pt x="963695" y="630147"/>
                </a:lnTo>
                <a:lnTo>
                  <a:pt x="960778" y="629174"/>
                </a:lnTo>
                <a:lnTo>
                  <a:pt x="957861" y="629174"/>
                </a:lnTo>
                <a:lnTo>
                  <a:pt x="953971" y="629174"/>
                </a:lnTo>
                <a:lnTo>
                  <a:pt x="949109" y="628202"/>
                </a:lnTo>
                <a:lnTo>
                  <a:pt x="950081" y="628202"/>
                </a:lnTo>
                <a:lnTo>
                  <a:pt x="947164" y="628202"/>
                </a:lnTo>
                <a:lnTo>
                  <a:pt x="944247" y="628202"/>
                </a:lnTo>
                <a:lnTo>
                  <a:pt x="942301" y="627229"/>
                </a:lnTo>
                <a:lnTo>
                  <a:pt x="940357" y="628202"/>
                </a:lnTo>
                <a:lnTo>
                  <a:pt x="937439" y="626257"/>
                </a:lnTo>
                <a:lnTo>
                  <a:pt x="935495" y="627230"/>
                </a:lnTo>
                <a:lnTo>
                  <a:pt x="933549" y="626257"/>
                </a:lnTo>
                <a:lnTo>
                  <a:pt x="930632" y="625284"/>
                </a:lnTo>
                <a:lnTo>
                  <a:pt x="927715" y="625285"/>
                </a:lnTo>
                <a:lnTo>
                  <a:pt x="923825" y="625284"/>
                </a:lnTo>
                <a:lnTo>
                  <a:pt x="919936" y="624312"/>
                </a:lnTo>
                <a:lnTo>
                  <a:pt x="911183" y="622367"/>
                </a:lnTo>
                <a:lnTo>
                  <a:pt x="909463" y="622367"/>
                </a:lnTo>
                <a:lnTo>
                  <a:pt x="910211" y="622367"/>
                </a:lnTo>
                <a:lnTo>
                  <a:pt x="912155" y="622367"/>
                </a:lnTo>
                <a:lnTo>
                  <a:pt x="911183" y="621395"/>
                </a:lnTo>
                <a:lnTo>
                  <a:pt x="893679" y="619450"/>
                </a:lnTo>
                <a:lnTo>
                  <a:pt x="875203" y="617505"/>
                </a:lnTo>
                <a:lnTo>
                  <a:pt x="840194" y="610698"/>
                </a:lnTo>
                <a:lnTo>
                  <a:pt x="836305" y="609725"/>
                </a:lnTo>
                <a:lnTo>
                  <a:pt x="835332" y="608753"/>
                </a:lnTo>
                <a:lnTo>
                  <a:pt x="829498" y="607780"/>
                </a:lnTo>
                <a:lnTo>
                  <a:pt x="823663" y="607780"/>
                </a:lnTo>
                <a:lnTo>
                  <a:pt x="821718" y="605835"/>
                </a:lnTo>
                <a:lnTo>
                  <a:pt x="818800" y="605835"/>
                </a:lnTo>
                <a:lnTo>
                  <a:pt x="816856" y="605835"/>
                </a:lnTo>
                <a:lnTo>
                  <a:pt x="814911" y="605835"/>
                </a:lnTo>
                <a:lnTo>
                  <a:pt x="811993" y="605836"/>
                </a:lnTo>
                <a:lnTo>
                  <a:pt x="813939" y="604863"/>
                </a:lnTo>
                <a:lnTo>
                  <a:pt x="813939" y="603891"/>
                </a:lnTo>
                <a:lnTo>
                  <a:pt x="807131" y="603891"/>
                </a:lnTo>
                <a:lnTo>
                  <a:pt x="799352" y="602918"/>
                </a:lnTo>
                <a:lnTo>
                  <a:pt x="801297" y="602918"/>
                </a:lnTo>
                <a:lnTo>
                  <a:pt x="801297" y="601946"/>
                </a:lnTo>
                <a:lnTo>
                  <a:pt x="797407" y="601945"/>
                </a:lnTo>
                <a:lnTo>
                  <a:pt x="794489" y="600973"/>
                </a:lnTo>
                <a:lnTo>
                  <a:pt x="787682" y="600001"/>
                </a:lnTo>
                <a:lnTo>
                  <a:pt x="789627" y="599028"/>
                </a:lnTo>
                <a:lnTo>
                  <a:pt x="785738" y="598056"/>
                </a:lnTo>
                <a:lnTo>
                  <a:pt x="784765" y="599028"/>
                </a:lnTo>
                <a:lnTo>
                  <a:pt x="783792" y="599028"/>
                </a:lnTo>
                <a:lnTo>
                  <a:pt x="780875" y="599028"/>
                </a:lnTo>
                <a:lnTo>
                  <a:pt x="781848" y="599028"/>
                </a:lnTo>
                <a:lnTo>
                  <a:pt x="781848" y="598056"/>
                </a:lnTo>
                <a:lnTo>
                  <a:pt x="776985" y="598056"/>
                </a:lnTo>
                <a:lnTo>
                  <a:pt x="771151" y="597084"/>
                </a:lnTo>
                <a:lnTo>
                  <a:pt x="760454" y="595138"/>
                </a:lnTo>
                <a:lnTo>
                  <a:pt x="750730" y="592221"/>
                </a:lnTo>
                <a:lnTo>
                  <a:pt x="741005" y="590276"/>
                </a:lnTo>
                <a:lnTo>
                  <a:pt x="740032" y="589304"/>
                </a:lnTo>
                <a:lnTo>
                  <a:pt x="739060" y="589304"/>
                </a:lnTo>
                <a:lnTo>
                  <a:pt x="738087" y="588332"/>
                </a:lnTo>
                <a:lnTo>
                  <a:pt x="735170" y="587359"/>
                </a:lnTo>
                <a:lnTo>
                  <a:pt x="734198" y="587359"/>
                </a:lnTo>
                <a:lnTo>
                  <a:pt x="733225" y="587359"/>
                </a:lnTo>
                <a:lnTo>
                  <a:pt x="729336" y="587359"/>
                </a:lnTo>
                <a:lnTo>
                  <a:pt x="726418" y="587359"/>
                </a:lnTo>
                <a:lnTo>
                  <a:pt x="727390" y="588331"/>
                </a:lnTo>
                <a:lnTo>
                  <a:pt x="716694" y="585414"/>
                </a:lnTo>
                <a:lnTo>
                  <a:pt x="707942" y="583469"/>
                </a:lnTo>
                <a:lnTo>
                  <a:pt x="708914" y="582497"/>
                </a:lnTo>
                <a:lnTo>
                  <a:pt x="708914" y="581524"/>
                </a:lnTo>
                <a:lnTo>
                  <a:pt x="710859" y="581524"/>
                </a:lnTo>
                <a:lnTo>
                  <a:pt x="707942" y="579580"/>
                </a:lnTo>
                <a:lnTo>
                  <a:pt x="709887" y="579580"/>
                </a:lnTo>
                <a:lnTo>
                  <a:pt x="704052" y="578607"/>
                </a:lnTo>
                <a:lnTo>
                  <a:pt x="699190" y="577635"/>
                </a:lnTo>
                <a:lnTo>
                  <a:pt x="691410" y="577634"/>
                </a:lnTo>
                <a:lnTo>
                  <a:pt x="687520" y="576662"/>
                </a:lnTo>
                <a:lnTo>
                  <a:pt x="682658" y="575690"/>
                </a:lnTo>
                <a:lnTo>
                  <a:pt x="683631" y="575690"/>
                </a:lnTo>
                <a:lnTo>
                  <a:pt x="683630" y="574717"/>
                </a:lnTo>
                <a:lnTo>
                  <a:pt x="682658" y="574717"/>
                </a:lnTo>
                <a:lnTo>
                  <a:pt x="683630" y="573745"/>
                </a:lnTo>
                <a:lnTo>
                  <a:pt x="672933" y="574717"/>
                </a:lnTo>
                <a:lnTo>
                  <a:pt x="670989" y="573745"/>
                </a:lnTo>
                <a:lnTo>
                  <a:pt x="670989" y="572772"/>
                </a:lnTo>
                <a:lnTo>
                  <a:pt x="669044" y="572772"/>
                </a:lnTo>
                <a:lnTo>
                  <a:pt x="668071" y="572772"/>
                </a:lnTo>
                <a:lnTo>
                  <a:pt x="666126" y="572772"/>
                </a:lnTo>
                <a:lnTo>
                  <a:pt x="660292" y="571800"/>
                </a:lnTo>
                <a:lnTo>
                  <a:pt x="657374" y="569855"/>
                </a:lnTo>
                <a:lnTo>
                  <a:pt x="655429" y="568882"/>
                </a:lnTo>
                <a:lnTo>
                  <a:pt x="657374" y="568883"/>
                </a:lnTo>
                <a:lnTo>
                  <a:pt x="657374" y="567910"/>
                </a:lnTo>
                <a:lnTo>
                  <a:pt x="647650" y="565965"/>
                </a:lnTo>
                <a:lnTo>
                  <a:pt x="642787" y="564993"/>
                </a:lnTo>
                <a:lnTo>
                  <a:pt x="641815" y="564993"/>
                </a:lnTo>
                <a:lnTo>
                  <a:pt x="641815" y="565965"/>
                </a:lnTo>
                <a:lnTo>
                  <a:pt x="638898" y="565965"/>
                </a:lnTo>
                <a:lnTo>
                  <a:pt x="633063" y="564021"/>
                </a:lnTo>
                <a:lnTo>
                  <a:pt x="634036" y="564021"/>
                </a:lnTo>
                <a:lnTo>
                  <a:pt x="635008" y="563048"/>
                </a:lnTo>
                <a:lnTo>
                  <a:pt x="625284" y="562076"/>
                </a:lnTo>
                <a:lnTo>
                  <a:pt x="615559" y="560130"/>
                </a:lnTo>
                <a:lnTo>
                  <a:pt x="617504" y="560130"/>
                </a:lnTo>
                <a:lnTo>
                  <a:pt x="619449" y="560130"/>
                </a:lnTo>
                <a:lnTo>
                  <a:pt x="613614" y="558186"/>
                </a:lnTo>
                <a:lnTo>
                  <a:pt x="606807" y="556241"/>
                </a:lnTo>
                <a:lnTo>
                  <a:pt x="600972" y="554295"/>
                </a:lnTo>
                <a:lnTo>
                  <a:pt x="595138" y="552350"/>
                </a:lnTo>
                <a:lnTo>
                  <a:pt x="596110" y="553323"/>
                </a:lnTo>
                <a:lnTo>
                  <a:pt x="595138" y="553323"/>
                </a:lnTo>
                <a:lnTo>
                  <a:pt x="592220" y="551378"/>
                </a:lnTo>
                <a:lnTo>
                  <a:pt x="589303" y="550406"/>
                </a:lnTo>
                <a:lnTo>
                  <a:pt x="587358" y="549433"/>
                </a:lnTo>
                <a:lnTo>
                  <a:pt x="583468" y="548461"/>
                </a:lnTo>
                <a:lnTo>
                  <a:pt x="582496" y="548461"/>
                </a:lnTo>
                <a:lnTo>
                  <a:pt x="585413" y="549433"/>
                </a:lnTo>
                <a:lnTo>
                  <a:pt x="572771" y="545543"/>
                </a:lnTo>
                <a:lnTo>
                  <a:pt x="564992" y="543598"/>
                </a:lnTo>
                <a:lnTo>
                  <a:pt x="557212" y="540681"/>
                </a:lnTo>
                <a:lnTo>
                  <a:pt x="554295" y="540681"/>
                </a:lnTo>
                <a:lnTo>
                  <a:pt x="549433" y="539708"/>
                </a:lnTo>
                <a:lnTo>
                  <a:pt x="550405" y="538736"/>
                </a:lnTo>
                <a:lnTo>
                  <a:pt x="546515" y="536791"/>
                </a:lnTo>
                <a:lnTo>
                  <a:pt x="544570" y="535819"/>
                </a:lnTo>
                <a:lnTo>
                  <a:pt x="547488" y="536791"/>
                </a:lnTo>
                <a:lnTo>
                  <a:pt x="548460" y="537763"/>
                </a:lnTo>
                <a:lnTo>
                  <a:pt x="550405" y="537764"/>
                </a:lnTo>
                <a:lnTo>
                  <a:pt x="554295" y="538736"/>
                </a:lnTo>
                <a:lnTo>
                  <a:pt x="553322" y="537764"/>
                </a:lnTo>
                <a:lnTo>
                  <a:pt x="550405" y="537764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4570" y="535819"/>
                </a:lnTo>
                <a:lnTo>
                  <a:pt x="541653" y="534846"/>
                </a:lnTo>
                <a:lnTo>
                  <a:pt x="538736" y="533874"/>
                </a:lnTo>
                <a:lnTo>
                  <a:pt x="536791" y="532901"/>
                </a:lnTo>
                <a:lnTo>
                  <a:pt x="537763" y="532901"/>
                </a:lnTo>
                <a:lnTo>
                  <a:pt x="538735" y="531929"/>
                </a:lnTo>
                <a:lnTo>
                  <a:pt x="536791" y="531929"/>
                </a:lnTo>
                <a:lnTo>
                  <a:pt x="532901" y="530956"/>
                </a:lnTo>
                <a:lnTo>
                  <a:pt x="529984" y="529984"/>
                </a:lnTo>
                <a:lnTo>
                  <a:pt x="527067" y="529011"/>
                </a:lnTo>
                <a:lnTo>
                  <a:pt x="526094" y="529011"/>
                </a:lnTo>
                <a:lnTo>
                  <a:pt x="525121" y="529012"/>
                </a:lnTo>
                <a:lnTo>
                  <a:pt x="524149" y="529012"/>
                </a:lnTo>
                <a:lnTo>
                  <a:pt x="523177" y="528039"/>
                </a:lnTo>
                <a:lnTo>
                  <a:pt x="520259" y="527067"/>
                </a:lnTo>
                <a:lnTo>
                  <a:pt x="517342" y="526094"/>
                </a:lnTo>
                <a:lnTo>
                  <a:pt x="517342" y="525122"/>
                </a:lnTo>
                <a:lnTo>
                  <a:pt x="518314" y="524149"/>
                </a:lnTo>
                <a:lnTo>
                  <a:pt x="514425" y="524149"/>
                </a:lnTo>
                <a:lnTo>
                  <a:pt x="511507" y="524150"/>
                </a:lnTo>
                <a:lnTo>
                  <a:pt x="511507" y="523177"/>
                </a:lnTo>
                <a:lnTo>
                  <a:pt x="509562" y="523177"/>
                </a:lnTo>
                <a:lnTo>
                  <a:pt x="507617" y="522204"/>
                </a:lnTo>
                <a:lnTo>
                  <a:pt x="504700" y="521232"/>
                </a:lnTo>
                <a:lnTo>
                  <a:pt x="501782" y="521232"/>
                </a:lnTo>
                <a:lnTo>
                  <a:pt x="494003" y="517342"/>
                </a:lnTo>
                <a:lnTo>
                  <a:pt x="490114" y="515397"/>
                </a:lnTo>
                <a:lnTo>
                  <a:pt x="487195" y="513452"/>
                </a:lnTo>
                <a:lnTo>
                  <a:pt x="481361" y="512480"/>
                </a:lnTo>
                <a:lnTo>
                  <a:pt x="475527" y="509563"/>
                </a:lnTo>
                <a:lnTo>
                  <a:pt x="477471" y="509563"/>
                </a:lnTo>
                <a:lnTo>
                  <a:pt x="474554" y="508590"/>
                </a:lnTo>
                <a:lnTo>
                  <a:pt x="471637" y="507617"/>
                </a:lnTo>
                <a:lnTo>
                  <a:pt x="468719" y="505673"/>
                </a:lnTo>
                <a:lnTo>
                  <a:pt x="463857" y="502755"/>
                </a:lnTo>
                <a:lnTo>
                  <a:pt x="461912" y="501783"/>
                </a:lnTo>
                <a:lnTo>
                  <a:pt x="460939" y="502756"/>
                </a:lnTo>
                <a:lnTo>
                  <a:pt x="459967" y="503728"/>
                </a:lnTo>
                <a:lnTo>
                  <a:pt x="457050" y="501783"/>
                </a:lnTo>
                <a:lnTo>
                  <a:pt x="453160" y="499838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3"/>
          </p:nvPr>
        </p:nvSpPr>
        <p:spPr>
          <a:xfrm>
            <a:off x="841248" y="2743199"/>
            <a:ext cx="3017520" cy="3246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4"/>
          <p:cNvSpPr>
            <a:spLocks noGrp="1"/>
          </p:cNvSpPr>
          <p:nvPr>
            <p:ph sz="quarter" idx="14"/>
          </p:nvPr>
        </p:nvSpPr>
        <p:spPr>
          <a:xfrm>
            <a:off x="5294376" y="2743200"/>
            <a:ext cx="3017520" cy="3246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8DB32-6162-43C0-9325-230E0A9B0177}" type="datetime1">
              <a:rPr lang="en-US" smtClean="0"/>
              <a:pPr/>
              <a:t>2/1/2022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1FEA-406A-7749-A5C3-DDCB5F67A4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219B57-0E9E-4DE4-A7F5-9A169EF1CEE0}" type="datetime1">
              <a:rPr lang="en-US" smtClean="0"/>
              <a:pPr/>
              <a:t>2/1/2022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1FEA-406A-7749-A5C3-DDCB5F67A4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1487081"/>
            <a:ext cx="3008313" cy="1921339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93350" y="835428"/>
            <a:ext cx="4699370" cy="5151526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1280" y="3408420"/>
            <a:ext cx="3008313" cy="19190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8F86C-0F1B-4333-B99B-B3B2B1F87225}" type="datetime1">
              <a:rPr lang="en-US" smtClean="0"/>
              <a:pPr/>
              <a:t>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1FEA-406A-7749-A5C3-DDCB5F67A4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91206"/>
            <a:ext cx="2781300" cy="8191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80" y="4669654"/>
            <a:ext cx="8041440" cy="719865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 rot="-60000">
            <a:off x="2130552" y="594360"/>
            <a:ext cx="4873752" cy="3657600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16153"/>
            <a:ext cx="6705600" cy="603126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7FCD9-7699-43D6-8D62-436E2DD234FF}" type="datetime1">
              <a:rPr lang="en-US" smtClean="0"/>
              <a:pPr/>
              <a:t>2/1/2022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1FEA-406A-7749-A5C3-DDCB5F67A4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371C1A-CAFA-43FD-A579-55B116A1448A}" type="datetime1">
              <a:rPr lang="en-US" smtClean="0"/>
              <a:pPr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1FEA-406A-7749-A5C3-DDCB5F67A4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50278"/>
            <a:ext cx="1963320" cy="54695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1280" y="838199"/>
            <a:ext cx="5907840" cy="51816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A1BC03-21BF-4F6B-A3BE-29C937D452B1}" type="datetime1">
              <a:rPr lang="en-US" smtClean="0"/>
              <a:pPr/>
              <a:t>2/1/2022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1FEA-406A-7749-A5C3-DDCB5F67A4C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3.pn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nterior-Overlay.png"/>
          <p:cNvPicPr>
            <a:picLocks noChangeAspect="1"/>
          </p:cNvPicPr>
          <p:nvPr/>
        </p:nvPicPr>
        <p:blipFill>
          <a:blip r:embed="rId13">
            <a:lum bright="-1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280" y="436563"/>
            <a:ext cx="8041440" cy="144267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038388"/>
            <a:ext cx="7467600" cy="39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128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610FC3EB-42FB-4C38-8CAE-7A1293B83421}" type="datetime1">
              <a:rPr lang="en-US" smtClean="0"/>
              <a:pPr/>
              <a:t>2/1/2022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488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9120" y="6148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>
                <a:solidFill>
                  <a:schemeClr val="tx1">
                    <a:lumMod val="50000"/>
                    <a:lumOff val="50000"/>
                  </a:schemeClr>
                </a:solidFill>
                <a:latin typeface="Rage Italic" pitchFamily="66" charset="0"/>
                <a:cs typeface="Rage Italic" pitchFamily="66" charset="0"/>
              </a:defRPr>
            </a:lvl1pPr>
          </a:lstStyle>
          <a:p>
            <a:fld id="{AC5B1FEA-406A-7749-A5C3-DDCB5F67A4C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784" indent="-22860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4173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4592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2024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19456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68880" indent="-182880" algn="l" defTabSz="457200" rtl="0" eaLnBrk="1" latinLnBrk="0" hangingPunct="1">
        <a:spcBef>
          <a:spcPct val="20000"/>
        </a:spcBef>
        <a:buClr>
          <a:schemeClr val="accent1"/>
        </a:buClr>
        <a:buSzPct val="95000"/>
        <a:buFont typeface="Rage Italic" pitchFamily="66" charset="0"/>
        <a:buChar char="0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 /><Relationship Id="rId2" Type="http://schemas.openxmlformats.org/officeDocument/2006/relationships/diagramData" Target="../diagrams/data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.xml" /><Relationship Id="rId5" Type="http://schemas.openxmlformats.org/officeDocument/2006/relationships/diagramColors" Target="../diagrams/colors1.xml" /><Relationship Id="rId4" Type="http://schemas.openxmlformats.org/officeDocument/2006/relationships/diagramQuickStyle" Target="../diagrams/quickStyle1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 /><Relationship Id="rId2" Type="http://schemas.openxmlformats.org/officeDocument/2006/relationships/diagramData" Target="../diagrams/data2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2.xml" /><Relationship Id="rId5" Type="http://schemas.openxmlformats.org/officeDocument/2006/relationships/diagramColors" Target="../diagrams/colors2.xml" /><Relationship Id="rId4" Type="http://schemas.openxmlformats.org/officeDocument/2006/relationships/diagramQuickStyle" Target="../diagrams/quickStyle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 /><Relationship Id="rId2" Type="http://schemas.openxmlformats.org/officeDocument/2006/relationships/diagramData" Target="../diagrams/data3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3.xml" /><Relationship Id="rId5" Type="http://schemas.openxmlformats.org/officeDocument/2006/relationships/diagramColors" Target="../diagrams/colors3.xml" /><Relationship Id="rId4" Type="http://schemas.openxmlformats.org/officeDocument/2006/relationships/diagramQuickStyle" Target="../diagrams/quickStyle3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 /><Relationship Id="rId2" Type="http://schemas.openxmlformats.org/officeDocument/2006/relationships/diagramData" Target="../diagrams/data4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4.xml" /><Relationship Id="rId5" Type="http://schemas.openxmlformats.org/officeDocument/2006/relationships/diagramColors" Target="../diagrams/colors4.xml" /><Relationship Id="rId4" Type="http://schemas.openxmlformats.org/officeDocument/2006/relationships/diagramQuickStyle" Target="../diagrams/quickStyle4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 /><Relationship Id="rId2" Type="http://schemas.openxmlformats.org/officeDocument/2006/relationships/diagramData" Target="../diagrams/data5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5.xml" /><Relationship Id="rId5" Type="http://schemas.openxmlformats.org/officeDocument/2006/relationships/diagramColors" Target="../diagrams/colors5.xml" /><Relationship Id="rId4" Type="http://schemas.openxmlformats.org/officeDocument/2006/relationships/diagramQuickStyle" Target="../diagrams/quickStyle5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 /><Relationship Id="rId2" Type="http://schemas.openxmlformats.org/officeDocument/2006/relationships/diagramData" Target="../diagrams/data6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6.xml" /><Relationship Id="rId5" Type="http://schemas.openxmlformats.org/officeDocument/2006/relationships/diagramColors" Target="../diagrams/colors6.xml" /><Relationship Id="rId4" Type="http://schemas.openxmlformats.org/officeDocument/2006/relationships/diagramQuickStyle" Target="../diagrams/quickStyle6.xml" 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 /><Relationship Id="rId2" Type="http://schemas.openxmlformats.org/officeDocument/2006/relationships/diagramData" Target="../diagrams/data7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7.xml" /><Relationship Id="rId5" Type="http://schemas.openxmlformats.org/officeDocument/2006/relationships/diagramColors" Target="../diagrams/colors7.xml" /><Relationship Id="rId4" Type="http://schemas.openxmlformats.org/officeDocument/2006/relationships/diagramQuickStyle" Target="../diagrams/quickStyle7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 /><Relationship Id="rId2" Type="http://schemas.openxmlformats.org/officeDocument/2006/relationships/diagramData" Target="../diagrams/data8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8.xml" /><Relationship Id="rId5" Type="http://schemas.openxmlformats.org/officeDocument/2006/relationships/diagramColors" Target="../diagrams/colors8.xml" /><Relationship Id="rId4" Type="http://schemas.openxmlformats.org/officeDocument/2006/relationships/diagramQuickStyle" Target="../diagrams/quickStyle8.xml" 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 /><Relationship Id="rId2" Type="http://schemas.openxmlformats.org/officeDocument/2006/relationships/diagramData" Target="../diagrams/data9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9.xml" /><Relationship Id="rId5" Type="http://schemas.openxmlformats.org/officeDocument/2006/relationships/diagramColors" Target="../diagrams/colors9.xml" /><Relationship Id="rId4" Type="http://schemas.openxmlformats.org/officeDocument/2006/relationships/diagramQuickStyle" Target="../diagrams/quickStyle9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 /><Relationship Id="rId2" Type="http://schemas.openxmlformats.org/officeDocument/2006/relationships/diagramData" Target="../diagrams/data10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0.xml" /><Relationship Id="rId5" Type="http://schemas.openxmlformats.org/officeDocument/2006/relationships/diagramColors" Target="../diagrams/colors10.xml" /><Relationship Id="rId4" Type="http://schemas.openxmlformats.org/officeDocument/2006/relationships/diagramQuickStyle" Target="../diagrams/quickStyle10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 /><Relationship Id="rId2" Type="http://schemas.openxmlformats.org/officeDocument/2006/relationships/diagramData" Target="../diagrams/data11.xml" /><Relationship Id="rId1" Type="http://schemas.openxmlformats.org/officeDocument/2006/relationships/slideLayout" Target="../slideLayouts/slideLayout2.xml" /><Relationship Id="rId6" Type="http://schemas.microsoft.com/office/2007/relationships/diagramDrawing" Target="../diagrams/drawing11.xml" /><Relationship Id="rId5" Type="http://schemas.openxmlformats.org/officeDocument/2006/relationships/diagramColors" Target="../diagrams/colors11.xml" /><Relationship Id="rId4" Type="http://schemas.openxmlformats.org/officeDocument/2006/relationships/diagramQuickStyle" Target="../diagrams/quickStyle11.xml" 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HYPO-HYPER NATREMIA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Melissa Ann Dino Montiveros</a:t>
            </a:r>
          </a:p>
        </p:txBody>
      </p:sp>
      <p:sp>
        <p:nvSpPr>
          <p:cNvPr id="7" name="Rectangle 6"/>
          <p:cNvSpPr/>
          <p:nvPr/>
        </p:nvSpPr>
        <p:spPr>
          <a:xfrm rot="935400">
            <a:off x="713396" y="4402794"/>
            <a:ext cx="206570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PHDU</a:t>
            </a:r>
            <a:endParaRPr lang="en-US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2971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2609063"/>
              </p:ext>
            </p:extLst>
          </p:nvPr>
        </p:nvGraphicFramePr>
        <p:xfrm>
          <a:off x="838200" y="2517909"/>
          <a:ext cx="7467600" cy="39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/>
          <p:cNvSpPr/>
          <p:nvPr/>
        </p:nvSpPr>
        <p:spPr>
          <a:xfrm>
            <a:off x="1111250" y="3570248"/>
            <a:ext cx="3746499" cy="147732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Fluid</a:t>
            </a:r>
            <a:r>
              <a:rPr lang="en-US" sz="40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 </a:t>
            </a:r>
          </a:p>
          <a:p>
            <a:pPr algn="ctr"/>
            <a:r>
              <a:rPr lang="en-US" sz="36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Compartments</a:t>
            </a:r>
            <a:endParaRPr lang="en-US" sz="3600" b="1" dirty="0">
              <a:ln w="19050">
                <a:solidFill>
                  <a:schemeClr val="tx2">
                    <a:tint val="1000"/>
                  </a:schemeClr>
                </a:solidFill>
                <a:prstDash val="solid"/>
              </a:ln>
              <a:solidFill>
                <a:schemeClr val="accent3"/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78500" y="3012043"/>
            <a:ext cx="1928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INTRAVASCULAR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500" y="4308912"/>
            <a:ext cx="191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INTRACELLULAR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13362" y="5611336"/>
            <a:ext cx="1635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INTERSTITIAL</a:t>
            </a:r>
          </a:p>
        </p:txBody>
      </p:sp>
      <p:sp>
        <p:nvSpPr>
          <p:cNvPr id="9" name="Can 8"/>
          <p:cNvSpPr/>
          <p:nvPr/>
        </p:nvSpPr>
        <p:spPr>
          <a:xfrm rot="5400000">
            <a:off x="4264312" y="-766412"/>
            <a:ext cx="914400" cy="303472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578224" y="1208151"/>
            <a:ext cx="1152525" cy="11906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730749" y="1208150"/>
            <a:ext cx="1127125" cy="11906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/>
          <p:cNvCxnSpPr>
            <a:endCxn id="9" idx="1"/>
          </p:cNvCxnSpPr>
          <p:nvPr/>
        </p:nvCxnSpPr>
        <p:spPr>
          <a:xfrm flipH="1" flipV="1">
            <a:off x="6238875" y="750951"/>
            <a:ext cx="1095375" cy="3787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349500" y="1444625"/>
            <a:ext cx="1111250" cy="358839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566452" y="946541"/>
            <a:ext cx="257754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28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BLOODVESSEL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11250" y="1129724"/>
            <a:ext cx="1593276" cy="58477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2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CELL</a:t>
            </a:r>
          </a:p>
        </p:txBody>
      </p:sp>
      <p:cxnSp>
        <p:nvCxnSpPr>
          <p:cNvPr id="35" name="Straight Connector 34"/>
          <p:cNvCxnSpPr>
            <a:stCxn id="9" idx="4"/>
          </p:cNvCxnSpPr>
          <p:nvPr/>
        </p:nvCxnSpPr>
        <p:spPr>
          <a:xfrm>
            <a:off x="4721512" y="1208151"/>
            <a:ext cx="9237" cy="1309758"/>
          </a:xfrm>
          <a:prstGeom prst="line">
            <a:avLst/>
          </a:prstGeom>
          <a:ln w="76200" cmpd="tri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94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77189" y="0"/>
            <a:ext cx="670387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54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IV FLUIDS (PLASMA)</a:t>
            </a:r>
          </a:p>
        </p:txBody>
      </p:sp>
      <p:cxnSp>
        <p:nvCxnSpPr>
          <p:cNvPr id="6" name="Straight Arrow Connector 5"/>
          <p:cNvCxnSpPr>
            <a:stCxn id="4" idx="2"/>
          </p:cNvCxnSpPr>
          <p:nvPr/>
        </p:nvCxnSpPr>
        <p:spPr>
          <a:xfrm>
            <a:off x="4429128" y="923330"/>
            <a:ext cx="0" cy="5212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873125" y="1444625"/>
            <a:ext cx="75723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873125" y="1444625"/>
            <a:ext cx="0" cy="301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8445500" y="1444625"/>
            <a:ext cx="0" cy="3016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0" y="1746250"/>
            <a:ext cx="318300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CRYSTALLOID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57446" y="1744960"/>
            <a:ext cx="2086554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COLLOID</a:t>
            </a:r>
          </a:p>
        </p:txBody>
      </p:sp>
      <p:sp>
        <p:nvSpPr>
          <p:cNvPr id="16" name="Can 15"/>
          <p:cNvSpPr/>
          <p:nvPr/>
        </p:nvSpPr>
        <p:spPr>
          <a:xfrm rot="5400000">
            <a:off x="1107823" y="1595411"/>
            <a:ext cx="401419" cy="1891434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Can 16"/>
          <p:cNvSpPr/>
          <p:nvPr/>
        </p:nvSpPr>
        <p:spPr>
          <a:xfrm rot="5400000">
            <a:off x="7795696" y="1547874"/>
            <a:ext cx="468252" cy="1944752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873125" y="2698750"/>
            <a:ext cx="513626" cy="46037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1386752" y="2710087"/>
            <a:ext cx="534124" cy="44903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7985124" y="2741839"/>
            <a:ext cx="460375" cy="488788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/>
          <p:cNvSpPr/>
          <p:nvPr/>
        </p:nvSpPr>
        <p:spPr>
          <a:xfrm>
            <a:off x="7540625" y="2754376"/>
            <a:ext cx="444498" cy="4762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/>
          <p:cNvSpPr/>
          <p:nvPr/>
        </p:nvSpPr>
        <p:spPr>
          <a:xfrm>
            <a:off x="1341032" y="2467420"/>
            <a:ext cx="45719" cy="190500"/>
          </a:xfrm>
          <a:prstGeom prst="ellipse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Explosion 2 22"/>
          <p:cNvSpPr/>
          <p:nvPr/>
        </p:nvSpPr>
        <p:spPr>
          <a:xfrm>
            <a:off x="7921624" y="2286124"/>
            <a:ext cx="523875" cy="435296"/>
          </a:xfrm>
          <a:prstGeom prst="irregularSeal2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62815" y="3365500"/>
            <a:ext cx="3113810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•"/>
            </a:pPr>
            <a:r>
              <a:rPr lang="en-US" dirty="0"/>
              <a:t>PASSES THRU FLUID COMPARTMENTS</a:t>
            </a:r>
          </a:p>
          <a:p>
            <a:pPr marL="285750" indent="-285750">
              <a:buFontTx/>
              <a:buChar char="•"/>
            </a:pPr>
            <a:r>
              <a:rPr lang="en-US" dirty="0"/>
              <a:t>COMPOSED OF SMALL MOLECULES WITH LOW MOLECULAR WEIGHT</a:t>
            </a:r>
          </a:p>
          <a:p>
            <a:pPr marL="285750" indent="-285750">
              <a:buFontTx/>
              <a:buChar char="•"/>
            </a:pPr>
            <a:r>
              <a:rPr lang="en-US" dirty="0"/>
              <a:t>LOW ONCOTIC PRESSURE</a:t>
            </a:r>
          </a:p>
          <a:p>
            <a:pPr marL="285750" indent="-285750">
              <a:buFontTx/>
              <a:buChar char="•"/>
            </a:pPr>
            <a:r>
              <a:rPr lang="en-US" dirty="0">
                <a:solidFill>
                  <a:srgbClr val="FF0000"/>
                </a:solidFill>
              </a:rPr>
              <a:t>TYPES 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000000"/>
                </a:solidFill>
              </a:rPr>
              <a:t>HYPERTONIC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000000"/>
                </a:solidFill>
              </a:rPr>
              <a:t>ISOTONIC</a:t>
            </a:r>
          </a:p>
          <a:p>
            <a:pPr marL="342900" indent="-342900">
              <a:buAutoNum type="alphaUcPeriod"/>
            </a:pPr>
            <a:r>
              <a:rPr lang="en-US" dirty="0">
                <a:solidFill>
                  <a:srgbClr val="000000"/>
                </a:solidFill>
              </a:rPr>
              <a:t>HYPOTONIC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4375" y="3365500"/>
            <a:ext cx="320782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*STAYS IN BLOODVESSELS/ INSIDE THE INTRAVASCULLAR</a:t>
            </a:r>
          </a:p>
          <a:p>
            <a:r>
              <a:rPr lang="en-US" dirty="0"/>
              <a:t>*COMPOSED OF LARGE MOLECULES WITH HIGH MOLECULAR WEIGHT</a:t>
            </a:r>
          </a:p>
          <a:p>
            <a:r>
              <a:rPr lang="en-US" dirty="0"/>
              <a:t>*HIGH ONCOTIC PRESSURE</a:t>
            </a:r>
          </a:p>
          <a:p>
            <a:r>
              <a:rPr lang="en-US" dirty="0">
                <a:solidFill>
                  <a:srgbClr val="FF0000"/>
                </a:solidFill>
              </a:rPr>
              <a:t>*TYPES</a:t>
            </a:r>
          </a:p>
          <a:p>
            <a:pPr marL="342900" indent="-342900">
              <a:buAutoNum type="alphaUcPeriod"/>
            </a:pPr>
            <a:r>
              <a:rPr lang="en-US" dirty="0"/>
              <a:t>PRBC</a:t>
            </a:r>
          </a:p>
          <a:p>
            <a:pPr marL="342900" indent="-342900">
              <a:buAutoNum type="alphaUcPeriod"/>
            </a:pPr>
            <a:r>
              <a:rPr lang="en-US" dirty="0"/>
              <a:t>ALBUMIN</a:t>
            </a:r>
          </a:p>
          <a:p>
            <a:pPr marL="342900" indent="-342900">
              <a:buAutoNum type="alphaUcPeriod"/>
            </a:pPr>
            <a:r>
              <a:rPr lang="en-US" dirty="0"/>
              <a:t>PLASMA EXPANDER</a:t>
            </a:r>
          </a:p>
        </p:txBody>
      </p:sp>
    </p:spTree>
    <p:extLst>
      <p:ext uri="{BB962C8B-B14F-4D97-AF65-F5344CB8AC3E}">
        <p14:creationId xmlns:p14="http://schemas.microsoft.com/office/powerpoint/2010/main" val="451388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85750" y="0"/>
            <a:ext cx="3762375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PRBC</a:t>
            </a:r>
          </a:p>
        </p:txBody>
      </p:sp>
      <p:sp>
        <p:nvSpPr>
          <p:cNvPr id="5" name="Can 4"/>
          <p:cNvSpPr/>
          <p:nvPr/>
        </p:nvSpPr>
        <p:spPr>
          <a:xfrm rot="5400000">
            <a:off x="4431108" y="1220391"/>
            <a:ext cx="1726408" cy="5159375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111500" y="4663283"/>
            <a:ext cx="1397000" cy="111124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508500" y="4663283"/>
            <a:ext cx="1397000" cy="111124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5905501" y="4663283"/>
            <a:ext cx="1587500" cy="111124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317874" y="1698625"/>
            <a:ext cx="1190625" cy="123824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4508500" y="1698625"/>
            <a:ext cx="1397000" cy="123824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905501" y="1698625"/>
            <a:ext cx="1492250" cy="123824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" y="3352008"/>
            <a:ext cx="1936750" cy="13112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3875" y="4127500"/>
            <a:ext cx="1158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PRBC</a:t>
            </a:r>
          </a:p>
        </p:txBody>
      </p:sp>
      <p:cxnSp>
        <p:nvCxnSpPr>
          <p:cNvPr id="15" name="Curved Connector 14"/>
          <p:cNvCxnSpPr/>
          <p:nvPr/>
        </p:nvCxnSpPr>
        <p:spPr>
          <a:xfrm flipV="1">
            <a:off x="1682750" y="3857626"/>
            <a:ext cx="1635124" cy="269874"/>
          </a:xfrm>
          <a:prstGeom prst="curvedConnector3">
            <a:avLst>
              <a:gd name="adj1" fmla="val 50000"/>
            </a:avLst>
          </a:prstGeom>
          <a:ln w="76200" cmpd="sng">
            <a:solidFill>
              <a:schemeClr val="bg2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/>
          <p:cNvCxnSpPr/>
          <p:nvPr/>
        </p:nvCxnSpPr>
        <p:spPr>
          <a:xfrm rot="5400000">
            <a:off x="4865687" y="4246562"/>
            <a:ext cx="841376" cy="603250"/>
          </a:xfrm>
          <a:prstGeom prst="curvedConnector3">
            <a:avLst/>
          </a:prstGeom>
          <a:ln>
            <a:solidFill>
              <a:srgbClr val="F2E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/>
          <p:nvPr/>
        </p:nvCxnSpPr>
        <p:spPr>
          <a:xfrm rot="16200000" flipH="1">
            <a:off x="3373438" y="4452937"/>
            <a:ext cx="873125" cy="476250"/>
          </a:xfrm>
          <a:prstGeom prst="curvedConnector3">
            <a:avLst/>
          </a:prstGeom>
          <a:ln>
            <a:solidFill>
              <a:srgbClr val="F2E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/>
          <p:nvPr/>
        </p:nvCxnSpPr>
        <p:spPr>
          <a:xfrm rot="5400000" flipH="1" flipV="1">
            <a:off x="5794376" y="2698750"/>
            <a:ext cx="1254125" cy="365126"/>
          </a:xfrm>
          <a:prstGeom prst="curvedConnector3">
            <a:avLst/>
          </a:prstGeom>
          <a:ln>
            <a:solidFill>
              <a:srgbClr val="F2E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/>
          <p:nvPr/>
        </p:nvCxnSpPr>
        <p:spPr>
          <a:xfrm rot="16200000" flipV="1">
            <a:off x="4389438" y="2960688"/>
            <a:ext cx="1317625" cy="127000"/>
          </a:xfrm>
          <a:prstGeom prst="curvedConnector3">
            <a:avLst/>
          </a:prstGeom>
          <a:ln>
            <a:solidFill>
              <a:srgbClr val="F2E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/>
          <p:nvPr/>
        </p:nvCxnSpPr>
        <p:spPr>
          <a:xfrm rot="5400000" flipH="1" flipV="1">
            <a:off x="3484562" y="2944813"/>
            <a:ext cx="873126" cy="254001"/>
          </a:xfrm>
          <a:prstGeom prst="curvedConnector3">
            <a:avLst/>
          </a:prstGeom>
          <a:ln>
            <a:solidFill>
              <a:srgbClr val="F2E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/>
          <p:nvPr/>
        </p:nvCxnSpPr>
        <p:spPr>
          <a:xfrm rot="16200000" flipH="1">
            <a:off x="5984875" y="4508498"/>
            <a:ext cx="873126" cy="365127"/>
          </a:xfrm>
          <a:prstGeom prst="curvedConnector3">
            <a:avLst/>
          </a:prstGeom>
          <a:ln>
            <a:solidFill>
              <a:srgbClr val="F2E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565833" y="2072987"/>
            <a:ext cx="670777" cy="58477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31881" y="1961862"/>
            <a:ext cx="1359740" cy="58477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02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7008" y="1844100"/>
            <a:ext cx="670777" cy="58477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02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386" y="5082383"/>
            <a:ext cx="670777" cy="58477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02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76362" y="4968875"/>
            <a:ext cx="670777" cy="58477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02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38874" y="5126335"/>
            <a:ext cx="670777" cy="58477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49842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0183" y="157460"/>
            <a:ext cx="34661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ALBUMIN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13477" y="157460"/>
            <a:ext cx="51117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</a:t>
            </a:r>
            <a:r>
              <a:rPr lang="en-US" dirty="0">
                <a:solidFill>
                  <a:srgbClr val="FF0000"/>
                </a:solidFill>
              </a:rPr>
              <a:t>LOW ALBUMIN </a:t>
            </a:r>
          </a:p>
          <a:p>
            <a:r>
              <a:rPr lang="en-US" dirty="0"/>
              <a:t>(-) HIGH ONCOTIC PRESSURE</a:t>
            </a:r>
          </a:p>
          <a:p>
            <a:r>
              <a:rPr lang="en-US" dirty="0"/>
              <a:t> (MOVEMENT OF CELL TO BLOODVESELL ) **MEANING ALBUMIN HAS NO POWER TO HOLD THE FLUIDS CAUSING </a:t>
            </a:r>
            <a:r>
              <a:rPr lang="en-US" dirty="0">
                <a:solidFill>
                  <a:srgbClr val="FF0000"/>
                </a:solidFill>
              </a:rPr>
              <a:t>EDEMA/ASCITIS</a:t>
            </a:r>
          </a:p>
        </p:txBody>
      </p:sp>
      <p:sp>
        <p:nvSpPr>
          <p:cNvPr id="6" name="Can 5"/>
          <p:cNvSpPr/>
          <p:nvPr/>
        </p:nvSpPr>
        <p:spPr>
          <a:xfrm rot="5400000">
            <a:off x="2797968" y="460375"/>
            <a:ext cx="2119310" cy="5008565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143125" y="2505670"/>
            <a:ext cx="32385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PLASMA</a:t>
            </a:r>
          </a:p>
        </p:txBody>
      </p:sp>
      <p:sp>
        <p:nvSpPr>
          <p:cNvPr id="8" name="Oval 7"/>
          <p:cNvSpPr/>
          <p:nvPr/>
        </p:nvSpPr>
        <p:spPr>
          <a:xfrm>
            <a:off x="1825625" y="4024313"/>
            <a:ext cx="2730500" cy="226218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Explosion 2 8"/>
          <p:cNvSpPr/>
          <p:nvPr/>
        </p:nvSpPr>
        <p:spPr>
          <a:xfrm rot="2055107">
            <a:off x="2004229" y="3570903"/>
            <a:ext cx="2632269" cy="3124002"/>
          </a:xfrm>
          <a:prstGeom prst="irregularSeal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cell</a:t>
            </a:r>
          </a:p>
        </p:txBody>
      </p:sp>
      <p:cxnSp>
        <p:nvCxnSpPr>
          <p:cNvPr id="11" name="Curved Connector 10"/>
          <p:cNvCxnSpPr/>
          <p:nvPr/>
        </p:nvCxnSpPr>
        <p:spPr>
          <a:xfrm rot="5400000">
            <a:off x="3778250" y="3698877"/>
            <a:ext cx="1365252" cy="1206501"/>
          </a:xfrm>
          <a:prstGeom prst="curvedConnector3">
            <a:avLst>
              <a:gd name="adj1" fmla="val 50000"/>
            </a:avLst>
          </a:prstGeom>
          <a:ln w="76200" cmpd="sng">
            <a:solidFill>
              <a:srgbClr val="F2E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4810125" y="4143375"/>
            <a:ext cx="1551781" cy="222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48375" y="4365625"/>
            <a:ext cx="2765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LOW ONCOTIC PRESSURE</a:t>
            </a:r>
          </a:p>
        </p:txBody>
      </p:sp>
    </p:spTree>
    <p:extLst>
      <p:ext uri="{BB962C8B-B14F-4D97-AF65-F5344CB8AC3E}">
        <p14:creationId xmlns:p14="http://schemas.microsoft.com/office/powerpoint/2010/main" val="1939689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5726502"/>
              </p:ext>
            </p:extLst>
          </p:nvPr>
        </p:nvGraphicFramePr>
        <p:xfrm>
          <a:off x="838200" y="2038388"/>
          <a:ext cx="7467600" cy="39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984251" y="141585"/>
            <a:ext cx="7159624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80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Iv fluids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2038388"/>
            <a:ext cx="2670175" cy="2862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&gt;0.9%</a:t>
            </a:r>
            <a:endParaRPr lang="en-US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  <a:p>
            <a:pPr marL="285750" indent="-285750">
              <a:buFontTx/>
              <a:buChar char="•"/>
            </a:pPr>
            <a:r>
              <a:rPr lang="en-US" dirty="0"/>
              <a:t>D50W</a:t>
            </a:r>
          </a:p>
          <a:p>
            <a:pPr marL="285750" indent="-285750">
              <a:buFontTx/>
              <a:buChar char="•"/>
            </a:pPr>
            <a:r>
              <a:rPr lang="en-US" dirty="0"/>
              <a:t>D10 W</a:t>
            </a:r>
          </a:p>
          <a:p>
            <a:pPr marL="285750" indent="-285750">
              <a:buFontTx/>
              <a:buChar char="•"/>
            </a:pPr>
            <a:r>
              <a:rPr lang="en-US" dirty="0"/>
              <a:t>D5LRS</a:t>
            </a:r>
          </a:p>
          <a:p>
            <a:pPr marL="285750" indent="-285750">
              <a:buFontTx/>
              <a:buChar char="•"/>
            </a:pPr>
            <a:r>
              <a:rPr lang="en-US" dirty="0"/>
              <a:t>D5NM</a:t>
            </a:r>
          </a:p>
          <a:p>
            <a:pPr marL="285750" indent="-285750">
              <a:buFontTx/>
              <a:buChar char="•"/>
            </a:pPr>
            <a:r>
              <a:rPr lang="en-US" dirty="0"/>
              <a:t>D5.09 (D5NSS)</a:t>
            </a:r>
          </a:p>
          <a:p>
            <a:pPr marL="285750" indent="-285750">
              <a:buFontTx/>
              <a:buChar char="•"/>
            </a:pPr>
            <a:r>
              <a:rPr lang="en-US" dirty="0"/>
              <a:t>D5.45 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349625" y="2038388"/>
            <a:ext cx="24765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  0.9%</a:t>
            </a:r>
          </a:p>
          <a:p>
            <a:pPr marL="285750" indent="-285750">
              <a:buFontTx/>
              <a:buChar char="•"/>
            </a:pPr>
            <a:r>
              <a:rPr lang="en-US" dirty="0"/>
              <a:t>PLAIN NSS</a:t>
            </a:r>
          </a:p>
          <a:p>
            <a:pPr marL="285750" indent="-285750">
              <a:buFontTx/>
              <a:buChar char="•"/>
            </a:pPr>
            <a:r>
              <a:rPr lang="en-US" dirty="0"/>
              <a:t>PLAIN LRS</a:t>
            </a:r>
          </a:p>
          <a:p>
            <a:pPr marL="285750" indent="-285750">
              <a:buFontTx/>
              <a:buChar char="•"/>
            </a:pPr>
            <a:r>
              <a:rPr lang="en-US" dirty="0"/>
              <a:t>D5W *is the only exception as hypo/isotonic solution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000750" y="2038388"/>
            <a:ext cx="23050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&lt;0.9%</a:t>
            </a:r>
          </a:p>
          <a:p>
            <a:pPr marL="285750" indent="-285750">
              <a:buFontTx/>
              <a:buChar char="•"/>
            </a:pPr>
            <a:r>
              <a:rPr lang="en-US" dirty="0"/>
              <a:t>0.25%NaCl</a:t>
            </a:r>
          </a:p>
          <a:p>
            <a:pPr marL="285750" indent="-285750">
              <a:buFontTx/>
              <a:buChar char="•"/>
            </a:pPr>
            <a:r>
              <a:rPr lang="en-US" dirty="0"/>
              <a:t>0.33%NaCl</a:t>
            </a:r>
          </a:p>
          <a:p>
            <a:pPr marL="285750" indent="-285750">
              <a:buFontTx/>
              <a:buChar char="•"/>
            </a:pPr>
            <a:r>
              <a:rPr lang="en-US" dirty="0"/>
              <a:t>0.45%NaCl</a:t>
            </a:r>
          </a:p>
          <a:p>
            <a:pPr marL="285750" indent="-285750">
              <a:buFontTx/>
              <a:buChar char="•"/>
            </a:pPr>
            <a:r>
              <a:rPr lang="en-US" dirty="0"/>
              <a:t>D5W (if more than 200ml infused)</a:t>
            </a:r>
          </a:p>
        </p:txBody>
      </p:sp>
    </p:spTree>
    <p:extLst>
      <p:ext uri="{BB962C8B-B14F-4D97-AF65-F5344CB8AC3E}">
        <p14:creationId xmlns:p14="http://schemas.microsoft.com/office/powerpoint/2010/main" val="413074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4361533"/>
              </p:ext>
            </p:extLst>
          </p:nvPr>
        </p:nvGraphicFramePr>
        <p:xfrm>
          <a:off x="365125" y="1412875"/>
          <a:ext cx="8778875" cy="5095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/>
          <p:cNvSpPr/>
          <p:nvPr/>
        </p:nvSpPr>
        <p:spPr>
          <a:xfrm>
            <a:off x="907283" y="300335"/>
            <a:ext cx="329718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Isotonic 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777875" y="5857875"/>
            <a:ext cx="15875" cy="539750"/>
          </a:xfrm>
          <a:prstGeom prst="straightConnector1">
            <a:avLst/>
          </a:prstGeom>
          <a:ln w="76200" cmpd="sng">
            <a:solidFill>
              <a:srgbClr val="F2E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778502" y="5857875"/>
            <a:ext cx="0" cy="539750"/>
          </a:xfrm>
          <a:prstGeom prst="straightConnector1">
            <a:avLst/>
          </a:prstGeom>
          <a:ln w="76200" cmpd="sng">
            <a:solidFill>
              <a:srgbClr val="F2E9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n 15"/>
          <p:cNvSpPr/>
          <p:nvPr/>
        </p:nvSpPr>
        <p:spPr>
          <a:xfrm rot="5400000">
            <a:off x="5654542" y="-663708"/>
            <a:ext cx="606562" cy="2117859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/>
          <p:cNvSpPr/>
          <p:nvPr/>
        </p:nvSpPr>
        <p:spPr>
          <a:xfrm>
            <a:off x="5476875" y="698503"/>
            <a:ext cx="936625" cy="714372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Curved Connector 18"/>
          <p:cNvCxnSpPr/>
          <p:nvPr/>
        </p:nvCxnSpPr>
        <p:spPr>
          <a:xfrm rot="5400000">
            <a:off x="5848059" y="581316"/>
            <a:ext cx="654632" cy="476250"/>
          </a:xfrm>
          <a:prstGeom prst="curvedConnector3">
            <a:avLst>
              <a:gd name="adj1" fmla="val 50000"/>
            </a:avLst>
          </a:prstGeom>
          <a:ln w="38100" cmpd="sng">
            <a:solidFill>
              <a:srgbClr val="3A4C8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/>
          <p:nvPr/>
        </p:nvCxnSpPr>
        <p:spPr>
          <a:xfrm rot="16200000" flipV="1">
            <a:off x="5142858" y="588021"/>
            <a:ext cx="731539" cy="539749"/>
          </a:xfrm>
          <a:prstGeom prst="curvedConnector3">
            <a:avLst>
              <a:gd name="adj1" fmla="val 28299"/>
            </a:avLst>
          </a:prstGeom>
          <a:ln w="57150" cmpd="sng">
            <a:solidFill>
              <a:srgbClr val="3F75A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72250" y="777426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SHIFTING IS EQUAL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5625" y="1809750"/>
            <a:ext cx="36488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•"/>
            </a:pPr>
            <a:r>
              <a:rPr lang="en-US" dirty="0"/>
              <a:t>FLUID EXCESS</a:t>
            </a:r>
          </a:p>
          <a:p>
            <a:pPr marL="285750" indent="-285750">
              <a:buFontTx/>
              <a:buChar char="•"/>
            </a:pPr>
            <a:r>
              <a:rPr lang="en-US" dirty="0"/>
              <a:t>HYPERVOLEMIA</a:t>
            </a:r>
          </a:p>
          <a:p>
            <a:pPr marL="285750" indent="-285750">
              <a:buFontTx/>
              <a:buChar char="•"/>
            </a:pPr>
            <a:r>
              <a:rPr lang="en-US" dirty="0"/>
              <a:t>HIGH BP</a:t>
            </a:r>
          </a:p>
          <a:p>
            <a:pPr marL="285750" indent="-285750">
              <a:buFontTx/>
              <a:buChar char="•"/>
            </a:pPr>
            <a:r>
              <a:rPr lang="en-US" dirty="0"/>
              <a:t>RALES </a:t>
            </a:r>
          </a:p>
          <a:p>
            <a:pPr marL="285750" indent="-285750">
              <a:buFontTx/>
              <a:buChar char="•"/>
            </a:pPr>
            <a:r>
              <a:rPr lang="en-US" dirty="0"/>
              <a:t>CRACKLES </a:t>
            </a:r>
          </a:p>
          <a:p>
            <a:pPr marL="285750" indent="-285750">
              <a:buFontTx/>
              <a:buChar char="•"/>
            </a:pPr>
            <a:r>
              <a:rPr lang="en-US" dirty="0"/>
              <a:t>DYSPNEA (FLUID OVERLOAD)</a:t>
            </a:r>
          </a:p>
          <a:p>
            <a:pPr marL="285750" indent="-285750">
              <a:buFontTx/>
              <a:buChar char="•"/>
            </a:pPr>
            <a:r>
              <a:rPr lang="en-US" dirty="0"/>
              <a:t>PULMONARY EDEMA</a:t>
            </a:r>
          </a:p>
          <a:p>
            <a:pPr marL="285750" indent="-285750">
              <a:buFontTx/>
              <a:buChar char="•"/>
            </a:pPr>
            <a:r>
              <a:rPr lang="en-US" dirty="0"/>
              <a:t>POLYURIA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50983" y="91940"/>
            <a:ext cx="1362517" cy="46166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FFFF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NA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42135" y="992832"/>
            <a:ext cx="77136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FFFF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H20</a:t>
            </a:r>
          </a:p>
        </p:txBody>
      </p:sp>
      <p:sp>
        <p:nvSpPr>
          <p:cNvPr id="38" name="Can 37"/>
          <p:cNvSpPr/>
          <p:nvPr/>
        </p:nvSpPr>
        <p:spPr>
          <a:xfrm rot="5400000">
            <a:off x="1849437" y="3356073"/>
            <a:ext cx="674685" cy="2198688"/>
          </a:xfrm>
          <a:prstGeom prst="can">
            <a:avLst>
              <a:gd name="adj" fmla="val 50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809750" y="4792760"/>
            <a:ext cx="1143000" cy="74761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Curved Up Arrow 39"/>
          <p:cNvSpPr/>
          <p:nvPr/>
        </p:nvSpPr>
        <p:spPr>
          <a:xfrm rot="17410201">
            <a:off x="2702356" y="4694893"/>
            <a:ext cx="936668" cy="608962"/>
          </a:xfrm>
          <a:prstGeom prst="curvedUpArrow">
            <a:avLst/>
          </a:prstGeom>
          <a:solidFill>
            <a:schemeClr val="bg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endParaRPr lang="en-US" b="1" spc="5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238753" y="1809750"/>
            <a:ext cx="3619497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•"/>
            </a:pPr>
            <a:r>
              <a:rPr lang="en-US" dirty="0"/>
              <a:t>FLUID DEFICIT</a:t>
            </a:r>
          </a:p>
          <a:p>
            <a:pPr marL="285750" indent="-285750">
              <a:buFontTx/>
              <a:buChar char="•"/>
            </a:pPr>
            <a:r>
              <a:rPr lang="en-US" dirty="0"/>
              <a:t>HYPOVOLEMIA</a:t>
            </a:r>
          </a:p>
          <a:p>
            <a:pPr marL="285750" indent="-285750">
              <a:buFontTx/>
              <a:buChar char="•"/>
            </a:pPr>
            <a:r>
              <a:rPr lang="en-US" dirty="0"/>
              <a:t>LOW BP</a:t>
            </a:r>
          </a:p>
          <a:p>
            <a:pPr marL="285750" indent="-285750">
              <a:buFontTx/>
              <a:buChar char="•"/>
            </a:pPr>
            <a:r>
              <a:rPr lang="en-US" dirty="0"/>
              <a:t>SHOCK (HYPO-TACHY-TACHY)</a:t>
            </a:r>
          </a:p>
          <a:p>
            <a:pPr marL="285750" indent="-285750">
              <a:buFontTx/>
              <a:buChar char="•"/>
            </a:pPr>
            <a:r>
              <a:rPr lang="en-US" dirty="0"/>
              <a:t>DEHYDRATION</a:t>
            </a:r>
          </a:p>
          <a:p>
            <a:pPr marL="285750" indent="-285750">
              <a:buFontTx/>
              <a:buChar char="•"/>
            </a:pPr>
            <a:r>
              <a:rPr lang="en-US" dirty="0"/>
              <a:t>OLIGURIA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09750" y="4454774"/>
            <a:ext cx="730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27250" y="5127625"/>
            <a:ext cx="825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H20</a:t>
            </a:r>
          </a:p>
        </p:txBody>
      </p:sp>
      <p:sp>
        <p:nvSpPr>
          <p:cNvPr id="44" name="Can 43"/>
          <p:cNvSpPr/>
          <p:nvPr/>
        </p:nvSpPr>
        <p:spPr>
          <a:xfrm rot="5400000">
            <a:off x="6196747" y="2595264"/>
            <a:ext cx="724313" cy="2661942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5937250" y="4288392"/>
            <a:ext cx="1460500" cy="120856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Curved Down Arrow 45"/>
          <p:cNvSpPr/>
          <p:nvPr/>
        </p:nvSpPr>
        <p:spPr>
          <a:xfrm rot="7467946">
            <a:off x="7184982" y="4446887"/>
            <a:ext cx="1071298" cy="609399"/>
          </a:xfrm>
          <a:prstGeom prst="curvedDownArrow">
            <a:avLst/>
          </a:prstGeom>
          <a:solidFill>
            <a:srgbClr val="F2E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13500" y="3778250"/>
            <a:ext cx="603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94769" y="4920480"/>
            <a:ext cx="821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H20</a:t>
            </a:r>
          </a:p>
        </p:txBody>
      </p:sp>
    </p:spTree>
    <p:extLst>
      <p:ext uri="{BB962C8B-B14F-4D97-AF65-F5344CB8AC3E}">
        <p14:creationId xmlns:p14="http://schemas.microsoft.com/office/powerpoint/2010/main" val="345211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0309236"/>
              </p:ext>
            </p:extLst>
          </p:nvPr>
        </p:nvGraphicFramePr>
        <p:xfrm>
          <a:off x="121572" y="2641638"/>
          <a:ext cx="9022428" cy="39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121572" y="0"/>
            <a:ext cx="404310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HYPOTONIC</a:t>
            </a:r>
          </a:p>
        </p:txBody>
      </p:sp>
      <p:sp>
        <p:nvSpPr>
          <p:cNvPr id="5" name="Can 4"/>
          <p:cNvSpPr/>
          <p:nvPr/>
        </p:nvSpPr>
        <p:spPr>
          <a:xfrm rot="5400000">
            <a:off x="4712368" y="-288362"/>
            <a:ext cx="719598" cy="1814976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4389437" y="922906"/>
            <a:ext cx="904875" cy="76732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Explosion 2 6"/>
          <p:cNvSpPr/>
          <p:nvPr/>
        </p:nvSpPr>
        <p:spPr>
          <a:xfrm rot="1247515">
            <a:off x="4229010" y="899546"/>
            <a:ext cx="1152907" cy="886897"/>
          </a:xfrm>
          <a:prstGeom prst="irregularSeal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rved Down Arrow 7"/>
          <p:cNvSpPr/>
          <p:nvPr/>
        </p:nvSpPr>
        <p:spPr>
          <a:xfrm rot="4780278">
            <a:off x="5314974" y="507976"/>
            <a:ext cx="712644" cy="941898"/>
          </a:xfrm>
          <a:prstGeom prst="curvedDownArrow">
            <a:avLst/>
          </a:prstGeom>
          <a:solidFill>
            <a:srgbClr val="F2E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99646" y="369245"/>
            <a:ext cx="485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437" y="1277616"/>
            <a:ext cx="59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8501" y="101761"/>
            <a:ext cx="2945500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CONCENTRATION OF Na IS WEAK THAT IT HAS NO POWER TO HOLD THE WATER., SO THEN THE FLUIDS WILL GO TO THE CELL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125" y="4286250"/>
            <a:ext cx="3175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EDEMA / ASCITIS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125" y="5461000"/>
            <a:ext cx="351380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CEREBRAL EDEMA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" y="2952750"/>
            <a:ext cx="29051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SINCE IT HAS NO/LACK WATER IN THE BLOODVESSEL IT CAUSES:</a:t>
            </a:r>
          </a:p>
        </p:txBody>
      </p:sp>
    </p:spTree>
    <p:extLst>
      <p:ext uri="{BB962C8B-B14F-4D97-AF65-F5344CB8AC3E}">
        <p14:creationId xmlns:p14="http://schemas.microsoft.com/office/powerpoint/2010/main" val="3052716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0058323"/>
              </p:ext>
            </p:extLst>
          </p:nvPr>
        </p:nvGraphicFramePr>
        <p:xfrm>
          <a:off x="203199" y="1666875"/>
          <a:ext cx="8829675" cy="49529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78085"/>
            <a:ext cx="441978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HYPERTONIC</a:t>
            </a:r>
          </a:p>
        </p:txBody>
      </p:sp>
      <p:sp>
        <p:nvSpPr>
          <p:cNvPr id="5" name="Can 4"/>
          <p:cNvSpPr/>
          <p:nvPr/>
        </p:nvSpPr>
        <p:spPr>
          <a:xfrm rot="5400000">
            <a:off x="5000625" y="-366416"/>
            <a:ext cx="555625" cy="1444628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4556123" y="78085"/>
            <a:ext cx="88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SUGAR</a:t>
            </a:r>
          </a:p>
        </p:txBody>
      </p:sp>
      <p:sp>
        <p:nvSpPr>
          <p:cNvPr id="7" name="Oval 6"/>
          <p:cNvSpPr/>
          <p:nvPr/>
        </p:nvSpPr>
        <p:spPr>
          <a:xfrm>
            <a:off x="4826000" y="633711"/>
            <a:ext cx="809625" cy="668039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846356" y="787916"/>
            <a:ext cx="59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H20</a:t>
            </a:r>
          </a:p>
        </p:txBody>
      </p:sp>
      <p:sp>
        <p:nvSpPr>
          <p:cNvPr id="10" name="Curved Up Arrow 9"/>
          <p:cNvSpPr/>
          <p:nvPr/>
        </p:nvSpPr>
        <p:spPr>
          <a:xfrm rot="17914803">
            <a:off x="5512573" y="618962"/>
            <a:ext cx="844541" cy="521603"/>
          </a:xfrm>
          <a:prstGeom prst="curvedUpArrow">
            <a:avLst/>
          </a:prstGeom>
          <a:solidFill>
            <a:srgbClr val="F2E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38875" y="78085"/>
            <a:ext cx="2794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IS D50W IT HAS HIGH CONCENTRATION OF SUGAR</a:t>
            </a:r>
            <a:r>
              <a:rPr lang="mr-IN" dirty="0"/>
              <a:t>…</a:t>
            </a:r>
            <a:r>
              <a:rPr lang="en-US" dirty="0"/>
              <a:t> SUGAR IS HYDROPHILIC MEANING IT ATTRACTS WATER</a:t>
            </a:r>
          </a:p>
        </p:txBody>
      </p:sp>
    </p:spTree>
    <p:extLst>
      <p:ext uri="{BB962C8B-B14F-4D97-AF65-F5344CB8AC3E}">
        <p14:creationId xmlns:p14="http://schemas.microsoft.com/office/powerpoint/2010/main" val="2319087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46335"/>
            <a:ext cx="9145352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48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PLACEMENT OF ELECTROLYTES</a:t>
            </a:r>
          </a:p>
        </p:txBody>
      </p:sp>
      <p:sp>
        <p:nvSpPr>
          <p:cNvPr id="6" name="Oval 5"/>
          <p:cNvSpPr/>
          <p:nvPr/>
        </p:nvSpPr>
        <p:spPr>
          <a:xfrm>
            <a:off x="1254125" y="3381380"/>
            <a:ext cx="2444750" cy="20320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n 6"/>
          <p:cNvSpPr/>
          <p:nvPr/>
        </p:nvSpPr>
        <p:spPr>
          <a:xfrm rot="5400000">
            <a:off x="1694655" y="345283"/>
            <a:ext cx="1754191" cy="4318002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endParaRPr lang="en-US" b="1">
              <a:ln/>
              <a:solidFill>
                <a:schemeClr val="accent3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4323" y="1657648"/>
            <a:ext cx="10256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3"/>
                </a:solidFill>
              </a:rPr>
              <a:t>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0500" y="3809999"/>
            <a:ext cx="139700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pPr algn="ctr"/>
            <a:r>
              <a:rPr lang="en-US" sz="5400" b="1" dirty="0" err="1">
                <a:ln/>
                <a:solidFill>
                  <a:schemeClr val="accent3"/>
                </a:solidFill>
              </a:rPr>
              <a:t>Kcl</a:t>
            </a:r>
            <a:endParaRPr lang="en-US" sz="5400" b="1" dirty="0">
              <a:ln/>
              <a:solidFill>
                <a:schemeClr val="accent3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27766" y="4111649"/>
            <a:ext cx="3146217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8000" b="1" cap="all" dirty="0">
                <a:ln/>
                <a:solidFill>
                  <a:schemeClr val="accent1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PISO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4730752" y="2301875"/>
            <a:ext cx="2476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3698875" y="4603750"/>
            <a:ext cx="1873250" cy="158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207250" y="2301875"/>
            <a:ext cx="0" cy="1746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00072" y="3340239"/>
            <a:ext cx="841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Ca</a:t>
            </a:r>
            <a:endParaRPr lang="en-US" sz="4000" dirty="0"/>
          </a:p>
        </p:txBody>
      </p:sp>
      <p:sp>
        <p:nvSpPr>
          <p:cNvPr id="21" name="TextBox 20"/>
          <p:cNvSpPr txBox="1"/>
          <p:nvPr/>
        </p:nvSpPr>
        <p:spPr>
          <a:xfrm>
            <a:off x="3142345" y="4218543"/>
            <a:ext cx="7236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Ca</a:t>
            </a:r>
            <a:endParaRPr lang="en-US" sz="4000" dirty="0"/>
          </a:p>
        </p:txBody>
      </p:sp>
      <p:sp>
        <p:nvSpPr>
          <p:cNvPr id="22" name="TextBox 21"/>
          <p:cNvSpPr txBox="1"/>
          <p:nvPr/>
        </p:nvSpPr>
        <p:spPr>
          <a:xfrm>
            <a:off x="2753556" y="4874428"/>
            <a:ext cx="7775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/>
              <a:t>Ca</a:t>
            </a:r>
            <a:endParaRPr lang="en-US" sz="4400" dirty="0"/>
          </a:p>
        </p:txBody>
      </p:sp>
      <p:sp>
        <p:nvSpPr>
          <p:cNvPr id="23" name="TextBox 22"/>
          <p:cNvSpPr txBox="1"/>
          <p:nvPr/>
        </p:nvSpPr>
        <p:spPr>
          <a:xfrm>
            <a:off x="1848692" y="5028659"/>
            <a:ext cx="7775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/>
              <a:t>Ca</a:t>
            </a:r>
            <a:endParaRPr lang="en-US" sz="4400" dirty="0"/>
          </a:p>
        </p:txBody>
      </p:sp>
      <p:sp>
        <p:nvSpPr>
          <p:cNvPr id="24" name="TextBox 23"/>
          <p:cNvSpPr txBox="1"/>
          <p:nvPr/>
        </p:nvSpPr>
        <p:spPr>
          <a:xfrm>
            <a:off x="1003111" y="4489708"/>
            <a:ext cx="7775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/>
              <a:t>Ca</a:t>
            </a:r>
            <a:endParaRPr lang="en-US" sz="4400" dirty="0"/>
          </a:p>
        </p:txBody>
      </p:sp>
      <p:sp>
        <p:nvSpPr>
          <p:cNvPr id="25" name="TextBox 24"/>
          <p:cNvSpPr txBox="1"/>
          <p:nvPr/>
        </p:nvSpPr>
        <p:spPr>
          <a:xfrm>
            <a:off x="833288" y="3740369"/>
            <a:ext cx="77757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err="1"/>
              <a:t>Ca</a:t>
            </a:r>
            <a:endParaRPr lang="en-US" sz="4400" dirty="0"/>
          </a:p>
        </p:txBody>
      </p:sp>
      <p:sp>
        <p:nvSpPr>
          <p:cNvPr id="26" name="TextBox 25"/>
          <p:cNvSpPr txBox="1"/>
          <p:nvPr/>
        </p:nvSpPr>
        <p:spPr>
          <a:xfrm>
            <a:off x="1418850" y="3243699"/>
            <a:ext cx="7236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Ca</a:t>
            </a:r>
            <a:endParaRPr lang="en-US" sz="4000" dirty="0"/>
          </a:p>
        </p:txBody>
      </p:sp>
      <p:sp>
        <p:nvSpPr>
          <p:cNvPr id="27" name="TextBox 26"/>
          <p:cNvSpPr txBox="1"/>
          <p:nvPr/>
        </p:nvSpPr>
        <p:spPr>
          <a:xfrm>
            <a:off x="3841750" y="4266996"/>
            <a:ext cx="170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POTASSIUM</a:t>
            </a:r>
          </a:p>
          <a:p>
            <a:r>
              <a:rPr lang="en-US" dirty="0"/>
              <a:t>     INSIDE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03891" y="1932543"/>
            <a:ext cx="1978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SODIUM OUTSIDE</a:t>
            </a:r>
          </a:p>
        </p:txBody>
      </p:sp>
    </p:spTree>
    <p:extLst>
      <p:ext uri="{BB962C8B-B14F-4D97-AF65-F5344CB8AC3E}">
        <p14:creationId xmlns:p14="http://schemas.microsoft.com/office/powerpoint/2010/main" val="543674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587375" y="508000"/>
            <a:ext cx="2381250" cy="230187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Kcl</a:t>
            </a:r>
            <a:endParaRPr lang="en-US" dirty="0"/>
          </a:p>
        </p:txBody>
      </p:sp>
      <p:sp>
        <p:nvSpPr>
          <p:cNvPr id="5" name="Can 4"/>
          <p:cNvSpPr/>
          <p:nvPr/>
        </p:nvSpPr>
        <p:spPr>
          <a:xfrm>
            <a:off x="2968625" y="190500"/>
            <a:ext cx="1651000" cy="2619375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</a:t>
            </a:r>
          </a:p>
        </p:txBody>
      </p:sp>
      <p:sp>
        <p:nvSpPr>
          <p:cNvPr id="6" name="Oval 5"/>
          <p:cNvSpPr/>
          <p:nvPr/>
        </p:nvSpPr>
        <p:spPr>
          <a:xfrm>
            <a:off x="4095750" y="4222750"/>
            <a:ext cx="2159000" cy="2174875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Kcl</a:t>
            </a:r>
            <a:endParaRPr lang="en-US" dirty="0"/>
          </a:p>
        </p:txBody>
      </p:sp>
      <p:sp>
        <p:nvSpPr>
          <p:cNvPr id="7" name="Up Arrow 6"/>
          <p:cNvSpPr/>
          <p:nvPr/>
        </p:nvSpPr>
        <p:spPr>
          <a:xfrm>
            <a:off x="6048375" y="3778250"/>
            <a:ext cx="1460500" cy="2619375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Ca</a:t>
            </a:r>
            <a:endParaRPr lang="en-US" dirty="0"/>
          </a:p>
        </p:txBody>
      </p:sp>
      <p:sp>
        <p:nvSpPr>
          <p:cNvPr id="8" name="Can 7"/>
          <p:cNvSpPr/>
          <p:nvPr/>
        </p:nvSpPr>
        <p:spPr>
          <a:xfrm>
            <a:off x="7508875" y="3968750"/>
            <a:ext cx="1460500" cy="2428875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5374" y="323334"/>
            <a:ext cx="43656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Na and </a:t>
            </a:r>
            <a:r>
              <a:rPr lang="en-US" dirty="0" err="1"/>
              <a:t>Kcl</a:t>
            </a:r>
            <a:r>
              <a:rPr lang="en-US" dirty="0"/>
              <a:t> pumping together is also called as ACTION POTENTIAL which causes MUSCLE CONTRACTION and also causes IMPULSE TO TRAVEL TO THE BRAIN this happen </a:t>
            </a:r>
            <a:r>
              <a:rPr lang="en-US" dirty="0" err="1"/>
              <a:t>everytime</a:t>
            </a:r>
            <a:r>
              <a:rPr lang="en-US" dirty="0"/>
              <a:t> there is contraction between </a:t>
            </a:r>
            <a:r>
              <a:rPr lang="en-US" dirty="0" err="1"/>
              <a:t>Kcl</a:t>
            </a:r>
            <a:r>
              <a:rPr lang="en-US" dirty="0"/>
              <a:t> and Na but Once impulse is delivered to the brain the muscle relaxes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" y="3778250"/>
            <a:ext cx="3556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Calcium is High in the blood it causes HYPERCALCEMIA, contraction decreases causing </a:t>
            </a:r>
            <a:r>
              <a:rPr lang="en-US" dirty="0" err="1"/>
              <a:t>bradycardia</a:t>
            </a:r>
            <a:endParaRPr lang="en-US" dirty="0"/>
          </a:p>
          <a:p>
            <a:endParaRPr lang="en-US" dirty="0"/>
          </a:p>
          <a:p>
            <a:r>
              <a:rPr lang="en-US" dirty="0"/>
              <a:t>Calcium is Low (no guard) </a:t>
            </a:r>
            <a:r>
              <a:rPr lang="en-US" dirty="0" err="1"/>
              <a:t>contracrion</a:t>
            </a:r>
            <a:r>
              <a:rPr lang="en-US" dirty="0"/>
              <a:t> increases causing tachycardia, alertness</a:t>
            </a:r>
          </a:p>
        </p:txBody>
      </p:sp>
    </p:spTree>
    <p:extLst>
      <p:ext uri="{BB962C8B-B14F-4D97-AF65-F5344CB8AC3E}">
        <p14:creationId xmlns:p14="http://schemas.microsoft.com/office/powerpoint/2010/main" val="210933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3281378432"/>
              </p:ext>
            </p:extLst>
          </p:nvPr>
        </p:nvGraphicFramePr>
        <p:xfrm>
          <a:off x="206375" y="127000"/>
          <a:ext cx="8699500" cy="64293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1"/>
          <p:cNvSpPr/>
          <p:nvPr/>
        </p:nvSpPr>
        <p:spPr>
          <a:xfrm>
            <a:off x="1158875" y="635000"/>
            <a:ext cx="396875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&gt;145mmol/</a:t>
            </a:r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L</a:t>
            </a:r>
          </a:p>
        </p:txBody>
      </p:sp>
      <p:sp>
        <p:nvSpPr>
          <p:cNvPr id="3" name="Rectangle 2"/>
          <p:cNvSpPr/>
          <p:nvPr/>
        </p:nvSpPr>
        <p:spPr>
          <a:xfrm>
            <a:off x="4067957" y="5221585"/>
            <a:ext cx="392908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8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&lt;135mmol/L</a:t>
            </a:r>
          </a:p>
        </p:txBody>
      </p:sp>
    </p:spTree>
    <p:extLst>
      <p:ext uri="{BB962C8B-B14F-4D97-AF65-F5344CB8AC3E}">
        <p14:creationId xmlns:p14="http://schemas.microsoft.com/office/powerpoint/2010/main" val="95973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50" y="1651000"/>
            <a:ext cx="8572500" cy="4572000"/>
          </a:xfrm>
        </p:spPr>
        <p:txBody>
          <a:bodyPr>
            <a:normAutofit lnSpcReduction="10000"/>
          </a:bodyPr>
          <a:lstStyle/>
          <a:p>
            <a:pPr>
              <a:buFontTx/>
              <a:buChar char="•"/>
            </a:pPr>
            <a:r>
              <a:rPr lang="en-US" dirty="0"/>
              <a:t>AS A RISE IN SERUM SODIUM CONCENTRATION TO A VALUE OF </a:t>
            </a:r>
            <a:r>
              <a:rPr lang="en-US" dirty="0">
                <a:solidFill>
                  <a:srgbClr val="FF0000"/>
                </a:solidFill>
              </a:rPr>
              <a:t>EXCEEDING 145mmol/L (</a:t>
            </a:r>
            <a:r>
              <a:rPr lang="en-US" dirty="0" err="1">
                <a:solidFill>
                  <a:srgbClr val="FF0000"/>
                </a:solidFill>
              </a:rPr>
              <a:t>mEq</a:t>
            </a:r>
            <a:r>
              <a:rPr lang="en-US" dirty="0">
                <a:solidFill>
                  <a:srgbClr val="FF0000"/>
                </a:solidFill>
              </a:rPr>
              <a:t>/L)</a:t>
            </a:r>
          </a:p>
          <a:p>
            <a:pPr>
              <a:buFontTx/>
              <a:buChar char="•"/>
            </a:pPr>
            <a:r>
              <a:rPr lang="en-US" dirty="0"/>
              <a:t>IF WORSEN PATIENT MAY BECOME CONFUSED OR HAVE MUSCLE TWITCHES, SEIZURE WITH </a:t>
            </a:r>
            <a:r>
              <a:rPr lang="en-US" dirty="0">
                <a:solidFill>
                  <a:srgbClr val="FF0000"/>
                </a:solidFill>
              </a:rPr>
              <a:t>SEVERE ELEVATIONS OF SODIUM SEIZURE AND COMA MAY OCCUR</a:t>
            </a:r>
          </a:p>
          <a:p>
            <a:pPr>
              <a:buFontTx/>
              <a:buChar char="•"/>
            </a:pPr>
            <a:endParaRPr lang="en-US" dirty="0"/>
          </a:p>
          <a:p>
            <a:pPr>
              <a:buFontTx/>
              <a:buChar char="•"/>
            </a:pPr>
            <a:r>
              <a:rPr lang="en-US" sz="2800" b="1" dirty="0">
                <a:solidFill>
                  <a:srgbClr val="FF0000"/>
                </a:solidFill>
              </a:rPr>
              <a:t>CAUSE:</a:t>
            </a:r>
          </a:p>
          <a:p>
            <a:pPr marL="457200" indent="-457200">
              <a:buAutoNum type="alphaUcPeriod"/>
            </a:pPr>
            <a:r>
              <a:rPr lang="en-US" dirty="0"/>
              <a:t>NOT DRINKING ENOUGH FLUIDS</a:t>
            </a:r>
          </a:p>
          <a:p>
            <a:pPr marL="457200" indent="-457200">
              <a:buAutoNum type="alphaUcPeriod"/>
            </a:pPr>
            <a:r>
              <a:rPr lang="en-US" dirty="0"/>
              <a:t>DIARRHEA</a:t>
            </a:r>
          </a:p>
          <a:p>
            <a:pPr marL="457200" indent="-457200">
              <a:buAutoNum type="alphaUcPeriod"/>
            </a:pPr>
            <a:r>
              <a:rPr lang="en-US" dirty="0"/>
              <a:t>KIDNEY DYSFUNCTION</a:t>
            </a:r>
          </a:p>
          <a:p>
            <a:pPr marL="457200" indent="-457200">
              <a:buAutoNum type="alphaUcPeriod"/>
            </a:pPr>
            <a:r>
              <a:rPr lang="en-US" dirty="0"/>
              <a:t>DIURETICS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6983" y="363835"/>
            <a:ext cx="6522038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0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HYPERNATREMIA</a:t>
            </a:r>
          </a:p>
        </p:txBody>
      </p:sp>
    </p:spTree>
    <p:extLst>
      <p:ext uri="{BB962C8B-B14F-4D97-AF65-F5344CB8AC3E}">
        <p14:creationId xmlns:p14="http://schemas.microsoft.com/office/powerpoint/2010/main" val="15357737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22394" y="363835"/>
            <a:ext cx="63499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HYPERNATREMIA</a:t>
            </a:r>
          </a:p>
        </p:txBody>
      </p:sp>
      <p:sp>
        <p:nvSpPr>
          <p:cNvPr id="5" name="Can 4"/>
          <p:cNvSpPr/>
          <p:nvPr/>
        </p:nvSpPr>
        <p:spPr>
          <a:xfrm rot="5400000">
            <a:off x="4148310" y="274813"/>
            <a:ext cx="728962" cy="2753667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746500" y="2016128"/>
            <a:ext cx="1111250" cy="107949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397249" y="1272580"/>
            <a:ext cx="1031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High 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124" y="2492375"/>
            <a:ext cx="63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H20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89625" y="1524000"/>
            <a:ext cx="3254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MOVEMENT OF FLUID FROM CELL TO BLOODVESSEL </a:t>
            </a:r>
          </a:p>
          <a:p>
            <a:r>
              <a:rPr lang="en-US" dirty="0"/>
              <a:t>(HIGH ONCOTIC PRESSURE)</a:t>
            </a:r>
          </a:p>
        </p:txBody>
      </p:sp>
      <p:sp>
        <p:nvSpPr>
          <p:cNvPr id="11" name="Curved Up Arrow 10"/>
          <p:cNvSpPr/>
          <p:nvPr/>
        </p:nvSpPr>
        <p:spPr>
          <a:xfrm rot="17914351">
            <a:off x="4755631" y="1783607"/>
            <a:ext cx="1031875" cy="845579"/>
          </a:xfrm>
          <a:prstGeom prst="curvedUpArrow">
            <a:avLst/>
          </a:prstGeom>
          <a:solidFill>
            <a:srgbClr val="F2E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3768323776"/>
              </p:ext>
            </p:extLst>
          </p:nvPr>
        </p:nvGraphicFramePr>
        <p:xfrm>
          <a:off x="184698" y="3286125"/>
          <a:ext cx="8143876" cy="3746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7613" y="3317875"/>
            <a:ext cx="36216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•"/>
            </a:pPr>
            <a:r>
              <a:rPr lang="en-US" dirty="0"/>
              <a:t>CELLULAR DEHYDRATION</a:t>
            </a:r>
          </a:p>
          <a:p>
            <a:pPr marL="285750" indent="-285750">
              <a:buFontTx/>
              <a:buChar char="•"/>
            </a:pPr>
            <a:r>
              <a:rPr lang="en-US" dirty="0"/>
              <a:t>DRY SKIN</a:t>
            </a:r>
          </a:p>
          <a:p>
            <a:pPr marL="285750" indent="-285750">
              <a:buFontTx/>
              <a:buChar char="•"/>
            </a:pPr>
            <a:r>
              <a:rPr lang="en-US" dirty="0"/>
              <a:t>DRY MOUTH</a:t>
            </a:r>
          </a:p>
          <a:p>
            <a:pPr marL="285750" indent="-285750">
              <a:buFontTx/>
              <a:buChar char="•"/>
            </a:pPr>
            <a:r>
              <a:rPr lang="en-US" dirty="0"/>
              <a:t>HYPERVOLEMIA</a:t>
            </a:r>
          </a:p>
          <a:p>
            <a:pPr marL="285750" indent="-285750">
              <a:buFontTx/>
              <a:buChar char="•"/>
            </a:pPr>
            <a:r>
              <a:rPr lang="en-US" dirty="0"/>
              <a:t>POLYURIA</a:t>
            </a:r>
          </a:p>
          <a:p>
            <a:endParaRPr lang="en-US" dirty="0"/>
          </a:p>
          <a:p>
            <a:r>
              <a:rPr lang="en-US" dirty="0"/>
              <a:t>**FLUID DOES NOT STAY IN THE BLOODVESSEL D/T POLYURIA IT DOES DEHYDRATE THE BLOODVESSEL AS WELL CAUSING FLUID VOLUME DEFICIT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875" y="4381500"/>
            <a:ext cx="2825750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•"/>
            </a:pPr>
            <a:r>
              <a:rPr lang="en-US" dirty="0"/>
              <a:t>CONFUSION</a:t>
            </a:r>
          </a:p>
          <a:p>
            <a:pPr marL="285750" indent="-285750">
              <a:buFontTx/>
              <a:buChar char="•"/>
            </a:pPr>
            <a:r>
              <a:rPr lang="en-US" dirty="0"/>
              <a:t>DISORIENTATION</a:t>
            </a:r>
          </a:p>
          <a:p>
            <a:pPr marL="285750" indent="-285750">
              <a:buFontTx/>
              <a:buChar char="•"/>
            </a:pPr>
            <a:r>
              <a:rPr lang="en-US" dirty="0"/>
              <a:t>HIGH BP</a:t>
            </a:r>
          </a:p>
          <a:p>
            <a:pPr marL="285750" indent="-285750">
              <a:buFontTx/>
              <a:buChar char="•"/>
            </a:pPr>
            <a:r>
              <a:rPr lang="en-US" dirty="0"/>
              <a:t>PULMONARY EDEMA</a:t>
            </a:r>
          </a:p>
          <a:p>
            <a:pPr marL="285750" indent="-285750">
              <a:buFontTx/>
              <a:buChar char="•"/>
            </a:pPr>
            <a:r>
              <a:rPr lang="en-US" dirty="0"/>
              <a:t>EDEMA / LATE DEHYDRATION</a:t>
            </a:r>
          </a:p>
        </p:txBody>
      </p:sp>
    </p:spTree>
    <p:extLst>
      <p:ext uri="{BB962C8B-B14F-4D97-AF65-F5344CB8AC3E}">
        <p14:creationId xmlns:p14="http://schemas.microsoft.com/office/powerpoint/2010/main" val="3638389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1157285"/>
              </p:ext>
            </p:extLst>
          </p:nvPr>
        </p:nvGraphicFramePr>
        <p:xfrm>
          <a:off x="174625" y="142875"/>
          <a:ext cx="8969375" cy="6445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987533" y="857250"/>
            <a:ext cx="3441591" cy="175432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PLAN OF 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625" y="4333875"/>
            <a:ext cx="2714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987533" y="5064125"/>
            <a:ext cx="34415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D/T INCREASE FLUID DEFICIT</a:t>
            </a:r>
          </a:p>
          <a:p>
            <a:r>
              <a:rPr lang="en-US" dirty="0"/>
              <a:t>PURPOSE: TO DILUTE Na</a:t>
            </a:r>
          </a:p>
        </p:txBody>
      </p:sp>
    </p:spTree>
    <p:extLst>
      <p:ext uri="{BB962C8B-B14F-4D97-AF65-F5344CB8AC3E}">
        <p14:creationId xmlns:p14="http://schemas.microsoft.com/office/powerpoint/2010/main" val="137059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375" y="2038388"/>
            <a:ext cx="8667750" cy="4517987"/>
          </a:xfrm>
        </p:spPr>
        <p:txBody>
          <a:bodyPr>
            <a:normAutofit/>
          </a:bodyPr>
          <a:lstStyle/>
          <a:p>
            <a:pPr>
              <a:buFontTx/>
              <a:buChar char="•"/>
            </a:pPr>
            <a:r>
              <a:rPr lang="en-US" dirty="0"/>
              <a:t>GENERALLY DEFINED AS A SODIUM CONCENTRATION OF </a:t>
            </a:r>
            <a:r>
              <a:rPr lang="en-US" dirty="0">
                <a:solidFill>
                  <a:srgbClr val="FF0000"/>
                </a:solidFill>
              </a:rPr>
              <a:t>LESS THAN 135mEq/L (135mmol/L)</a:t>
            </a:r>
          </a:p>
          <a:p>
            <a:pPr>
              <a:buFontTx/>
              <a:buChar char="•"/>
            </a:pPr>
            <a:endParaRPr lang="en-US" dirty="0">
              <a:solidFill>
                <a:srgbClr val="FF0000"/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000000"/>
                </a:solidFill>
              </a:rPr>
              <a:t>SYMPTOMS CAN BE ABSENT, MILD OR SEVERE</a:t>
            </a:r>
          </a:p>
          <a:p>
            <a:pPr>
              <a:buFontTx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>
              <a:buFontTx/>
              <a:buChar char="•"/>
            </a:pPr>
            <a:r>
              <a:rPr lang="en-US" dirty="0">
                <a:solidFill>
                  <a:srgbClr val="000000"/>
                </a:solidFill>
              </a:rPr>
              <a:t>MILD SYMPTOMS INCLUDE A DECREASED ABILITY TO THINK, H/A, NAUSEA AND POOR BALANCE</a:t>
            </a:r>
          </a:p>
          <a:p>
            <a:pPr>
              <a:buFontTx/>
              <a:buChar char="•"/>
            </a:pPr>
            <a:endParaRPr lang="en-US" dirty="0">
              <a:solidFill>
                <a:srgbClr val="000000"/>
              </a:solidFill>
            </a:endParaRPr>
          </a:p>
          <a:p>
            <a:pPr>
              <a:buFontTx/>
              <a:buChar char="•"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403441" y="474960"/>
            <a:ext cx="648643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HYPONATREMIA</a:t>
            </a:r>
          </a:p>
        </p:txBody>
      </p:sp>
    </p:spTree>
    <p:extLst>
      <p:ext uri="{BB962C8B-B14F-4D97-AF65-F5344CB8AC3E}">
        <p14:creationId xmlns:p14="http://schemas.microsoft.com/office/powerpoint/2010/main" val="39610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03199" y="158750"/>
            <a:ext cx="8718551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j-lt"/>
                <a:cs typeface="Blood Of Dracula"/>
              </a:rPr>
              <a:t>CAUSE: </a:t>
            </a:r>
          </a:p>
          <a:p>
            <a:r>
              <a:rPr lang="en-US" sz="4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+mj-lt"/>
                <a:cs typeface="Blood Of Dracula"/>
              </a:rPr>
              <a:t> “too much water in the body”</a:t>
            </a:r>
            <a:endParaRPr lang="en-US" sz="40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  <a:p>
            <a:r>
              <a:rPr lang="en-US" sz="4000" dirty="0">
                <a:solidFill>
                  <a:srgbClr val="000000"/>
                </a:solidFill>
              </a:rPr>
              <a:t>A. DIURETIC USE</a:t>
            </a:r>
          </a:p>
          <a:p>
            <a:r>
              <a:rPr lang="en-US" sz="4000" dirty="0">
                <a:solidFill>
                  <a:srgbClr val="000000"/>
                </a:solidFill>
              </a:rPr>
              <a:t>B. DIARRHEA</a:t>
            </a:r>
          </a:p>
          <a:p>
            <a:r>
              <a:rPr lang="en-US" sz="4000" dirty="0">
                <a:solidFill>
                  <a:srgbClr val="000000"/>
                </a:solidFill>
              </a:rPr>
              <a:t>C. HEART FAILURE</a:t>
            </a:r>
          </a:p>
          <a:p>
            <a:r>
              <a:rPr lang="en-US" sz="4000" dirty="0">
                <a:solidFill>
                  <a:srgbClr val="000000"/>
                </a:solidFill>
              </a:rPr>
              <a:t>D. LIVER FAILURE</a:t>
            </a:r>
          </a:p>
          <a:p>
            <a:r>
              <a:rPr lang="en-US" sz="4000" dirty="0">
                <a:solidFill>
                  <a:srgbClr val="000000"/>
                </a:solidFill>
              </a:rPr>
              <a:t>E. RENAL DISEASE</a:t>
            </a:r>
          </a:p>
          <a:p>
            <a:r>
              <a:rPr lang="en-US" sz="4000" dirty="0">
                <a:solidFill>
                  <a:srgbClr val="000000"/>
                </a:solidFill>
              </a:rPr>
              <a:t>F. SIADH </a:t>
            </a:r>
            <a:r>
              <a:rPr lang="en-US" dirty="0">
                <a:solidFill>
                  <a:srgbClr val="000000"/>
                </a:solidFill>
              </a:rPr>
              <a:t>(SYNDROME OF INAPPROPRIATE ANTIDIURETIC HORMONE)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6816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54000" y="206375"/>
            <a:ext cx="35242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spc="300" dirty="0">
                <a:ln w="11430" cmpd="sng">
                  <a:solidFill>
                    <a:schemeClr val="accent1">
                      <a:tint val="10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1">
                        <a:tint val="83000"/>
                        <a:shade val="100000"/>
                        <a:satMod val="200000"/>
                      </a:schemeClr>
                    </a:gs>
                    <a:gs pos="75000">
                      <a:schemeClr val="accent1">
                        <a:tint val="100000"/>
                        <a:shade val="50000"/>
                        <a:satMod val="150000"/>
                      </a:schemeClr>
                    </a:gs>
                  </a:gsLst>
                  <a:lin ang="5400000"/>
                </a:gra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</a:rPr>
              <a:t>TYPES:</a:t>
            </a:r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465989560"/>
              </p:ext>
            </p:extLst>
          </p:nvPr>
        </p:nvGraphicFramePr>
        <p:xfrm>
          <a:off x="254000" y="1254125"/>
          <a:ext cx="8890000" cy="5349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57875" y="0"/>
            <a:ext cx="36988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SERIOUSLY LOW PLASMA SODIUM CONCENTRATION BUT TRUE PHYSIOLOGICAL PLASMA SODIUM CONCENTRATE IS NORMAL</a:t>
            </a:r>
          </a:p>
          <a:p>
            <a:r>
              <a:rPr lang="en-US" sz="1600" dirty="0"/>
              <a:t>CAUSE: SEVERELY ELEVATED CHLOESTEROL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7580312" y="1254125"/>
            <a:ext cx="523875" cy="49117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54000" y="1254125"/>
            <a:ext cx="32702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SODIUM CONCENTRATION IN THE BLOOD </a:t>
            </a:r>
            <a:r>
              <a:rPr lang="en-US" b="1" dirty="0"/>
              <a:t>, SEVERE HYPONATREMIA &lt;120 CAN LEAD TO SEIZURE, OBTUNDATION(similar to lethargy), COMA, REPSIRATORY ARREST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3079750" y="2587625"/>
            <a:ext cx="2159000" cy="9748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54000" y="4526677"/>
            <a:ext cx="35242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MOVEMENT OF WATER FROM INTRA CELLULAR TO EXTRACELLULAR FLUID COMPARTMENTS., commonly occurs with hyper </a:t>
            </a:r>
            <a:r>
              <a:rPr lang="en-US" sz="1600" dirty="0" err="1"/>
              <a:t>glycemia</a:t>
            </a:r>
            <a:r>
              <a:rPr lang="en-US" sz="1600" dirty="0"/>
              <a:t> but can be also </a:t>
            </a:r>
            <a:r>
              <a:rPr lang="en-US" sz="1600" dirty="0" err="1"/>
              <a:t>occure</a:t>
            </a:r>
            <a:r>
              <a:rPr lang="en-US" sz="1600" dirty="0"/>
              <a:t> with MANNITOL, GLYCINE, MALTOSE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3206750" y="5365750"/>
            <a:ext cx="1381125" cy="460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10041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13305" y="153590"/>
            <a:ext cx="551162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HYPONATREMIA</a:t>
            </a:r>
          </a:p>
        </p:txBody>
      </p:sp>
      <p:sp>
        <p:nvSpPr>
          <p:cNvPr id="5" name="Can 4"/>
          <p:cNvSpPr/>
          <p:nvPr/>
        </p:nvSpPr>
        <p:spPr>
          <a:xfrm rot="5400000">
            <a:off x="6900457" y="-975401"/>
            <a:ext cx="674689" cy="2825752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6653292" y="672109"/>
            <a:ext cx="1492250" cy="809621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H20</a:t>
            </a:r>
          </a:p>
        </p:txBody>
      </p:sp>
      <p:sp>
        <p:nvSpPr>
          <p:cNvPr id="7" name="Curved Left Arrow 6"/>
          <p:cNvSpPr/>
          <p:nvPr/>
        </p:nvSpPr>
        <p:spPr>
          <a:xfrm rot="2313372">
            <a:off x="8143876" y="656232"/>
            <a:ext cx="682625" cy="841375"/>
          </a:xfrm>
          <a:prstGeom prst="curvedLeftArrow">
            <a:avLst/>
          </a:prstGeom>
          <a:solidFill>
            <a:srgbClr val="F2E9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9686" y="878959"/>
            <a:ext cx="1682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LOW SODIUM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5218" y="1020065"/>
            <a:ext cx="457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 ONCOTIC PRESSURE</a:t>
            </a:r>
          </a:p>
          <a:p>
            <a:r>
              <a:rPr lang="en-US" dirty="0"/>
              <a:t> OR OSMOTIC PRESSURE </a:t>
            </a:r>
          </a:p>
          <a:p>
            <a:r>
              <a:rPr lang="en-US" dirty="0"/>
              <a:t>MOVEMENT OF BLOODVESSEL TO CELL </a:t>
            </a:r>
          </a:p>
        </p:txBody>
      </p:sp>
      <p:graphicFrame>
        <p:nvGraphicFramePr>
          <p:cNvPr id="11" name="Diagram 10"/>
          <p:cNvGraphicFramePr/>
          <p:nvPr>
            <p:extLst>
              <p:ext uri="{D42A27DB-BD31-4B8C-83A1-F6EECF244321}">
                <p14:modId xmlns:p14="http://schemas.microsoft.com/office/powerpoint/2010/main" val="1822358153"/>
              </p:ext>
            </p:extLst>
          </p:nvPr>
        </p:nvGraphicFramePr>
        <p:xfrm>
          <a:off x="0" y="2397125"/>
          <a:ext cx="9302749" cy="4476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1619245" y="2859127"/>
            <a:ext cx="264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HYPOVOLEMIA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9373" y="2869168"/>
            <a:ext cx="1984375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ASCITIS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782" y="5000625"/>
            <a:ext cx="3438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FLUID VOLUME EXCESS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08875" y="546229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267676" y="5683250"/>
            <a:ext cx="23194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WATER IS RETAINED</a:t>
            </a:r>
          </a:p>
          <a:p>
            <a:r>
              <a:rPr lang="en-US" dirty="0"/>
              <a:t>       IN THE 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3978" y="276382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LOW Na</a:t>
            </a:r>
          </a:p>
        </p:txBody>
      </p:sp>
    </p:spTree>
    <p:extLst>
      <p:ext uri="{BB962C8B-B14F-4D97-AF65-F5344CB8AC3E}">
        <p14:creationId xmlns:p14="http://schemas.microsoft.com/office/powerpoint/2010/main" val="1217817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574813056"/>
              </p:ext>
            </p:extLst>
          </p:nvPr>
        </p:nvGraphicFramePr>
        <p:xfrm>
          <a:off x="130251" y="-1"/>
          <a:ext cx="8889604" cy="66911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Rectangle 6"/>
          <p:cNvSpPr/>
          <p:nvPr/>
        </p:nvSpPr>
        <p:spPr>
          <a:xfrm>
            <a:off x="711624" y="1038853"/>
            <a:ext cx="47876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PLAN OF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4098" y="3363892"/>
            <a:ext cx="478940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DIET: HIGH IN SODIUM</a:t>
            </a:r>
          </a:p>
          <a:p>
            <a:pPr marL="285750" indent="-285750">
              <a:buFontTx/>
              <a:buChar char="•"/>
            </a:pPr>
            <a:r>
              <a:rPr lang="en-US" dirty="0" err="1"/>
              <a:t>NaCl</a:t>
            </a:r>
            <a:r>
              <a:rPr lang="en-US" dirty="0"/>
              <a:t> (table salt)</a:t>
            </a:r>
          </a:p>
          <a:p>
            <a:pPr marL="285750" indent="-285750">
              <a:buFontTx/>
              <a:buChar char="•"/>
            </a:pPr>
            <a:r>
              <a:rPr lang="en-US" dirty="0" err="1"/>
              <a:t>NaNitrate</a:t>
            </a:r>
            <a:r>
              <a:rPr lang="en-US" dirty="0"/>
              <a:t> (food preservatives)</a:t>
            </a:r>
          </a:p>
          <a:p>
            <a:pPr marL="285750" indent="-285750">
              <a:buFontTx/>
              <a:buChar char="•"/>
            </a:pPr>
            <a:r>
              <a:rPr lang="en-US" dirty="0" err="1"/>
              <a:t>NaSaccharide</a:t>
            </a:r>
            <a:r>
              <a:rPr lang="en-US" dirty="0"/>
              <a:t> (food sweetener)</a:t>
            </a:r>
          </a:p>
          <a:p>
            <a:pPr marL="285750" indent="-285750">
              <a:buFontTx/>
              <a:buChar char="•"/>
            </a:pPr>
            <a:r>
              <a:rPr lang="en-US" dirty="0" err="1"/>
              <a:t>NaAscorbate</a:t>
            </a:r>
            <a:r>
              <a:rPr lang="en-US" dirty="0"/>
              <a:t> (</a:t>
            </a:r>
            <a:r>
              <a:rPr lang="en-US" dirty="0" err="1"/>
              <a:t>alkalineVitC</a:t>
            </a:r>
            <a:r>
              <a:rPr lang="en-US" dirty="0"/>
              <a:t>)</a:t>
            </a:r>
          </a:p>
          <a:p>
            <a:pPr marL="285750" indent="-285750">
              <a:buFontTx/>
              <a:buChar char="•"/>
            </a:pPr>
            <a:r>
              <a:rPr lang="en-US" dirty="0"/>
              <a:t>NaCh03 (baking soda)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6904" y="993087"/>
            <a:ext cx="245847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FF"/>
                </a:solidFill>
              </a:rPr>
              <a:t>       </a:t>
            </a:r>
          </a:p>
          <a:p>
            <a:endParaRPr lang="en-US" sz="2800" dirty="0">
              <a:solidFill>
                <a:srgbClr val="FFFFFF"/>
              </a:solidFill>
            </a:endParaRPr>
          </a:p>
          <a:p>
            <a:pPr algn="ctr"/>
            <a:r>
              <a:rPr lang="en-US" sz="2800" dirty="0">
                <a:solidFill>
                  <a:srgbClr val="FFFFFF"/>
                </a:solidFill>
              </a:rPr>
              <a:t> IVF: </a:t>
            </a:r>
          </a:p>
          <a:p>
            <a:r>
              <a:rPr lang="en-US" sz="2800" dirty="0">
                <a:solidFill>
                  <a:srgbClr val="FFFFFF"/>
                </a:solidFill>
              </a:rPr>
              <a:t>HYPERTONIC</a:t>
            </a:r>
          </a:p>
          <a:p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34125" y="4318000"/>
            <a:ext cx="212725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RESTRICT</a:t>
            </a:r>
          </a:p>
          <a:p>
            <a:pPr algn="ctr"/>
            <a:r>
              <a:rPr lang="en-US" sz="3200" dirty="0">
                <a:solidFill>
                  <a:srgbClr val="FFFFFF"/>
                </a:solidFill>
              </a:rPr>
              <a:t>FLUID</a:t>
            </a:r>
          </a:p>
        </p:txBody>
      </p:sp>
    </p:spTree>
    <p:extLst>
      <p:ext uri="{BB962C8B-B14F-4D97-AF65-F5344CB8AC3E}">
        <p14:creationId xmlns:p14="http://schemas.microsoft.com/office/powerpoint/2010/main" val="4092921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5374" y="1778000"/>
            <a:ext cx="7064375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</a:rPr>
              <a:t>THANK YOU </a:t>
            </a:r>
            <a:r>
              <a:rPr lang="en-US" sz="9600" b="1" dirty="0">
                <a:ln w="900" cmpd="sng">
                  <a:solidFill>
                    <a:schemeClr val="accent1">
                      <a:satMod val="190000"/>
                      <a:alpha val="55000"/>
                    </a:schemeClr>
                  </a:solidFill>
                  <a:prstDash val="solid"/>
                </a:ln>
                <a:solidFill>
                  <a:schemeClr val="accent1">
                    <a:satMod val="200000"/>
                    <a:tint val="3000"/>
                  </a:schemeClr>
                </a:solidFill>
                <a:effectLst>
                  <a:innerShdw blurRad="101600" dist="76200" dir="5400000">
                    <a:schemeClr val="accent1">
                      <a:satMod val="190000"/>
                      <a:tint val="100000"/>
                      <a:alpha val="74000"/>
                    </a:schemeClr>
                  </a:innerShdw>
                </a:effectLst>
                <a:sym typeface="Wingdings"/>
              </a:rPr>
              <a:t></a:t>
            </a:r>
            <a:endParaRPr lang="en-US" sz="9600" b="1" dirty="0">
              <a:ln w="900" cmpd="sng">
                <a:solidFill>
                  <a:schemeClr val="accent1">
                    <a:satMod val="190000"/>
                    <a:alpha val="55000"/>
                  </a:schemeClr>
                </a:solidFill>
                <a:prstDash val="solid"/>
              </a:ln>
              <a:solidFill>
                <a:schemeClr val="accent1">
                  <a:satMod val="200000"/>
                  <a:tint val="3000"/>
                </a:schemeClr>
              </a:solidFill>
              <a:effectLst>
                <a:innerShdw blurRad="101600" dist="76200" dir="5400000">
                  <a:schemeClr val="accent1">
                    <a:satMod val="190000"/>
                    <a:tint val="100000"/>
                    <a:alpha val="74000"/>
                  </a:scheme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53267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image" Target="../media/image1.jpeg" /></Relationships>
</file>

<file path=ppt/theme/theme1.xml><?xml version="1.0" encoding="utf-8"?>
<a:theme xmlns:a="http://schemas.openxmlformats.org/drawingml/2006/main" name="Sketchbook">
  <a:themeElements>
    <a:clrScheme name="Sketchbook">
      <a:dk1>
        <a:sysClr val="windowText" lastClr="000000"/>
      </a:dk1>
      <a:lt1>
        <a:sysClr val="window" lastClr="FFFFFF"/>
      </a:lt1>
      <a:dk2>
        <a:srgbClr val="4C1304"/>
      </a:dk2>
      <a:lt2>
        <a:srgbClr val="FFFEE6"/>
      </a:lt2>
      <a:accent1>
        <a:srgbClr val="A63212"/>
      </a:accent1>
      <a:accent2>
        <a:srgbClr val="E68230"/>
      </a:accent2>
      <a:accent3>
        <a:srgbClr val="9BB05E"/>
      </a:accent3>
      <a:accent4>
        <a:srgbClr val="6B9BC7"/>
      </a:accent4>
      <a:accent5>
        <a:srgbClr val="4E66B2"/>
      </a:accent5>
      <a:accent6>
        <a:srgbClr val="8976AC"/>
      </a:accent6>
      <a:hlink>
        <a:srgbClr val="942408"/>
      </a:hlink>
      <a:folHlink>
        <a:srgbClr val="B34F17"/>
      </a:folHlink>
    </a:clrScheme>
    <a:fontScheme name="Sketchbook">
      <a:majorFont>
        <a:latin typeface="Cambria"/>
        <a:ea typeface=""/>
        <a:cs typeface=""/>
        <a:font script="Jpan" typeface="ＭＳ 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明朝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Sketchbook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alpha val="94000"/>
                <a:satMod val="120000"/>
                <a:lumMod val="110000"/>
              </a:schemeClr>
            </a:gs>
            <a:gs pos="100000">
              <a:schemeClr val="phClr">
                <a:tint val="80000"/>
                <a:shade val="100000"/>
                <a:satMod val="140000"/>
                <a:lum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0000"/>
              </a:schemeClr>
            </a:gs>
            <a:gs pos="100000">
              <a:schemeClr val="phClr">
                <a:tint val="95000"/>
                <a:shade val="100000"/>
                <a:satMod val="110000"/>
                <a:lumMod val="105000"/>
              </a:schemeClr>
            </a:gs>
          </a:gsLst>
          <a:path path="circle">
            <a:fillToRect l="40000" t="100000" r="4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rotWithShape="0">
              <a:srgbClr val="000000">
                <a:alpha val="37000"/>
              </a:srgbClr>
            </a:outerShdw>
          </a:effectLst>
        </a:effectStyle>
        <a:effectStyle>
          <a:effectLst>
            <a:outerShdw blurRad="50800" dist="25400" dir="5040000" rotWithShape="0">
              <a:srgbClr val="000000">
                <a:alpha val="44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dkEdge">
            <a:bevelT w="38100" h="25400" prst="coolSlant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55000"/>
                <a:lumMod val="90000"/>
              </a:schemeClr>
              <a:schemeClr val="phClr">
                <a:tint val="92000"/>
                <a:satMod val="120000"/>
                <a:lumMod val="103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shade val="96000"/>
              </a:schemeClr>
              <a:schemeClr val="phClr">
                <a:tint val="98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