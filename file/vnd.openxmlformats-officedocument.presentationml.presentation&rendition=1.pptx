
<file path=[Content_Types].xml><?xml version="1.0" encoding="utf-8"?>
<Types xmlns="http://schemas.openxmlformats.org/package/2006/content-types">
  <Default ContentType="image/jpeg" Extension="jpg"/>
  <Default ContentType="application/xml" Extension="xml"/>
  <Default ContentType="image/png" Extension="png"/>
  <Default ContentType="image/jpeg" Extension="jpeg"/>
  <Default ContentType="application/vnd.openxmlformats-package.relationships+xml" Extension="rels"/>
  <Override ContentType="application/vnd.openxmlformats-officedocument.drawingml.diagramData+xml" PartName="/ppt/diagrams/data3.xml"/>
  <Override ContentType="application/vnd.openxmlformats-officedocument.drawingml.diagramData+xml" PartName="/ppt/diagrams/data2.xml"/>
  <Override ContentType="application/vnd.openxmlformats-officedocument.drawingml.diagramData+xml" PartName="/ppt/diagrams/data1.xml"/>
  <Override ContentType="application/vnd.openxmlformats-officedocument.drawingml.diagramData+xml" PartName="/ppt/diagrams/data5.xml"/>
  <Override ContentType="application/vnd.openxmlformats-officedocument.drawingml.diagramData+xml" PartName="/ppt/diagrams/data4.xml"/>
  <Override ContentType="application/vnd.openxmlformats-officedocument.drawingml.diagramData+xml" PartName="/ppt/diagrams/data6.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ms-office.drawingml.diagramDrawing+xml" PartName="/ppt/diagrams/drawing2.xml"/>
  <Override ContentType="application/vnd.ms-office.drawingml.diagramDrawing+xml" PartName="/ppt/diagrams/drawing1.xml"/>
  <Override ContentType="application/vnd.ms-office.drawingml.diagramDrawing+xml" PartName="/ppt/diagrams/drawing6.xml"/>
  <Override ContentType="application/vnd.ms-office.drawingml.diagramDrawing+xml" PartName="/ppt/diagrams/drawing3.xml"/>
  <Override ContentType="application/vnd.ms-office.drawingml.diagramDrawing+xml" PartName="/ppt/diagrams/drawing4.xml"/>
  <Override ContentType="application/vnd.ms-office.drawingml.diagramDrawing+xml" PartName="/ppt/diagrams/drawing5.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drawingml.diagramLayout+xml" PartName="/ppt/diagrams/layout4.xml"/>
  <Override ContentType="application/vnd.openxmlformats-officedocument.drawingml.diagramLayout+xml" PartName="/ppt/diagrams/layout5.xml"/>
  <Override ContentType="application/vnd.openxmlformats-officedocument.drawingml.diagramLayout+xml" PartName="/ppt/diagrams/layout3.xml"/>
  <Override ContentType="application/vnd.openxmlformats-officedocument.drawingml.diagramLayout+xml" PartName="/ppt/diagrams/layout1.xml"/>
  <Override ContentType="application/vnd.openxmlformats-officedocument.drawingml.diagramLayout+xml" PartName="/ppt/diagrams/layout2.xml"/>
  <Override ContentType="application/vnd.openxmlformats-officedocument.drawingml.diagramLayout+xml" PartName="/ppt/diagrams/layout6.xml"/>
  <Override ContentType="application/vnd.openxmlformats-officedocument.drawingml.diagramStyle+xml" PartName="/ppt/diagrams/quickStyle5.xml"/>
  <Override ContentType="application/vnd.openxmlformats-officedocument.drawingml.diagramStyle+xml" PartName="/ppt/diagrams/quickStyle4.xml"/>
  <Override ContentType="application/vnd.openxmlformats-officedocument.drawingml.diagramStyle+xml" PartName="/ppt/diagrams/quickStyle2.xml"/>
  <Override ContentType="application/vnd.openxmlformats-officedocument.drawingml.diagramStyle+xml" PartName="/ppt/diagrams/quickStyle1.xml"/>
  <Override ContentType="application/vnd.openxmlformats-officedocument.drawingml.diagramStyle+xml" PartName="/ppt/diagrams/quickStyle3.xml"/>
  <Override ContentType="application/vnd.openxmlformats-officedocument.drawingml.diagramStyle+xml" PartName="/ppt/diagrams/quickStyle6.xml"/>
  <Override ContentType="application/vnd.openxmlformats-officedocument.presentationml.notesMaster+xml" PartName="/ppt/notesMasters/notesMaster1.xml"/>
  <Override ContentType="image/jpg" PartName="/ppt/media/image21.jpg"/>
  <Override ContentType="image/jpg" PartName="/ppt/media/image11.jpg"/>
  <Override ContentType="image/jpg" PartName="/ppt/media/image35.jpg"/>
  <Override ContentType="image/jpg" PartName="/ppt/media/image10.jpg"/>
  <Override ContentType="image/jpg" PartName="/ppt/media/image22.jpg"/>
  <Override ContentType="image/jpg" PartName="/ppt/media/image37.jpg"/>
  <Override ContentType="image/jpg" PartName="/ppt/media/image23.jpg"/>
  <Override ContentType="image/jpg" PartName="/ppt/media/image36.jpg"/>
  <Override ContentType="image/jpg" PartName="/ppt/media/image24.jpg"/>
  <Override ContentType="image/jpg" PartName="/ppt/media/image44.jpg"/>
  <Override ContentType="application/vnd.openxmlformats-officedocument.presentationml.presProps+xml" PartName="/ppt/presProps1.xml"/>
  <Override ContentType="application/vnd.openxmlformats-officedocument.drawingml.diagramColors+xml" PartName="/ppt/diagrams/colors6.xml"/>
  <Override ContentType="application/vnd.openxmlformats-officedocument.drawingml.diagramColors+xml" PartName="/ppt/diagrams/colors5.xml"/>
  <Override ContentType="application/vnd.openxmlformats-officedocument.drawingml.diagramColors+xml" PartName="/ppt/diagrams/colors3.xml"/>
  <Override ContentType="application/vnd.openxmlformats-officedocument.drawingml.diagramColors+xml" PartName="/ppt/diagrams/colors2.xml"/>
  <Override ContentType="application/vnd.openxmlformats-officedocument.drawingml.diagramColors+xml" PartName="/ppt/diagrams/colors4.xml"/>
  <Override ContentType="application/vnd.openxmlformats-officedocument.drawingml.diagramColors+xml" PartName="/ppt/diagrams/color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A67D01-E7AE-48A8-A246-097D8A3B50B9}" type="doc">
      <dgm:prSet loTypeId="urn:microsoft.com/office/officeart/2005/8/layout/pyramid3" loCatId="pyramid" qsTypeId="urn:microsoft.com/office/officeart/2005/8/quickstyle/simple1" qsCatId="simple" csTypeId="urn:microsoft.com/office/officeart/2005/8/colors/accent1_2" csCatId="accent1"/>
      <dgm:spPr/>
      <dgm:t>
        <a:bodyPr/>
        <a:lstStyle/>
        <a:p>
          <a:endParaRPr lang="en-US"/>
        </a:p>
      </dgm:t>
    </dgm:pt>
    <dgm:pt modelId="{1B87D40B-2522-4A21-A67F-6CCC36A58D85}">
      <dgm:prSet/>
      <dgm:spPr/>
      <dgm:t>
        <a:bodyPr/>
        <a:lstStyle/>
        <a:p>
          <a:pPr rtl="0"/>
          <a:r>
            <a:rPr lang="en-US" dirty="0" smtClean="0">
              <a:latin typeface="Algerian" panose="04020705040A02060702" pitchFamily="82" charset="0"/>
            </a:rPr>
            <a:t>PURPOSE OF POLICY </a:t>
          </a:r>
          <a:endParaRPr lang="en-US" dirty="0">
            <a:latin typeface="Algerian" panose="04020705040A02060702" pitchFamily="82" charset="0"/>
          </a:endParaRPr>
        </a:p>
      </dgm:t>
    </dgm:pt>
    <dgm:pt modelId="{FD8A384C-4080-446B-8CE7-BE55D5FA564D}" type="parTrans" cxnId="{1DD76983-A8FB-4106-A00A-DBFBFA3605B0}">
      <dgm:prSet/>
      <dgm:spPr/>
      <dgm:t>
        <a:bodyPr/>
        <a:lstStyle/>
        <a:p>
          <a:endParaRPr lang="en-US"/>
        </a:p>
      </dgm:t>
    </dgm:pt>
    <dgm:pt modelId="{6679C3A8-B0D6-4F8C-943C-D956F4FB4054}" type="sibTrans" cxnId="{1DD76983-A8FB-4106-A00A-DBFBFA3605B0}">
      <dgm:prSet/>
      <dgm:spPr/>
      <dgm:t>
        <a:bodyPr/>
        <a:lstStyle/>
        <a:p>
          <a:endParaRPr lang="en-US"/>
        </a:p>
      </dgm:t>
    </dgm:pt>
    <dgm:pt modelId="{2F7545DE-58B8-478F-AFE0-30A298499AA0}" type="pres">
      <dgm:prSet presAssocID="{14A67D01-E7AE-48A8-A246-097D8A3B50B9}" presName="Name0" presStyleCnt="0">
        <dgm:presLayoutVars>
          <dgm:dir/>
          <dgm:animLvl val="lvl"/>
          <dgm:resizeHandles val="exact"/>
        </dgm:presLayoutVars>
      </dgm:prSet>
      <dgm:spPr/>
      <dgm:t>
        <a:bodyPr/>
        <a:lstStyle/>
        <a:p>
          <a:endParaRPr lang="en-US"/>
        </a:p>
      </dgm:t>
    </dgm:pt>
    <dgm:pt modelId="{47EDFB6D-83D7-42E6-B0AC-5465E314F901}" type="pres">
      <dgm:prSet presAssocID="{1B87D40B-2522-4A21-A67F-6CCC36A58D85}" presName="Name8" presStyleCnt="0"/>
      <dgm:spPr/>
    </dgm:pt>
    <dgm:pt modelId="{64F78933-1882-4D25-AB4B-4A6AC8C4AB29}" type="pres">
      <dgm:prSet presAssocID="{1B87D40B-2522-4A21-A67F-6CCC36A58D85}" presName="level" presStyleLbl="node1" presStyleIdx="0" presStyleCnt="1">
        <dgm:presLayoutVars>
          <dgm:chMax val="1"/>
          <dgm:bulletEnabled val="1"/>
        </dgm:presLayoutVars>
      </dgm:prSet>
      <dgm:spPr/>
      <dgm:t>
        <a:bodyPr/>
        <a:lstStyle/>
        <a:p>
          <a:endParaRPr lang="en-US"/>
        </a:p>
      </dgm:t>
    </dgm:pt>
    <dgm:pt modelId="{722B98F0-5CAE-4D19-B02F-7AB40D071D6A}" type="pres">
      <dgm:prSet presAssocID="{1B87D40B-2522-4A21-A67F-6CCC36A58D85}" presName="levelTx" presStyleLbl="revTx" presStyleIdx="0" presStyleCnt="0">
        <dgm:presLayoutVars>
          <dgm:chMax val="1"/>
          <dgm:bulletEnabled val="1"/>
        </dgm:presLayoutVars>
      </dgm:prSet>
      <dgm:spPr/>
      <dgm:t>
        <a:bodyPr/>
        <a:lstStyle/>
        <a:p>
          <a:endParaRPr lang="en-US"/>
        </a:p>
      </dgm:t>
    </dgm:pt>
  </dgm:ptLst>
  <dgm:cxnLst>
    <dgm:cxn modelId="{1DD76983-A8FB-4106-A00A-DBFBFA3605B0}" srcId="{14A67D01-E7AE-48A8-A246-097D8A3B50B9}" destId="{1B87D40B-2522-4A21-A67F-6CCC36A58D85}" srcOrd="0" destOrd="0" parTransId="{FD8A384C-4080-446B-8CE7-BE55D5FA564D}" sibTransId="{6679C3A8-B0D6-4F8C-943C-D956F4FB4054}"/>
    <dgm:cxn modelId="{BC7F893E-B193-456B-ACCD-5E5AF9416830}" type="presOf" srcId="{1B87D40B-2522-4A21-A67F-6CCC36A58D85}" destId="{722B98F0-5CAE-4D19-B02F-7AB40D071D6A}" srcOrd="1" destOrd="0" presId="urn:microsoft.com/office/officeart/2005/8/layout/pyramid3"/>
    <dgm:cxn modelId="{0AFF23D2-A1BE-4F97-9904-B8DFF3D13777}" type="presOf" srcId="{14A67D01-E7AE-48A8-A246-097D8A3B50B9}" destId="{2F7545DE-58B8-478F-AFE0-30A298499AA0}" srcOrd="0" destOrd="0" presId="urn:microsoft.com/office/officeart/2005/8/layout/pyramid3"/>
    <dgm:cxn modelId="{974FA72A-08D3-46BB-9746-16939BB3CA0B}" type="presOf" srcId="{1B87D40B-2522-4A21-A67F-6CCC36A58D85}" destId="{64F78933-1882-4D25-AB4B-4A6AC8C4AB29}" srcOrd="0" destOrd="0" presId="urn:microsoft.com/office/officeart/2005/8/layout/pyramid3"/>
    <dgm:cxn modelId="{EA82C583-D611-488F-995E-DEE751930758}" type="presParOf" srcId="{2F7545DE-58B8-478F-AFE0-30A298499AA0}" destId="{47EDFB6D-83D7-42E6-B0AC-5465E314F901}" srcOrd="0" destOrd="0" presId="urn:microsoft.com/office/officeart/2005/8/layout/pyramid3"/>
    <dgm:cxn modelId="{5E8AD0FE-185A-4B71-8A4D-3E18CA966F3B}" type="presParOf" srcId="{47EDFB6D-83D7-42E6-B0AC-5465E314F901}" destId="{64F78933-1882-4D25-AB4B-4A6AC8C4AB29}" srcOrd="0" destOrd="0" presId="urn:microsoft.com/office/officeart/2005/8/layout/pyramid3"/>
    <dgm:cxn modelId="{582142B4-7835-4509-919B-18ED0D649EC8}" type="presParOf" srcId="{47EDFB6D-83D7-42E6-B0AC-5465E314F901}" destId="{722B98F0-5CAE-4D19-B02F-7AB40D071D6A}" srcOrd="1" destOrd="0" presId="urn:microsoft.com/office/officeart/2005/8/layout/pyramid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1C8175-28CB-401C-BE2F-361948AC7B8C}"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E4D8142C-4691-4B38-B950-D71C7A4900AF}">
      <dgm:prSet/>
      <dgm:spPr/>
      <dgm:t>
        <a:bodyPr/>
        <a:lstStyle/>
        <a:p>
          <a:pPr rtl="0"/>
          <a:r>
            <a:rPr lang="en-US" dirty="0" smtClean="0">
              <a:solidFill>
                <a:schemeClr val="tx1">
                  <a:lumMod val="95000"/>
                  <a:lumOff val="5000"/>
                </a:schemeClr>
              </a:solidFill>
              <a:latin typeface="Arial Black" panose="020B0A04020102020204" pitchFamily="34" charset="0"/>
            </a:rPr>
            <a:t>To provide a safe working environment for the patient, staff and public and reduce waste disposal volumes and cost without compromising health care standards and to ensure compliance of all health care workers to the appropriate management of wastes especially for those who are likely to be exposed to hazardous materials.</a:t>
          </a:r>
          <a:endParaRPr lang="en-US" dirty="0">
            <a:solidFill>
              <a:schemeClr val="tx1">
                <a:lumMod val="95000"/>
                <a:lumOff val="5000"/>
              </a:schemeClr>
            </a:solidFill>
            <a:latin typeface="Arial Black" panose="020B0A04020102020204" pitchFamily="34" charset="0"/>
          </a:endParaRPr>
        </a:p>
      </dgm:t>
    </dgm:pt>
    <dgm:pt modelId="{A6054943-E33C-47E6-8F5A-6F49646FC1DB}" type="parTrans" cxnId="{2B33826D-56BB-4141-BE48-15B07C51B1B6}">
      <dgm:prSet/>
      <dgm:spPr/>
      <dgm:t>
        <a:bodyPr/>
        <a:lstStyle/>
        <a:p>
          <a:endParaRPr lang="en-US"/>
        </a:p>
      </dgm:t>
    </dgm:pt>
    <dgm:pt modelId="{FEEEDF3D-BB2A-4288-9406-7159C9357426}" type="sibTrans" cxnId="{2B33826D-56BB-4141-BE48-15B07C51B1B6}">
      <dgm:prSet/>
      <dgm:spPr/>
      <dgm:t>
        <a:bodyPr/>
        <a:lstStyle/>
        <a:p>
          <a:endParaRPr lang="en-US"/>
        </a:p>
      </dgm:t>
    </dgm:pt>
    <dgm:pt modelId="{EB18EE4F-A6C1-4E44-A392-65B2981126F4}" type="pres">
      <dgm:prSet presAssocID="{C71C8175-28CB-401C-BE2F-361948AC7B8C}" presName="diagram" presStyleCnt="0">
        <dgm:presLayoutVars>
          <dgm:chPref val="1"/>
          <dgm:dir/>
          <dgm:animOne val="branch"/>
          <dgm:animLvl val="lvl"/>
          <dgm:resizeHandles/>
        </dgm:presLayoutVars>
      </dgm:prSet>
      <dgm:spPr/>
      <dgm:t>
        <a:bodyPr/>
        <a:lstStyle/>
        <a:p>
          <a:endParaRPr lang="en-US"/>
        </a:p>
      </dgm:t>
    </dgm:pt>
    <dgm:pt modelId="{69D0161A-D159-4F3C-9278-565147145298}" type="pres">
      <dgm:prSet presAssocID="{E4D8142C-4691-4B38-B950-D71C7A4900AF}" presName="root" presStyleCnt="0"/>
      <dgm:spPr/>
    </dgm:pt>
    <dgm:pt modelId="{EA44A782-7C2C-43C0-A4F1-93C769863C77}" type="pres">
      <dgm:prSet presAssocID="{E4D8142C-4691-4B38-B950-D71C7A4900AF}" presName="rootComposite" presStyleCnt="0"/>
      <dgm:spPr/>
    </dgm:pt>
    <dgm:pt modelId="{B1FD49F9-1F2D-42C0-878F-0E8EDFCDA4F5}" type="pres">
      <dgm:prSet presAssocID="{E4D8142C-4691-4B38-B950-D71C7A4900AF}" presName="rootText" presStyleLbl="node1" presStyleIdx="0" presStyleCnt="1" custLinFactNeighborX="-3672" custLinFactNeighborY="-4960"/>
      <dgm:spPr/>
      <dgm:t>
        <a:bodyPr/>
        <a:lstStyle/>
        <a:p>
          <a:endParaRPr lang="en-US"/>
        </a:p>
      </dgm:t>
    </dgm:pt>
    <dgm:pt modelId="{35CA55BF-5A7D-4D48-8563-20853D3AEBC3}" type="pres">
      <dgm:prSet presAssocID="{E4D8142C-4691-4B38-B950-D71C7A4900AF}" presName="rootConnector" presStyleLbl="node1" presStyleIdx="0" presStyleCnt="1"/>
      <dgm:spPr/>
      <dgm:t>
        <a:bodyPr/>
        <a:lstStyle/>
        <a:p>
          <a:endParaRPr lang="en-US"/>
        </a:p>
      </dgm:t>
    </dgm:pt>
    <dgm:pt modelId="{05177F67-84CF-4933-8038-B63D3E795E14}" type="pres">
      <dgm:prSet presAssocID="{E4D8142C-4691-4B38-B950-D71C7A4900AF}" presName="childShape" presStyleCnt="0"/>
      <dgm:spPr/>
    </dgm:pt>
  </dgm:ptLst>
  <dgm:cxnLst>
    <dgm:cxn modelId="{EFD2C76A-0741-49AF-A941-3D02923A9793}" type="presOf" srcId="{E4D8142C-4691-4B38-B950-D71C7A4900AF}" destId="{B1FD49F9-1F2D-42C0-878F-0E8EDFCDA4F5}" srcOrd="0" destOrd="0" presId="urn:microsoft.com/office/officeart/2005/8/layout/hierarchy3"/>
    <dgm:cxn modelId="{2B33826D-56BB-4141-BE48-15B07C51B1B6}" srcId="{C71C8175-28CB-401C-BE2F-361948AC7B8C}" destId="{E4D8142C-4691-4B38-B950-D71C7A4900AF}" srcOrd="0" destOrd="0" parTransId="{A6054943-E33C-47E6-8F5A-6F49646FC1DB}" sibTransId="{FEEEDF3D-BB2A-4288-9406-7159C9357426}"/>
    <dgm:cxn modelId="{B353110C-ACF2-4126-8617-B5F7141DC8BF}" type="presOf" srcId="{C71C8175-28CB-401C-BE2F-361948AC7B8C}" destId="{EB18EE4F-A6C1-4E44-A392-65B2981126F4}" srcOrd="0" destOrd="0" presId="urn:microsoft.com/office/officeart/2005/8/layout/hierarchy3"/>
    <dgm:cxn modelId="{987FFBD4-32DC-48C2-93AD-D72F50A48DCE}" type="presOf" srcId="{E4D8142C-4691-4B38-B950-D71C7A4900AF}" destId="{35CA55BF-5A7D-4D48-8563-20853D3AEBC3}" srcOrd="1" destOrd="0" presId="urn:microsoft.com/office/officeart/2005/8/layout/hierarchy3"/>
    <dgm:cxn modelId="{1B08AC3B-C91F-46AE-8B04-F4B3D3D588CE}" type="presParOf" srcId="{EB18EE4F-A6C1-4E44-A392-65B2981126F4}" destId="{69D0161A-D159-4F3C-9278-565147145298}" srcOrd="0" destOrd="0" presId="urn:microsoft.com/office/officeart/2005/8/layout/hierarchy3"/>
    <dgm:cxn modelId="{47C959C6-1000-4AD9-BEE2-033F414C378A}" type="presParOf" srcId="{69D0161A-D159-4F3C-9278-565147145298}" destId="{EA44A782-7C2C-43C0-A4F1-93C769863C77}" srcOrd="0" destOrd="0" presId="urn:microsoft.com/office/officeart/2005/8/layout/hierarchy3"/>
    <dgm:cxn modelId="{9B610580-D7E1-47BB-BFF6-74CA2DD24809}" type="presParOf" srcId="{EA44A782-7C2C-43C0-A4F1-93C769863C77}" destId="{B1FD49F9-1F2D-42C0-878F-0E8EDFCDA4F5}" srcOrd="0" destOrd="0" presId="urn:microsoft.com/office/officeart/2005/8/layout/hierarchy3"/>
    <dgm:cxn modelId="{3A645E01-8F33-48B4-A4DA-67BC2CD88EB1}" type="presParOf" srcId="{EA44A782-7C2C-43C0-A4F1-93C769863C77}" destId="{35CA55BF-5A7D-4D48-8563-20853D3AEBC3}" srcOrd="1" destOrd="0" presId="urn:microsoft.com/office/officeart/2005/8/layout/hierarchy3"/>
    <dgm:cxn modelId="{42B24727-7270-4E32-A939-FC5CE2CCFD26}" type="presParOf" srcId="{69D0161A-D159-4F3C-9278-565147145298}" destId="{05177F67-84CF-4933-8038-B63D3E795E14}" srcOrd="1"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467151C-7211-421B-A2F1-2F067D2843BE}" type="doc">
      <dgm:prSet loTypeId="urn:microsoft.com/office/officeart/2005/8/layout/pyramid3" loCatId="pyramid" qsTypeId="urn:microsoft.com/office/officeart/2005/8/quickstyle/simple1" qsCatId="simple" csTypeId="urn:microsoft.com/office/officeart/2005/8/colors/accent1_2" csCatId="accent1"/>
      <dgm:spPr/>
      <dgm:t>
        <a:bodyPr/>
        <a:lstStyle/>
        <a:p>
          <a:endParaRPr lang="en-US"/>
        </a:p>
      </dgm:t>
    </dgm:pt>
    <dgm:pt modelId="{A96236F9-9FB0-463B-BBB1-8EA0C299D7D9}">
      <dgm:prSet custT="1"/>
      <dgm:spPr/>
      <dgm:t>
        <a:bodyPr/>
        <a:lstStyle/>
        <a:p>
          <a:pPr rtl="0"/>
          <a:r>
            <a:rPr lang="en-US" sz="6600" dirty="0" smtClean="0">
              <a:latin typeface="Algerian" panose="04020705040A02060702" pitchFamily="82" charset="0"/>
            </a:rPr>
            <a:t>DEFINITION </a:t>
          </a:r>
          <a:endParaRPr lang="en-US" sz="6600" dirty="0">
            <a:latin typeface="Algerian" panose="04020705040A02060702" pitchFamily="82" charset="0"/>
          </a:endParaRPr>
        </a:p>
      </dgm:t>
    </dgm:pt>
    <dgm:pt modelId="{39A25BF5-FE95-45CB-833B-A7E7E76B8EC0}" type="parTrans" cxnId="{EC5CF832-67EB-4EC5-8C2A-4095E10438B8}">
      <dgm:prSet/>
      <dgm:spPr/>
      <dgm:t>
        <a:bodyPr/>
        <a:lstStyle/>
        <a:p>
          <a:endParaRPr lang="en-US"/>
        </a:p>
      </dgm:t>
    </dgm:pt>
    <dgm:pt modelId="{641C2572-BA47-46E8-B6AD-AA350F786F47}" type="sibTrans" cxnId="{EC5CF832-67EB-4EC5-8C2A-4095E10438B8}">
      <dgm:prSet/>
      <dgm:spPr/>
      <dgm:t>
        <a:bodyPr/>
        <a:lstStyle/>
        <a:p>
          <a:endParaRPr lang="en-US"/>
        </a:p>
      </dgm:t>
    </dgm:pt>
    <dgm:pt modelId="{5405C5F3-EDAA-4516-A59D-20BC12FE2516}" type="pres">
      <dgm:prSet presAssocID="{1467151C-7211-421B-A2F1-2F067D2843BE}" presName="Name0" presStyleCnt="0">
        <dgm:presLayoutVars>
          <dgm:dir/>
          <dgm:animLvl val="lvl"/>
          <dgm:resizeHandles val="exact"/>
        </dgm:presLayoutVars>
      </dgm:prSet>
      <dgm:spPr/>
      <dgm:t>
        <a:bodyPr/>
        <a:lstStyle/>
        <a:p>
          <a:endParaRPr lang="en-US"/>
        </a:p>
      </dgm:t>
    </dgm:pt>
    <dgm:pt modelId="{EC61DF6A-5423-4B98-9C9F-A9FB682B17C3}" type="pres">
      <dgm:prSet presAssocID="{A96236F9-9FB0-463B-BBB1-8EA0C299D7D9}" presName="Name8" presStyleCnt="0"/>
      <dgm:spPr/>
    </dgm:pt>
    <dgm:pt modelId="{54222329-753F-404E-A35C-000A2168E54C}" type="pres">
      <dgm:prSet presAssocID="{A96236F9-9FB0-463B-BBB1-8EA0C299D7D9}" presName="level" presStyleLbl="node1" presStyleIdx="0" presStyleCnt="1" custLinFactNeighborX="16386" custLinFactNeighborY="10714">
        <dgm:presLayoutVars>
          <dgm:chMax val="1"/>
          <dgm:bulletEnabled val="1"/>
        </dgm:presLayoutVars>
      </dgm:prSet>
      <dgm:spPr/>
      <dgm:t>
        <a:bodyPr/>
        <a:lstStyle/>
        <a:p>
          <a:endParaRPr lang="en-US"/>
        </a:p>
      </dgm:t>
    </dgm:pt>
    <dgm:pt modelId="{957C54BD-355A-41DE-9B45-E6B105A0B8CA}" type="pres">
      <dgm:prSet presAssocID="{A96236F9-9FB0-463B-BBB1-8EA0C299D7D9}" presName="levelTx" presStyleLbl="revTx" presStyleIdx="0" presStyleCnt="0">
        <dgm:presLayoutVars>
          <dgm:chMax val="1"/>
          <dgm:bulletEnabled val="1"/>
        </dgm:presLayoutVars>
      </dgm:prSet>
      <dgm:spPr/>
      <dgm:t>
        <a:bodyPr/>
        <a:lstStyle/>
        <a:p>
          <a:endParaRPr lang="en-US"/>
        </a:p>
      </dgm:t>
    </dgm:pt>
  </dgm:ptLst>
  <dgm:cxnLst>
    <dgm:cxn modelId="{E64683D0-0B56-4D8B-AB19-4DE323D95FA5}" type="presOf" srcId="{A96236F9-9FB0-463B-BBB1-8EA0C299D7D9}" destId="{957C54BD-355A-41DE-9B45-E6B105A0B8CA}" srcOrd="1" destOrd="0" presId="urn:microsoft.com/office/officeart/2005/8/layout/pyramid3"/>
    <dgm:cxn modelId="{EC5CF832-67EB-4EC5-8C2A-4095E10438B8}" srcId="{1467151C-7211-421B-A2F1-2F067D2843BE}" destId="{A96236F9-9FB0-463B-BBB1-8EA0C299D7D9}" srcOrd="0" destOrd="0" parTransId="{39A25BF5-FE95-45CB-833B-A7E7E76B8EC0}" sibTransId="{641C2572-BA47-46E8-B6AD-AA350F786F47}"/>
    <dgm:cxn modelId="{3C62AD5E-480E-4E8F-A03C-101302649A50}" type="presOf" srcId="{A96236F9-9FB0-463B-BBB1-8EA0C299D7D9}" destId="{54222329-753F-404E-A35C-000A2168E54C}" srcOrd="0" destOrd="0" presId="urn:microsoft.com/office/officeart/2005/8/layout/pyramid3"/>
    <dgm:cxn modelId="{8E84FDDB-FB35-43C3-9582-8C4A0BED78AB}" type="presOf" srcId="{1467151C-7211-421B-A2F1-2F067D2843BE}" destId="{5405C5F3-EDAA-4516-A59D-20BC12FE2516}" srcOrd="0" destOrd="0" presId="urn:microsoft.com/office/officeart/2005/8/layout/pyramid3"/>
    <dgm:cxn modelId="{A0E27946-87BF-4282-B9F4-78034961139C}" type="presParOf" srcId="{5405C5F3-EDAA-4516-A59D-20BC12FE2516}" destId="{EC61DF6A-5423-4B98-9C9F-A9FB682B17C3}" srcOrd="0" destOrd="0" presId="urn:microsoft.com/office/officeart/2005/8/layout/pyramid3"/>
    <dgm:cxn modelId="{9203B993-594B-4F88-8CD2-9559FF7D2360}" type="presParOf" srcId="{EC61DF6A-5423-4B98-9C9F-A9FB682B17C3}" destId="{54222329-753F-404E-A35C-000A2168E54C}" srcOrd="0" destOrd="0" presId="urn:microsoft.com/office/officeart/2005/8/layout/pyramid3"/>
    <dgm:cxn modelId="{004AAF3B-B3AD-4B58-BE26-CF1EC2DCF363}" type="presParOf" srcId="{EC61DF6A-5423-4B98-9C9F-A9FB682B17C3}" destId="{957C54BD-355A-41DE-9B45-E6B105A0B8CA}" srcOrd="1" destOrd="0" presId="urn:microsoft.com/office/officeart/2005/8/layout/pyramid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00D03F-B933-4715-A804-18F7EDF2786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39FADAF5-69DE-4E05-AA86-B37CAB5A9EFE}">
      <dgm:prSet custT="1"/>
      <dgm:spPr/>
      <dgm:t>
        <a:bodyPr/>
        <a:lstStyle/>
        <a:p>
          <a:pPr rtl="0"/>
          <a:r>
            <a:rPr lang="en-US" sz="2600" dirty="0" smtClean="0">
              <a:solidFill>
                <a:schemeClr val="tx1">
                  <a:lumMod val="95000"/>
                  <a:lumOff val="5000"/>
                </a:schemeClr>
              </a:solidFill>
              <a:latin typeface="Arial Black" panose="020B0A04020102020204" pitchFamily="34" charset="0"/>
            </a:rPr>
            <a:t>Waste disposal policy provided the method for handling transporting and disposing infectious waste to ensure cost reduction and safety of HCWs, sanitation workers and the general public.</a:t>
          </a:r>
          <a:endParaRPr lang="en-US" sz="2600" dirty="0">
            <a:solidFill>
              <a:schemeClr val="tx1">
                <a:lumMod val="95000"/>
                <a:lumOff val="5000"/>
              </a:schemeClr>
            </a:solidFill>
            <a:latin typeface="Arial Black" panose="020B0A04020102020204" pitchFamily="34" charset="0"/>
          </a:endParaRPr>
        </a:p>
      </dgm:t>
    </dgm:pt>
    <dgm:pt modelId="{2DF91E9E-24AD-438A-9CAB-ABA27E7DE2C8}" type="parTrans" cxnId="{5FDD41F0-94E1-4672-A73D-C246AC0BD5D4}">
      <dgm:prSet/>
      <dgm:spPr/>
      <dgm:t>
        <a:bodyPr/>
        <a:lstStyle/>
        <a:p>
          <a:endParaRPr lang="en-US"/>
        </a:p>
      </dgm:t>
    </dgm:pt>
    <dgm:pt modelId="{092926BA-54E3-49B7-8E3E-1231FBFA15EB}" type="sibTrans" cxnId="{5FDD41F0-94E1-4672-A73D-C246AC0BD5D4}">
      <dgm:prSet/>
      <dgm:spPr/>
      <dgm:t>
        <a:bodyPr/>
        <a:lstStyle/>
        <a:p>
          <a:endParaRPr lang="en-US"/>
        </a:p>
      </dgm:t>
    </dgm:pt>
    <dgm:pt modelId="{2CB8927B-7210-4C41-AF9E-39EABD10118F}" type="pres">
      <dgm:prSet presAssocID="{8500D03F-B933-4715-A804-18F7EDF27869}" presName="Name0" presStyleCnt="0">
        <dgm:presLayoutVars>
          <dgm:dir/>
          <dgm:resizeHandles val="exact"/>
        </dgm:presLayoutVars>
      </dgm:prSet>
      <dgm:spPr/>
      <dgm:t>
        <a:bodyPr/>
        <a:lstStyle/>
        <a:p>
          <a:endParaRPr lang="en-US"/>
        </a:p>
      </dgm:t>
    </dgm:pt>
    <dgm:pt modelId="{C19B266B-8ED1-404D-AD5B-E0220A2A03BC}" type="pres">
      <dgm:prSet presAssocID="{39FADAF5-69DE-4E05-AA86-B37CAB5A9EFE}" presName="node" presStyleLbl="node1" presStyleIdx="0" presStyleCnt="1" custLinFactNeighborX="-7349" custLinFactNeighborY="-6167">
        <dgm:presLayoutVars>
          <dgm:bulletEnabled val="1"/>
        </dgm:presLayoutVars>
      </dgm:prSet>
      <dgm:spPr/>
      <dgm:t>
        <a:bodyPr/>
        <a:lstStyle/>
        <a:p>
          <a:endParaRPr lang="en-US"/>
        </a:p>
      </dgm:t>
    </dgm:pt>
  </dgm:ptLst>
  <dgm:cxnLst>
    <dgm:cxn modelId="{5FDD41F0-94E1-4672-A73D-C246AC0BD5D4}" srcId="{8500D03F-B933-4715-A804-18F7EDF27869}" destId="{39FADAF5-69DE-4E05-AA86-B37CAB5A9EFE}" srcOrd="0" destOrd="0" parTransId="{2DF91E9E-24AD-438A-9CAB-ABA27E7DE2C8}" sibTransId="{092926BA-54E3-49B7-8E3E-1231FBFA15EB}"/>
    <dgm:cxn modelId="{651AAD44-A188-4403-B832-180B6862044D}" type="presOf" srcId="{39FADAF5-69DE-4E05-AA86-B37CAB5A9EFE}" destId="{C19B266B-8ED1-404D-AD5B-E0220A2A03BC}" srcOrd="0" destOrd="0" presId="urn:microsoft.com/office/officeart/2005/8/layout/process1"/>
    <dgm:cxn modelId="{008E7C6B-6F22-4480-9D86-A4AC99EDD36F}" type="presOf" srcId="{8500D03F-B933-4715-A804-18F7EDF27869}" destId="{2CB8927B-7210-4C41-AF9E-39EABD10118F}" srcOrd="0" destOrd="0" presId="urn:microsoft.com/office/officeart/2005/8/layout/process1"/>
    <dgm:cxn modelId="{F01F0E72-94EB-413E-868A-AB75A3D68482}" type="presParOf" srcId="{2CB8927B-7210-4C41-AF9E-39EABD10118F}" destId="{C19B266B-8ED1-404D-AD5B-E0220A2A03BC}" srcOrd="0"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284387-0606-4163-812E-437A81816D53}"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FBDE1BA3-62F4-460C-B911-9A6A2E5EBAEE}">
      <dgm:prSet/>
      <dgm:spPr/>
      <dgm:t>
        <a:bodyPr/>
        <a:lstStyle/>
        <a:p>
          <a:pPr rtl="0"/>
          <a:r>
            <a:rPr lang="en-US" dirty="0" smtClean="0"/>
            <a:t>FOR MORE INFORMATION REFFER :</a:t>
          </a:r>
          <a:endParaRPr lang="en-US" dirty="0"/>
        </a:p>
      </dgm:t>
    </dgm:pt>
    <dgm:pt modelId="{3E37A63D-9132-4F7E-9AC8-291C9433A5D6}" type="parTrans" cxnId="{68CBABC1-AAAF-43D6-A21A-F4433B1F8235}">
      <dgm:prSet/>
      <dgm:spPr/>
      <dgm:t>
        <a:bodyPr/>
        <a:lstStyle/>
        <a:p>
          <a:endParaRPr lang="en-US"/>
        </a:p>
      </dgm:t>
    </dgm:pt>
    <dgm:pt modelId="{66C33465-4D96-4DF9-A3DB-9A2A4936F97D}" type="sibTrans" cxnId="{68CBABC1-AAAF-43D6-A21A-F4433B1F8235}">
      <dgm:prSet/>
      <dgm:spPr/>
      <dgm:t>
        <a:bodyPr/>
        <a:lstStyle/>
        <a:p>
          <a:endParaRPr lang="en-US"/>
        </a:p>
      </dgm:t>
    </dgm:pt>
    <dgm:pt modelId="{BC933A48-3E35-4051-824B-CA8557C81EBE}" type="pres">
      <dgm:prSet presAssocID="{1A284387-0606-4163-812E-437A81816D53}" presName="linear" presStyleCnt="0">
        <dgm:presLayoutVars>
          <dgm:animLvl val="lvl"/>
          <dgm:resizeHandles val="exact"/>
        </dgm:presLayoutVars>
      </dgm:prSet>
      <dgm:spPr/>
      <dgm:t>
        <a:bodyPr/>
        <a:lstStyle/>
        <a:p>
          <a:endParaRPr lang="en-US"/>
        </a:p>
      </dgm:t>
    </dgm:pt>
    <dgm:pt modelId="{7D33F81D-31E1-4964-A19A-7C78EB4044C3}" type="pres">
      <dgm:prSet presAssocID="{FBDE1BA3-62F4-460C-B911-9A6A2E5EBAEE}" presName="parentText" presStyleLbl="node1" presStyleIdx="0" presStyleCnt="1">
        <dgm:presLayoutVars>
          <dgm:chMax val="0"/>
          <dgm:bulletEnabled val="1"/>
        </dgm:presLayoutVars>
      </dgm:prSet>
      <dgm:spPr/>
      <dgm:t>
        <a:bodyPr/>
        <a:lstStyle/>
        <a:p>
          <a:endParaRPr lang="en-US"/>
        </a:p>
      </dgm:t>
    </dgm:pt>
  </dgm:ptLst>
  <dgm:cxnLst>
    <dgm:cxn modelId="{68CBABC1-AAAF-43D6-A21A-F4433B1F8235}" srcId="{1A284387-0606-4163-812E-437A81816D53}" destId="{FBDE1BA3-62F4-460C-B911-9A6A2E5EBAEE}" srcOrd="0" destOrd="0" parTransId="{3E37A63D-9132-4F7E-9AC8-291C9433A5D6}" sibTransId="{66C33465-4D96-4DF9-A3DB-9A2A4936F97D}"/>
    <dgm:cxn modelId="{987D37AA-D147-4F28-832E-7BB4B0A10F5D}" type="presOf" srcId="{1A284387-0606-4163-812E-437A81816D53}" destId="{BC933A48-3E35-4051-824B-CA8557C81EBE}" srcOrd="0" destOrd="0" presId="urn:microsoft.com/office/officeart/2005/8/layout/vList2"/>
    <dgm:cxn modelId="{F4D585E5-00F4-494A-87C9-21292CE634EF}" type="presOf" srcId="{FBDE1BA3-62F4-460C-B911-9A6A2E5EBAEE}" destId="{7D33F81D-31E1-4964-A19A-7C78EB4044C3}" srcOrd="0" destOrd="0" presId="urn:microsoft.com/office/officeart/2005/8/layout/vList2"/>
    <dgm:cxn modelId="{CC9388B0-6541-4FCD-95A8-543031DEDBB1}" type="presParOf" srcId="{BC933A48-3E35-4051-824B-CA8557C81EBE}" destId="{7D33F81D-31E1-4964-A19A-7C78EB4044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4880C1-FCDB-49CC-9BAB-313ED4EB37EA}" type="doc">
      <dgm:prSet loTypeId="urn:microsoft.com/office/officeart/2005/8/layout/process4" loCatId="list" qsTypeId="urn:microsoft.com/office/officeart/2005/8/quickstyle/simple1" qsCatId="simple" csTypeId="urn:microsoft.com/office/officeart/2005/8/colors/colorful1" csCatId="colorful"/>
      <dgm:spPr/>
      <dgm:t>
        <a:bodyPr/>
        <a:lstStyle/>
        <a:p>
          <a:endParaRPr lang="en-US"/>
        </a:p>
      </dgm:t>
    </dgm:pt>
    <dgm:pt modelId="{6BFFD5F1-D92F-44A3-B40B-B90A8589B308}">
      <dgm:prSet/>
      <dgm:spPr/>
      <dgm:t>
        <a:bodyPr/>
        <a:lstStyle/>
        <a:p>
          <a:pPr rtl="0"/>
          <a:r>
            <a:rPr lang="en-US" i="0" dirty="0" smtClean="0">
              <a:latin typeface="Arial Black" panose="020B0A04020102020204" pitchFamily="34" charset="0"/>
            </a:rPr>
            <a:t>ROYAL PORTAL</a:t>
          </a:r>
          <a:endParaRPr lang="en-US" i="0" dirty="0">
            <a:latin typeface="Arial Black" panose="020B0A04020102020204" pitchFamily="34" charset="0"/>
          </a:endParaRPr>
        </a:p>
      </dgm:t>
    </dgm:pt>
    <dgm:pt modelId="{BDCC6213-DF97-4190-8F26-BEBB971950B3}" type="parTrans" cxnId="{6D70B629-E3EA-46A1-94AC-1777C443DF3C}">
      <dgm:prSet/>
      <dgm:spPr/>
      <dgm:t>
        <a:bodyPr/>
        <a:lstStyle/>
        <a:p>
          <a:endParaRPr lang="en-US"/>
        </a:p>
      </dgm:t>
    </dgm:pt>
    <dgm:pt modelId="{645033EE-29B1-4EB9-AF49-6FA4D7734463}" type="sibTrans" cxnId="{6D70B629-E3EA-46A1-94AC-1777C443DF3C}">
      <dgm:prSet/>
      <dgm:spPr/>
      <dgm:t>
        <a:bodyPr/>
        <a:lstStyle/>
        <a:p>
          <a:endParaRPr lang="en-US"/>
        </a:p>
      </dgm:t>
    </dgm:pt>
    <dgm:pt modelId="{409B6A87-7462-4788-9566-A428463C0CD6}">
      <dgm:prSet/>
      <dgm:spPr/>
      <dgm:t>
        <a:bodyPr/>
        <a:lstStyle/>
        <a:p>
          <a:pPr rtl="0"/>
          <a:r>
            <a:rPr lang="en-US" i="0" dirty="0" smtClean="0">
              <a:latin typeface="Arial Black" panose="020B0A04020102020204" pitchFamily="34" charset="0"/>
            </a:rPr>
            <a:t>DOCUMENT MANAGEMENT SYSTEM</a:t>
          </a:r>
          <a:endParaRPr lang="en-US" i="0" dirty="0">
            <a:latin typeface="Arial Black" panose="020B0A04020102020204" pitchFamily="34" charset="0"/>
          </a:endParaRPr>
        </a:p>
      </dgm:t>
    </dgm:pt>
    <dgm:pt modelId="{ACC8CF72-E22B-4761-A775-A987E6F13005}" type="parTrans" cxnId="{E0CD29F3-DBC5-4935-BCB1-E52A1D7B0CEA}">
      <dgm:prSet/>
      <dgm:spPr/>
      <dgm:t>
        <a:bodyPr/>
        <a:lstStyle/>
        <a:p>
          <a:endParaRPr lang="en-US"/>
        </a:p>
      </dgm:t>
    </dgm:pt>
    <dgm:pt modelId="{F7FC2603-A8B9-4F8D-A9A5-0CD651576506}" type="sibTrans" cxnId="{E0CD29F3-DBC5-4935-BCB1-E52A1D7B0CEA}">
      <dgm:prSet/>
      <dgm:spPr/>
      <dgm:t>
        <a:bodyPr/>
        <a:lstStyle/>
        <a:p>
          <a:endParaRPr lang="en-US"/>
        </a:p>
      </dgm:t>
    </dgm:pt>
    <dgm:pt modelId="{FB93EDBB-FF05-4FF4-9118-165D7E6BA21E}">
      <dgm:prSet/>
      <dgm:spPr/>
      <dgm:t>
        <a:bodyPr/>
        <a:lstStyle/>
        <a:p>
          <a:pPr rtl="0"/>
          <a:r>
            <a:rPr lang="en-US" i="0" smtClean="0">
              <a:latin typeface="Arial Black" panose="020B0A04020102020204" pitchFamily="34" charset="0"/>
            </a:rPr>
            <a:t>SEARCH DOCUMENTS</a:t>
          </a:r>
          <a:endParaRPr lang="en-US" i="0">
            <a:latin typeface="Arial Black" panose="020B0A04020102020204" pitchFamily="34" charset="0"/>
          </a:endParaRPr>
        </a:p>
      </dgm:t>
    </dgm:pt>
    <dgm:pt modelId="{DA805F1C-2D45-4F93-8D91-C09CA2C13688}" type="parTrans" cxnId="{A61252E9-C4DD-44B6-98AD-5E403CDA9454}">
      <dgm:prSet/>
      <dgm:spPr/>
      <dgm:t>
        <a:bodyPr/>
        <a:lstStyle/>
        <a:p>
          <a:endParaRPr lang="en-US"/>
        </a:p>
      </dgm:t>
    </dgm:pt>
    <dgm:pt modelId="{6CBD85F3-5552-4B5E-8A26-471959E37D67}" type="sibTrans" cxnId="{A61252E9-C4DD-44B6-98AD-5E403CDA9454}">
      <dgm:prSet/>
      <dgm:spPr/>
      <dgm:t>
        <a:bodyPr/>
        <a:lstStyle/>
        <a:p>
          <a:endParaRPr lang="en-US"/>
        </a:p>
      </dgm:t>
    </dgm:pt>
    <dgm:pt modelId="{DE1358B4-8301-4986-9DEB-BF3E3358CA3C}">
      <dgm:prSet/>
      <dgm:spPr/>
      <dgm:t>
        <a:bodyPr/>
        <a:lstStyle/>
        <a:p>
          <a:pPr rtl="0"/>
          <a:r>
            <a:rPr lang="en-US" i="0" smtClean="0">
              <a:latin typeface="Arial Black" panose="020B0A04020102020204" pitchFamily="34" charset="0"/>
            </a:rPr>
            <a:t>TYPE WASTE</a:t>
          </a:r>
          <a:endParaRPr lang="en-US" i="0">
            <a:latin typeface="Arial Black" panose="020B0A04020102020204" pitchFamily="34" charset="0"/>
          </a:endParaRPr>
        </a:p>
      </dgm:t>
    </dgm:pt>
    <dgm:pt modelId="{AAAB4EC5-84B2-4248-9CA2-50FC420B8C4C}" type="parTrans" cxnId="{0CB43895-E3EC-4963-8D0A-F475FE0DCC1C}">
      <dgm:prSet/>
      <dgm:spPr/>
      <dgm:t>
        <a:bodyPr/>
        <a:lstStyle/>
        <a:p>
          <a:endParaRPr lang="en-US"/>
        </a:p>
      </dgm:t>
    </dgm:pt>
    <dgm:pt modelId="{3CCD6770-E6CB-4858-8DA8-AB338AD3102B}" type="sibTrans" cxnId="{0CB43895-E3EC-4963-8D0A-F475FE0DCC1C}">
      <dgm:prSet/>
      <dgm:spPr/>
      <dgm:t>
        <a:bodyPr/>
        <a:lstStyle/>
        <a:p>
          <a:endParaRPr lang="en-US"/>
        </a:p>
      </dgm:t>
    </dgm:pt>
    <dgm:pt modelId="{B202DD54-76D9-41C5-BC7A-28449B70B224}" type="pres">
      <dgm:prSet presAssocID="{374880C1-FCDB-49CC-9BAB-313ED4EB37EA}" presName="Name0" presStyleCnt="0">
        <dgm:presLayoutVars>
          <dgm:dir/>
          <dgm:animLvl val="lvl"/>
          <dgm:resizeHandles val="exact"/>
        </dgm:presLayoutVars>
      </dgm:prSet>
      <dgm:spPr/>
      <dgm:t>
        <a:bodyPr/>
        <a:lstStyle/>
        <a:p>
          <a:endParaRPr lang="en-US"/>
        </a:p>
      </dgm:t>
    </dgm:pt>
    <dgm:pt modelId="{82116057-A518-4A56-9D83-8422052CFCA2}" type="pres">
      <dgm:prSet presAssocID="{DE1358B4-8301-4986-9DEB-BF3E3358CA3C}" presName="boxAndChildren" presStyleCnt="0"/>
      <dgm:spPr/>
      <dgm:t>
        <a:bodyPr/>
        <a:lstStyle/>
        <a:p>
          <a:endParaRPr lang="en-US"/>
        </a:p>
      </dgm:t>
    </dgm:pt>
    <dgm:pt modelId="{39DDA9F6-DAF0-4611-A9C8-724135B1305C}" type="pres">
      <dgm:prSet presAssocID="{DE1358B4-8301-4986-9DEB-BF3E3358CA3C}" presName="parentTextBox" presStyleLbl="node1" presStyleIdx="0" presStyleCnt="4"/>
      <dgm:spPr/>
      <dgm:t>
        <a:bodyPr/>
        <a:lstStyle/>
        <a:p>
          <a:endParaRPr lang="en-US"/>
        </a:p>
      </dgm:t>
    </dgm:pt>
    <dgm:pt modelId="{85D8BC28-A2B5-451D-B333-D37A41B0D33F}" type="pres">
      <dgm:prSet presAssocID="{6CBD85F3-5552-4B5E-8A26-471959E37D67}" presName="sp" presStyleCnt="0"/>
      <dgm:spPr/>
      <dgm:t>
        <a:bodyPr/>
        <a:lstStyle/>
        <a:p>
          <a:endParaRPr lang="en-US"/>
        </a:p>
      </dgm:t>
    </dgm:pt>
    <dgm:pt modelId="{DF69F4FA-99D8-4E19-8C3D-5CB689821C3F}" type="pres">
      <dgm:prSet presAssocID="{FB93EDBB-FF05-4FF4-9118-165D7E6BA21E}" presName="arrowAndChildren" presStyleCnt="0"/>
      <dgm:spPr/>
      <dgm:t>
        <a:bodyPr/>
        <a:lstStyle/>
        <a:p>
          <a:endParaRPr lang="en-US"/>
        </a:p>
      </dgm:t>
    </dgm:pt>
    <dgm:pt modelId="{878CA65B-5AE8-4383-803A-3DBC1AFF019E}" type="pres">
      <dgm:prSet presAssocID="{FB93EDBB-FF05-4FF4-9118-165D7E6BA21E}" presName="parentTextArrow" presStyleLbl="node1" presStyleIdx="1" presStyleCnt="4"/>
      <dgm:spPr/>
      <dgm:t>
        <a:bodyPr/>
        <a:lstStyle/>
        <a:p>
          <a:endParaRPr lang="en-US"/>
        </a:p>
      </dgm:t>
    </dgm:pt>
    <dgm:pt modelId="{2CEA5FDF-4517-4909-ADC5-C75F65FC808E}" type="pres">
      <dgm:prSet presAssocID="{F7FC2603-A8B9-4F8D-A9A5-0CD651576506}" presName="sp" presStyleCnt="0"/>
      <dgm:spPr/>
      <dgm:t>
        <a:bodyPr/>
        <a:lstStyle/>
        <a:p>
          <a:endParaRPr lang="en-US"/>
        </a:p>
      </dgm:t>
    </dgm:pt>
    <dgm:pt modelId="{60D64862-15E4-4F0C-B082-750D0ABF1968}" type="pres">
      <dgm:prSet presAssocID="{409B6A87-7462-4788-9566-A428463C0CD6}" presName="arrowAndChildren" presStyleCnt="0"/>
      <dgm:spPr/>
      <dgm:t>
        <a:bodyPr/>
        <a:lstStyle/>
        <a:p>
          <a:endParaRPr lang="en-US"/>
        </a:p>
      </dgm:t>
    </dgm:pt>
    <dgm:pt modelId="{0446E492-E17D-444E-81B7-4FC00137D6D6}" type="pres">
      <dgm:prSet presAssocID="{409B6A87-7462-4788-9566-A428463C0CD6}" presName="parentTextArrow" presStyleLbl="node1" presStyleIdx="2" presStyleCnt="4"/>
      <dgm:spPr/>
      <dgm:t>
        <a:bodyPr/>
        <a:lstStyle/>
        <a:p>
          <a:endParaRPr lang="en-US"/>
        </a:p>
      </dgm:t>
    </dgm:pt>
    <dgm:pt modelId="{F6590B50-4F34-4449-90AE-C81DD1463E10}" type="pres">
      <dgm:prSet presAssocID="{645033EE-29B1-4EB9-AF49-6FA4D7734463}" presName="sp" presStyleCnt="0"/>
      <dgm:spPr/>
      <dgm:t>
        <a:bodyPr/>
        <a:lstStyle/>
        <a:p>
          <a:endParaRPr lang="en-US"/>
        </a:p>
      </dgm:t>
    </dgm:pt>
    <dgm:pt modelId="{909C3D66-29A3-4AA6-9879-4057CC193771}" type="pres">
      <dgm:prSet presAssocID="{6BFFD5F1-D92F-44A3-B40B-B90A8589B308}" presName="arrowAndChildren" presStyleCnt="0"/>
      <dgm:spPr/>
      <dgm:t>
        <a:bodyPr/>
        <a:lstStyle/>
        <a:p>
          <a:endParaRPr lang="en-US"/>
        </a:p>
      </dgm:t>
    </dgm:pt>
    <dgm:pt modelId="{4065A067-CFA2-4A86-A6EA-2D163B1D9075}" type="pres">
      <dgm:prSet presAssocID="{6BFFD5F1-D92F-44A3-B40B-B90A8589B308}" presName="parentTextArrow" presStyleLbl="node1" presStyleIdx="3" presStyleCnt="4"/>
      <dgm:spPr/>
      <dgm:t>
        <a:bodyPr/>
        <a:lstStyle/>
        <a:p>
          <a:endParaRPr lang="en-US"/>
        </a:p>
      </dgm:t>
    </dgm:pt>
  </dgm:ptLst>
  <dgm:cxnLst>
    <dgm:cxn modelId="{63643051-2A7B-4847-AC77-B9BEBFAAADE7}" type="presOf" srcId="{DE1358B4-8301-4986-9DEB-BF3E3358CA3C}" destId="{39DDA9F6-DAF0-4611-A9C8-724135B1305C}" srcOrd="0" destOrd="0" presId="urn:microsoft.com/office/officeart/2005/8/layout/process4"/>
    <dgm:cxn modelId="{5242883F-0723-4B45-854D-DEF4622B8C27}" type="presOf" srcId="{409B6A87-7462-4788-9566-A428463C0CD6}" destId="{0446E492-E17D-444E-81B7-4FC00137D6D6}" srcOrd="0" destOrd="0" presId="urn:microsoft.com/office/officeart/2005/8/layout/process4"/>
    <dgm:cxn modelId="{6CB3D629-51A1-4766-A921-290259F8FD46}" type="presOf" srcId="{374880C1-FCDB-49CC-9BAB-313ED4EB37EA}" destId="{B202DD54-76D9-41C5-BC7A-28449B70B224}" srcOrd="0" destOrd="0" presId="urn:microsoft.com/office/officeart/2005/8/layout/process4"/>
    <dgm:cxn modelId="{381B5455-CE59-457A-9D23-9AAC981B5275}" type="presOf" srcId="{FB93EDBB-FF05-4FF4-9118-165D7E6BA21E}" destId="{878CA65B-5AE8-4383-803A-3DBC1AFF019E}" srcOrd="0" destOrd="0" presId="urn:microsoft.com/office/officeart/2005/8/layout/process4"/>
    <dgm:cxn modelId="{E0CD29F3-DBC5-4935-BCB1-E52A1D7B0CEA}" srcId="{374880C1-FCDB-49CC-9BAB-313ED4EB37EA}" destId="{409B6A87-7462-4788-9566-A428463C0CD6}" srcOrd="1" destOrd="0" parTransId="{ACC8CF72-E22B-4761-A775-A987E6F13005}" sibTransId="{F7FC2603-A8B9-4F8D-A9A5-0CD651576506}"/>
    <dgm:cxn modelId="{A2A28494-A79E-402F-A998-202EAC1616AC}" type="presOf" srcId="{6BFFD5F1-D92F-44A3-B40B-B90A8589B308}" destId="{4065A067-CFA2-4A86-A6EA-2D163B1D9075}" srcOrd="0" destOrd="0" presId="urn:microsoft.com/office/officeart/2005/8/layout/process4"/>
    <dgm:cxn modelId="{6D70B629-E3EA-46A1-94AC-1777C443DF3C}" srcId="{374880C1-FCDB-49CC-9BAB-313ED4EB37EA}" destId="{6BFFD5F1-D92F-44A3-B40B-B90A8589B308}" srcOrd="0" destOrd="0" parTransId="{BDCC6213-DF97-4190-8F26-BEBB971950B3}" sibTransId="{645033EE-29B1-4EB9-AF49-6FA4D7734463}"/>
    <dgm:cxn modelId="{A61252E9-C4DD-44B6-98AD-5E403CDA9454}" srcId="{374880C1-FCDB-49CC-9BAB-313ED4EB37EA}" destId="{FB93EDBB-FF05-4FF4-9118-165D7E6BA21E}" srcOrd="2" destOrd="0" parTransId="{DA805F1C-2D45-4F93-8D91-C09CA2C13688}" sibTransId="{6CBD85F3-5552-4B5E-8A26-471959E37D67}"/>
    <dgm:cxn modelId="{0CB43895-E3EC-4963-8D0A-F475FE0DCC1C}" srcId="{374880C1-FCDB-49CC-9BAB-313ED4EB37EA}" destId="{DE1358B4-8301-4986-9DEB-BF3E3358CA3C}" srcOrd="3" destOrd="0" parTransId="{AAAB4EC5-84B2-4248-9CA2-50FC420B8C4C}" sibTransId="{3CCD6770-E6CB-4858-8DA8-AB338AD3102B}"/>
    <dgm:cxn modelId="{CE9FE80F-D43F-45DA-8380-91161F4D6C6A}" type="presParOf" srcId="{B202DD54-76D9-41C5-BC7A-28449B70B224}" destId="{82116057-A518-4A56-9D83-8422052CFCA2}" srcOrd="0" destOrd="0" presId="urn:microsoft.com/office/officeart/2005/8/layout/process4"/>
    <dgm:cxn modelId="{85D0BE5A-9664-4969-B680-D1F2D9ECFC50}" type="presParOf" srcId="{82116057-A518-4A56-9D83-8422052CFCA2}" destId="{39DDA9F6-DAF0-4611-A9C8-724135B1305C}" srcOrd="0" destOrd="0" presId="urn:microsoft.com/office/officeart/2005/8/layout/process4"/>
    <dgm:cxn modelId="{0B93A4D8-AABF-4109-A73D-E6DBE725452A}" type="presParOf" srcId="{B202DD54-76D9-41C5-BC7A-28449B70B224}" destId="{85D8BC28-A2B5-451D-B333-D37A41B0D33F}" srcOrd="1" destOrd="0" presId="urn:microsoft.com/office/officeart/2005/8/layout/process4"/>
    <dgm:cxn modelId="{B44E2411-2B4F-4F23-8E8E-CDA8A83248E8}" type="presParOf" srcId="{B202DD54-76D9-41C5-BC7A-28449B70B224}" destId="{DF69F4FA-99D8-4E19-8C3D-5CB689821C3F}" srcOrd="2" destOrd="0" presId="urn:microsoft.com/office/officeart/2005/8/layout/process4"/>
    <dgm:cxn modelId="{8B6319FF-2FD8-41C2-BA4E-79B407CCD819}" type="presParOf" srcId="{DF69F4FA-99D8-4E19-8C3D-5CB689821C3F}" destId="{878CA65B-5AE8-4383-803A-3DBC1AFF019E}" srcOrd="0" destOrd="0" presId="urn:microsoft.com/office/officeart/2005/8/layout/process4"/>
    <dgm:cxn modelId="{BE7C1B11-0788-4163-96E5-66EA78BA9219}" type="presParOf" srcId="{B202DD54-76D9-41C5-BC7A-28449B70B224}" destId="{2CEA5FDF-4517-4909-ADC5-C75F65FC808E}" srcOrd="3" destOrd="0" presId="urn:microsoft.com/office/officeart/2005/8/layout/process4"/>
    <dgm:cxn modelId="{D6CD7E6F-9A78-4C3A-B163-482189917347}" type="presParOf" srcId="{B202DD54-76D9-41C5-BC7A-28449B70B224}" destId="{60D64862-15E4-4F0C-B082-750D0ABF1968}" srcOrd="4" destOrd="0" presId="urn:microsoft.com/office/officeart/2005/8/layout/process4"/>
    <dgm:cxn modelId="{F2C7E1C9-D346-4369-B018-EF7C8A0603FF}" type="presParOf" srcId="{60D64862-15E4-4F0C-B082-750D0ABF1968}" destId="{0446E492-E17D-444E-81B7-4FC00137D6D6}" srcOrd="0" destOrd="0" presId="urn:microsoft.com/office/officeart/2005/8/layout/process4"/>
    <dgm:cxn modelId="{F01E1349-01F8-42B3-9B16-CAF6276E73DF}" type="presParOf" srcId="{B202DD54-76D9-41C5-BC7A-28449B70B224}" destId="{F6590B50-4F34-4449-90AE-C81DD1463E10}" srcOrd="5" destOrd="0" presId="urn:microsoft.com/office/officeart/2005/8/layout/process4"/>
    <dgm:cxn modelId="{A854FB96-7FE7-4045-9FE3-0BD8184071FD}" type="presParOf" srcId="{B202DD54-76D9-41C5-BC7A-28449B70B224}" destId="{909C3D66-29A3-4AA6-9879-4057CC193771}" srcOrd="6" destOrd="0" presId="urn:microsoft.com/office/officeart/2005/8/layout/process4"/>
    <dgm:cxn modelId="{98A6DD2A-EECC-4DFA-982F-8BE66B6EE33A}" type="presParOf" srcId="{909C3D66-29A3-4AA6-9879-4057CC193771}" destId="{4065A067-CFA2-4A86-A6EA-2D163B1D9075}" srcOrd="0" destOrd="0" presId="urn:microsoft.com/office/officeart/2005/8/layout/process4"/>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78933-1882-4D25-AB4B-4A6AC8C4AB29}">
      <dsp:nvSpPr>
        <dsp:cNvPr id="0" name=""/>
        <dsp:cNvSpPr/>
      </dsp:nvSpPr>
      <dsp:spPr>
        <a:xfrm rot="10800000">
          <a:off x="0" y="0"/>
          <a:ext cx="5667469" cy="805758"/>
        </a:xfrm>
        <a:prstGeom prst="trapezoid">
          <a:avLst>
            <a:gd name="adj" fmla="val 351686"/>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2000250" rtl="0">
            <a:lnSpc>
              <a:spcPct val="90000"/>
            </a:lnSpc>
            <a:spcBef>
              <a:spcPct val="0"/>
            </a:spcBef>
            <a:spcAft>
              <a:spcPct val="35000"/>
            </a:spcAft>
          </a:pPr>
          <a:r>
            <a:rPr lang="en-US" sz="4500" kern="1200" dirty="0" smtClean="0">
              <a:latin typeface="Algerian" panose="04020705040A02060702" pitchFamily="82" charset="0"/>
            </a:rPr>
            <a:t>PURPOSE OF POLICY </a:t>
          </a:r>
          <a:endParaRPr lang="en-US" sz="4500" kern="1200" dirty="0">
            <a:latin typeface="Algerian" panose="04020705040A02060702" pitchFamily="82" charset="0"/>
          </a:endParaRPr>
        </a:p>
      </dsp:txBody>
      <dsp:txXfrm rot="-10800000">
        <a:off x="0" y="0"/>
        <a:ext cx="5667469" cy="805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FD49F9-1F2D-42C0-878F-0E8EDFCDA4F5}">
      <dsp:nvSpPr>
        <dsp:cNvPr id="0" name=""/>
        <dsp:cNvSpPr/>
      </dsp:nvSpPr>
      <dsp:spPr>
        <a:xfrm>
          <a:off x="136104" y="0"/>
          <a:ext cx="8104575" cy="40522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lvl="0" algn="ctr" defTabSz="1111250" rtl="0">
            <a:lnSpc>
              <a:spcPct val="90000"/>
            </a:lnSpc>
            <a:spcBef>
              <a:spcPct val="0"/>
            </a:spcBef>
            <a:spcAft>
              <a:spcPct val="35000"/>
            </a:spcAft>
          </a:pPr>
          <a:r>
            <a:rPr lang="en-US" sz="2500" kern="1200" dirty="0" smtClean="0">
              <a:solidFill>
                <a:schemeClr val="tx1">
                  <a:lumMod val="95000"/>
                  <a:lumOff val="5000"/>
                </a:schemeClr>
              </a:solidFill>
              <a:latin typeface="Arial Black" panose="020B0A04020102020204" pitchFamily="34" charset="0"/>
            </a:rPr>
            <a:t>To provide a safe working environment for the patient, staff and public and reduce waste disposal volumes and cost without compromising health care standards and to ensure compliance of all health care workers to the appropriate management of wastes especially for those who are likely to be exposed to hazardous materials.</a:t>
          </a:r>
          <a:endParaRPr lang="en-US" sz="2500" kern="1200" dirty="0">
            <a:solidFill>
              <a:schemeClr val="tx1">
                <a:lumMod val="95000"/>
                <a:lumOff val="5000"/>
              </a:schemeClr>
            </a:solidFill>
            <a:latin typeface="Arial Black" panose="020B0A04020102020204" pitchFamily="34" charset="0"/>
          </a:endParaRPr>
        </a:p>
      </dsp:txBody>
      <dsp:txXfrm>
        <a:off x="254791" y="118687"/>
        <a:ext cx="7867201" cy="38149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222329-753F-404E-A35C-000A2168E54C}">
      <dsp:nvSpPr>
        <dsp:cNvPr id="0" name=""/>
        <dsp:cNvSpPr/>
      </dsp:nvSpPr>
      <dsp:spPr>
        <a:xfrm rot="10800000">
          <a:off x="0" y="0"/>
          <a:ext cx="5911914" cy="1013989"/>
        </a:xfrm>
        <a:prstGeom prst="trapezoid">
          <a:avLst>
            <a:gd name="adj" fmla="val 291518"/>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2933700" rtl="0">
            <a:lnSpc>
              <a:spcPct val="90000"/>
            </a:lnSpc>
            <a:spcBef>
              <a:spcPct val="0"/>
            </a:spcBef>
            <a:spcAft>
              <a:spcPct val="35000"/>
            </a:spcAft>
          </a:pPr>
          <a:r>
            <a:rPr lang="en-US" sz="6600" kern="1200" dirty="0" smtClean="0">
              <a:latin typeface="Algerian" panose="04020705040A02060702" pitchFamily="82" charset="0"/>
            </a:rPr>
            <a:t>DEFINITION </a:t>
          </a:r>
          <a:endParaRPr lang="en-US" sz="6600" kern="1200" dirty="0">
            <a:latin typeface="Algerian" panose="04020705040A02060702" pitchFamily="82" charset="0"/>
          </a:endParaRPr>
        </a:p>
      </dsp:txBody>
      <dsp:txXfrm rot="-10800000">
        <a:off x="0" y="0"/>
        <a:ext cx="5911914" cy="10139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9B266B-8ED1-404D-AD5B-E0220A2A03BC}">
      <dsp:nvSpPr>
        <dsp:cNvPr id="0" name=""/>
        <dsp:cNvSpPr/>
      </dsp:nvSpPr>
      <dsp:spPr>
        <a:xfrm>
          <a:off x="0" y="0"/>
          <a:ext cx="8990356" cy="408311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kern="1200" dirty="0" smtClean="0">
              <a:solidFill>
                <a:schemeClr val="tx1">
                  <a:lumMod val="95000"/>
                  <a:lumOff val="5000"/>
                </a:schemeClr>
              </a:solidFill>
              <a:latin typeface="Arial Black" panose="020B0A04020102020204" pitchFamily="34" charset="0"/>
            </a:rPr>
            <a:t>Waste disposal policy provided the method for handling transporting and disposing infectious waste to ensure cost reduction and safety of HCWs, sanitation workers and the general public.</a:t>
          </a:r>
          <a:endParaRPr lang="en-US" sz="2600" kern="1200" dirty="0">
            <a:solidFill>
              <a:schemeClr val="tx1">
                <a:lumMod val="95000"/>
                <a:lumOff val="5000"/>
              </a:schemeClr>
            </a:solidFill>
            <a:latin typeface="Arial Black" panose="020B0A04020102020204" pitchFamily="34" charset="0"/>
          </a:endParaRPr>
        </a:p>
      </dsp:txBody>
      <dsp:txXfrm>
        <a:off x="119590" y="119590"/>
        <a:ext cx="8751176" cy="38439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33F81D-31E1-4964-A19A-7C78EB4044C3}">
      <dsp:nvSpPr>
        <dsp:cNvPr id="0" name=""/>
        <dsp:cNvSpPr/>
      </dsp:nvSpPr>
      <dsp:spPr>
        <a:xfrm>
          <a:off x="0" y="5546"/>
          <a:ext cx="7188451" cy="818999"/>
        </a:xfrm>
        <a:prstGeom prst="round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l" defTabSz="1555750" rtl="0">
            <a:lnSpc>
              <a:spcPct val="90000"/>
            </a:lnSpc>
            <a:spcBef>
              <a:spcPct val="0"/>
            </a:spcBef>
            <a:spcAft>
              <a:spcPct val="35000"/>
            </a:spcAft>
          </a:pPr>
          <a:r>
            <a:rPr lang="en-US" sz="3500" kern="1200" dirty="0" smtClean="0"/>
            <a:t>FOR MORE INFORMATION REFFER :</a:t>
          </a:r>
          <a:endParaRPr lang="en-US" sz="3500" kern="1200" dirty="0"/>
        </a:p>
      </dsp:txBody>
      <dsp:txXfrm>
        <a:off x="39980" y="45526"/>
        <a:ext cx="7108491" cy="7390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DDA9F6-DAF0-4611-A9C8-724135B1305C}">
      <dsp:nvSpPr>
        <dsp:cNvPr id="0" name=""/>
        <dsp:cNvSpPr/>
      </dsp:nvSpPr>
      <dsp:spPr>
        <a:xfrm>
          <a:off x="0" y="3183074"/>
          <a:ext cx="8596668" cy="696378"/>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i="0" kern="1200" smtClean="0">
              <a:latin typeface="Arial Black" panose="020B0A04020102020204" pitchFamily="34" charset="0"/>
            </a:rPr>
            <a:t>TYPE WASTE</a:t>
          </a:r>
          <a:endParaRPr lang="en-US" sz="2200" i="0" kern="1200">
            <a:latin typeface="Arial Black" panose="020B0A04020102020204" pitchFamily="34" charset="0"/>
          </a:endParaRPr>
        </a:p>
      </dsp:txBody>
      <dsp:txXfrm>
        <a:off x="0" y="3183074"/>
        <a:ext cx="8596668" cy="696378"/>
      </dsp:txXfrm>
    </dsp:sp>
    <dsp:sp modelId="{878CA65B-5AE8-4383-803A-3DBC1AFF019E}">
      <dsp:nvSpPr>
        <dsp:cNvPr id="0" name=""/>
        <dsp:cNvSpPr/>
      </dsp:nvSpPr>
      <dsp:spPr>
        <a:xfrm rot="10800000">
          <a:off x="0" y="2122489"/>
          <a:ext cx="8596668" cy="1071030"/>
        </a:xfrm>
        <a:prstGeom prst="upArrowCallou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i="0" kern="1200" smtClean="0">
              <a:latin typeface="Arial Black" panose="020B0A04020102020204" pitchFamily="34" charset="0"/>
            </a:rPr>
            <a:t>SEARCH DOCUMENTS</a:t>
          </a:r>
          <a:endParaRPr lang="en-US" sz="2200" i="0" kern="1200">
            <a:latin typeface="Arial Black" panose="020B0A04020102020204" pitchFamily="34" charset="0"/>
          </a:endParaRPr>
        </a:p>
      </dsp:txBody>
      <dsp:txXfrm rot="10800000">
        <a:off x="0" y="2122489"/>
        <a:ext cx="8596668" cy="695923"/>
      </dsp:txXfrm>
    </dsp:sp>
    <dsp:sp modelId="{0446E492-E17D-444E-81B7-4FC00137D6D6}">
      <dsp:nvSpPr>
        <dsp:cNvPr id="0" name=""/>
        <dsp:cNvSpPr/>
      </dsp:nvSpPr>
      <dsp:spPr>
        <a:xfrm rot="10800000">
          <a:off x="0" y="1061904"/>
          <a:ext cx="8596668" cy="1071030"/>
        </a:xfrm>
        <a:prstGeom prst="upArrowCallou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i="0" kern="1200" dirty="0" smtClean="0">
              <a:latin typeface="Arial Black" panose="020B0A04020102020204" pitchFamily="34" charset="0"/>
            </a:rPr>
            <a:t>DOCUMENT MANAGEMENT SYSTEM</a:t>
          </a:r>
          <a:endParaRPr lang="en-US" sz="2200" i="0" kern="1200" dirty="0">
            <a:latin typeface="Arial Black" panose="020B0A04020102020204" pitchFamily="34" charset="0"/>
          </a:endParaRPr>
        </a:p>
      </dsp:txBody>
      <dsp:txXfrm rot="10800000">
        <a:off x="0" y="1061904"/>
        <a:ext cx="8596668" cy="695923"/>
      </dsp:txXfrm>
    </dsp:sp>
    <dsp:sp modelId="{4065A067-CFA2-4A86-A6EA-2D163B1D9075}">
      <dsp:nvSpPr>
        <dsp:cNvPr id="0" name=""/>
        <dsp:cNvSpPr/>
      </dsp:nvSpPr>
      <dsp:spPr>
        <a:xfrm rot="10800000">
          <a:off x="0" y="1319"/>
          <a:ext cx="8596668" cy="1071030"/>
        </a:xfrm>
        <a:prstGeom prst="upArrowCallou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rtl="0">
            <a:lnSpc>
              <a:spcPct val="90000"/>
            </a:lnSpc>
            <a:spcBef>
              <a:spcPct val="0"/>
            </a:spcBef>
            <a:spcAft>
              <a:spcPct val="35000"/>
            </a:spcAft>
          </a:pPr>
          <a:r>
            <a:rPr lang="en-US" sz="2200" i="0" kern="1200" dirty="0" smtClean="0">
              <a:latin typeface="Arial Black" panose="020B0A04020102020204" pitchFamily="34" charset="0"/>
            </a:rPr>
            <a:t>ROYAL PORTAL</a:t>
          </a:r>
          <a:endParaRPr lang="en-US" sz="2200" i="0" kern="1200" dirty="0">
            <a:latin typeface="Arial Black" panose="020B0A04020102020204" pitchFamily="34" charset="0"/>
          </a:endParaRPr>
        </a:p>
      </dsp:txBody>
      <dsp:txXfrm rot="10800000">
        <a:off x="0" y="1319"/>
        <a:ext cx="8596668" cy="695923"/>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D468F-2A1F-415F-9C75-548DD7CB3120}" type="datetimeFigureOut">
              <a:rPr lang="en-US" smtClean="0"/>
              <a:t>4/25/2022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FD0363-9C5A-485D-8339-8527145FC8E8}" type="slidenum">
              <a:rPr lang="en-US" smtClean="0"/>
              <a:t>‹#›</a:t>
            </a:fld>
            <a:endParaRPr lang="en-US"/>
          </a:p>
        </p:txBody>
      </p:sp>
    </p:spTree>
    <p:extLst>
      <p:ext uri="{BB962C8B-B14F-4D97-AF65-F5344CB8AC3E}">
        <p14:creationId xmlns:p14="http://schemas.microsoft.com/office/powerpoint/2010/main" val="2130782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FD0363-9C5A-485D-8339-8527145FC8E8}" type="slidenum">
              <a:rPr lang="en-US" smtClean="0"/>
              <a:t>2</a:t>
            </a:fld>
            <a:endParaRPr lang="en-US"/>
          </a:p>
        </p:txBody>
      </p:sp>
    </p:spTree>
    <p:extLst>
      <p:ext uri="{BB962C8B-B14F-4D97-AF65-F5344CB8AC3E}">
        <p14:creationId xmlns:p14="http://schemas.microsoft.com/office/powerpoint/2010/main" val="4265531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1432721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430173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2134719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5517D0B-C91F-43ED-8A12-158A6F921F21}" type="datetimeFigureOut">
              <a:rPr lang="en-US" smtClean="0"/>
              <a:t>4/25/2022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808705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5517D0B-C91F-43ED-8A12-158A6F921F21}" type="datetimeFigureOut">
              <a:rPr lang="en-US" smtClean="0"/>
              <a:t>4/25/2022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3208155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5517D0B-C91F-43ED-8A12-158A6F921F21}" type="datetimeFigureOut">
              <a:rPr lang="en-US" smtClean="0"/>
              <a:t>4/25/2022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402989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517D0B-C91F-43ED-8A12-158A6F921F21}" type="datetimeFigureOut">
              <a:rPr lang="en-US" smtClean="0"/>
              <a:t>4/25/2022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3937476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517D0B-C91F-43ED-8A12-158A6F921F21}" type="datetimeFigureOut">
              <a:rPr lang="en-US" smtClean="0"/>
              <a:t>4/25/2022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2163027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517D0B-C91F-43ED-8A12-158A6F921F21}" type="datetimeFigureOut">
              <a:rPr lang="en-US" smtClean="0"/>
              <a:t>4/25/2022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3651696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2681386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3525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1366632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56733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2808347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629764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5517D0B-C91F-43ED-8A12-158A6F921F21}" type="datetimeFigureOut">
              <a:rPr lang="en-US" smtClean="0"/>
              <a:t>4/25/2022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53F779-EB56-47E0-B9D1-2B2AFD409E43}" type="slidenum">
              <a:rPr lang="en-US" smtClean="0"/>
              <a:t>‹#›</a:t>
            </a:fld>
            <a:endParaRPr lang="en-US"/>
          </a:p>
        </p:txBody>
      </p:sp>
    </p:spTree>
    <p:extLst>
      <p:ext uri="{BB962C8B-B14F-4D97-AF65-F5344CB8AC3E}">
        <p14:creationId xmlns:p14="http://schemas.microsoft.com/office/powerpoint/2010/main" val="107166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517D0B-C91F-43ED-8A12-158A6F921F21}" type="datetimeFigureOut">
              <a:rPr lang="en-US" smtClean="0"/>
              <a:t>4/25/2022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853F779-EB56-47E0-B9D1-2B2AFD409E43}" type="slidenum">
              <a:rPr lang="en-US" smtClean="0"/>
              <a:t>‹#›</a:t>
            </a:fld>
            <a:endParaRPr lang="en-US"/>
          </a:p>
        </p:txBody>
      </p:sp>
    </p:spTree>
    <p:extLst>
      <p:ext uri="{BB962C8B-B14F-4D97-AF65-F5344CB8AC3E}">
        <p14:creationId xmlns:p14="http://schemas.microsoft.com/office/powerpoint/2010/main" val="1570531743"/>
      </p:ext>
    </p:extLst>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 id="2147484023" r:id="rId5"/>
    <p:sldLayoutId id="2147484024" r:id="rId6"/>
    <p:sldLayoutId id="2147484025" r:id="rId7"/>
    <p:sldLayoutId id="2147484026" r:id="rId8"/>
    <p:sldLayoutId id="2147484027" r:id="rId9"/>
    <p:sldLayoutId id="2147484028" r:id="rId10"/>
    <p:sldLayoutId id="2147484029" r:id="rId11"/>
    <p:sldLayoutId id="2147484030" r:id="rId12"/>
    <p:sldLayoutId id="2147484031" r:id="rId13"/>
    <p:sldLayoutId id="2147484032" r:id="rId14"/>
    <p:sldLayoutId id="2147484033" r:id="rId15"/>
    <p:sldLayoutId id="214748403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jpg"/><Relationship Id="rId5" Type="http://schemas.openxmlformats.org/officeDocument/2006/relationships/image" Target="../media/image16.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jp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jp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jp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34.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4.jp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052" y="9053"/>
            <a:ext cx="12113537" cy="73832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76402084"/>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06017" y="106017"/>
            <a:ext cx="11913705" cy="663934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 name="Date Placeholder 1"/>
          <p:cNvSpPr>
            <a:spLocks noGrp="1"/>
          </p:cNvSpPr>
          <p:nvPr>
            <p:ph type="dt" sz="half" idx="10"/>
          </p:nvPr>
        </p:nvSpPr>
        <p:spPr/>
        <p:txBody>
          <a:bodyPr/>
          <a:lstStyle/>
          <a:p>
            <a:fld id="{DAF31DB4-4657-4B2A-98F6-5B1EE7485710}" type="datetime1">
              <a:rPr lang="en-US" smtClean="0"/>
              <a:t>4/25/2022</a:t>
            </a:fld>
            <a:endParaRPr lang="en-US"/>
          </a:p>
        </p:txBody>
      </p:sp>
      <p:sp>
        <p:nvSpPr>
          <p:cNvPr id="5" name="Rectangle 4"/>
          <p:cNvSpPr/>
          <p:nvPr/>
        </p:nvSpPr>
        <p:spPr>
          <a:xfrm>
            <a:off x="10068127" y="1321131"/>
            <a:ext cx="1838527" cy="830997"/>
          </a:xfrm>
          <a:prstGeom prst="rect">
            <a:avLst/>
          </a:prstGeom>
          <a:solidFill>
            <a:schemeClr val="accent4">
              <a:lumMod val="60000"/>
              <a:lumOff val="40000"/>
            </a:schemeClr>
          </a:solidFill>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n-US" sz="1600" dirty="0" smtClean="0">
                <a:ln w="0"/>
                <a:solidFill>
                  <a:schemeClr val="tx1"/>
                </a:solidFill>
                <a:effectLst>
                  <a:outerShdw blurRad="38100" dist="19050" dir="2700000" algn="tl" rotWithShape="0">
                    <a:schemeClr val="dk1">
                      <a:alpha val="40000"/>
                    </a:schemeClr>
                  </a:outerShdw>
                </a:effectLst>
              </a:rPr>
              <a:t>Anumol Unni</a:t>
            </a:r>
          </a:p>
          <a:p>
            <a:pPr algn="ctr"/>
            <a:r>
              <a:rPr lang="en-US" sz="1600" dirty="0" smtClean="0">
                <a:ln w="0"/>
                <a:solidFill>
                  <a:schemeClr val="tx1"/>
                </a:solidFill>
                <a:effectLst>
                  <a:outerShdw blurRad="38100" dist="19050" dir="2700000" algn="tl" rotWithShape="0">
                    <a:schemeClr val="dk1">
                      <a:alpha val="40000"/>
                    </a:schemeClr>
                  </a:outerShdw>
                </a:effectLst>
              </a:rPr>
              <a:t>PHDU</a:t>
            </a:r>
          </a:p>
          <a:p>
            <a:pPr algn="ctr"/>
            <a:r>
              <a:rPr lang="en-US" sz="1600" dirty="0" smtClean="0">
                <a:ln w="0"/>
                <a:solidFill>
                  <a:schemeClr val="tx1"/>
                </a:solidFill>
                <a:effectLst>
                  <a:outerShdw blurRad="38100" dist="19050" dir="2700000" algn="tl" rotWithShape="0">
                    <a:schemeClr val="dk1">
                      <a:alpha val="40000"/>
                    </a:schemeClr>
                  </a:outerShdw>
                </a:effectLst>
              </a:rPr>
              <a:t>STAFF ID 90235</a:t>
            </a:r>
            <a:endParaRPr lang="en-US" sz="16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54459393"/>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6447" y="0"/>
            <a:ext cx="12006177" cy="739898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695521855"/>
      </p:ext>
    </p:extLst>
  </p:cSld>
  <p:clrMapOvr>
    <a:overrideClrMapping bg1="lt1" tx1="dk1" bg2="lt2" tx2="dk2" accent1="accent1" accent2="accent2" accent3="accent3" accent4="accent4" accent5="accent5" accent6="accent6" hlink="hlink" folHlink="folHlink"/>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75582" y="1333191"/>
            <a:ext cx="3289670" cy="4207530"/>
          </a:xfrm>
          <a:prstGeom prst="rect">
            <a:avLst/>
          </a:prstGeom>
        </p:spPr>
      </p:pic>
      <p:pic>
        <p:nvPicPr>
          <p:cNvPr id="6" name="Picture 5"/>
          <p:cNvPicPr>
            <a:picLocks noChangeAspect="1"/>
          </p:cNvPicPr>
          <p:nvPr/>
        </p:nvPicPr>
        <p:blipFill>
          <a:blip r:embed="rId3"/>
          <a:stretch>
            <a:fillRect/>
          </a:stretch>
        </p:blipFill>
        <p:spPr>
          <a:xfrm>
            <a:off x="78132" y="127077"/>
            <a:ext cx="8486775" cy="6296025"/>
          </a:xfrm>
          <a:prstGeom prst="rect">
            <a:avLst/>
          </a:prstGeom>
        </p:spPr>
      </p:pic>
    </p:spTree>
    <p:extLst>
      <p:ext uri="{BB962C8B-B14F-4D97-AF65-F5344CB8AC3E}">
        <p14:creationId xmlns:p14="http://schemas.microsoft.com/office/powerpoint/2010/main" val="290213915"/>
      </p:ext>
    </p:extLst>
  </p:cSld>
  <p:clrMapOvr>
    <a:overrideClrMapping bg1="lt1" tx1="dk1" bg2="lt2" tx2="dk2" accent1="accent1" accent2="accent2" accent3="accent3" accent4="accent4" accent5="accent5" accent6="accent6" hlink="hlink" folHlink="folHlink"/>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542105384"/>
              </p:ext>
            </p:extLst>
          </p:nvPr>
        </p:nvGraphicFramePr>
        <p:xfrm>
          <a:off x="1892175" y="90535"/>
          <a:ext cx="5667469" cy="8057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p:cNvGraphicFramePr>
            <a:graphicFrameLocks noGrp="1"/>
          </p:cNvGraphicFramePr>
          <p:nvPr>
            <p:ph idx="1"/>
            <p:extLst>
              <p:ext uri="{D42A27DB-BD31-4B8C-83A1-F6EECF244321}">
                <p14:modId xmlns:p14="http://schemas.microsoft.com/office/powerpoint/2010/main" val="2879075303"/>
              </p:ext>
            </p:extLst>
          </p:nvPr>
        </p:nvGraphicFramePr>
        <p:xfrm>
          <a:off x="597529" y="1828800"/>
          <a:ext cx="8971984" cy="405595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467463457"/>
      </p:ext>
    </p:extLst>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222628898"/>
              </p:ext>
            </p:extLst>
          </p:nvPr>
        </p:nvGraphicFramePr>
        <p:xfrm>
          <a:off x="1629624" y="0"/>
          <a:ext cx="5911914" cy="1013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5"/>
          <p:cNvGraphicFramePr>
            <a:graphicFrameLocks noGrp="1"/>
          </p:cNvGraphicFramePr>
          <p:nvPr>
            <p:ph idx="1"/>
            <p:extLst>
              <p:ext uri="{D42A27DB-BD31-4B8C-83A1-F6EECF244321}">
                <p14:modId xmlns:p14="http://schemas.microsoft.com/office/powerpoint/2010/main" val="1402696379"/>
              </p:ext>
            </p:extLst>
          </p:nvPr>
        </p:nvGraphicFramePr>
        <p:xfrm>
          <a:off x="552261" y="1955549"/>
          <a:ext cx="8999145" cy="408311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46337443"/>
      </p:ext>
    </p:extLst>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0534" y="46996"/>
            <a:ext cx="11552222" cy="68110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39795085"/>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04037" y="102342"/>
            <a:ext cx="8809236" cy="6628177"/>
          </a:xfrm>
          <a:prstGeom prst="rect">
            <a:avLst/>
          </a:prstGeom>
          <a:ln w="88900" cap="sq" cmpd="thickThin">
            <a:solidFill>
              <a:srgbClr val="000000"/>
            </a:solidFill>
            <a:prstDash val="solid"/>
            <a:miter lim="800000"/>
          </a:ln>
          <a:effectLst>
            <a:innerShdw blurRad="76200">
              <a:srgbClr val="000000"/>
            </a:innerShdw>
          </a:effectLst>
        </p:spPr>
      </p:pic>
      <p:pic>
        <p:nvPicPr>
          <p:cNvPr id="2" name="Picture 1"/>
          <p:cNvPicPr>
            <a:picLocks noChangeAspect="1"/>
          </p:cNvPicPr>
          <p:nvPr/>
        </p:nvPicPr>
        <p:blipFill>
          <a:blip r:embed="rId3"/>
          <a:stretch>
            <a:fillRect/>
          </a:stretch>
        </p:blipFill>
        <p:spPr>
          <a:xfrm>
            <a:off x="9398198" y="102341"/>
            <a:ext cx="2793802" cy="6628177"/>
          </a:xfrm>
          <a:prstGeom prst="rect">
            <a:avLst/>
          </a:prstGeom>
        </p:spPr>
      </p:pic>
    </p:spTree>
    <p:extLst>
      <p:ext uri="{BB962C8B-B14F-4D97-AF65-F5344CB8AC3E}">
        <p14:creationId xmlns:p14="http://schemas.microsoft.com/office/powerpoint/2010/main" val="144482762"/>
      </p:ext>
    </p:extLst>
  </p:cSld>
  <p:clrMapOvr>
    <a:masterClrMapping/>
  </p:clrMapOvr>
  <p:transition spd="slow">
    <p:randomBa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a:spLocks noGrp="1"/>
          </p:cNvSpPr>
          <p:nvPr>
            <p:ph type="title"/>
          </p:nvPr>
        </p:nvSpPr>
        <p:spPr>
          <a:xfrm>
            <a:off x="535940" y="256159"/>
            <a:ext cx="7783830" cy="566822"/>
          </a:xfrm>
          <a:prstGeom prst="rect">
            <a:avLst/>
          </a:prstGeom>
        </p:spPr>
        <p:txBody>
          <a:bodyPr vert="horz" wrap="square" lIns="0" tIns="12700" rIns="0" bIns="0" rtlCol="0">
            <a:spAutoFit/>
          </a:bodyPr>
          <a:lstStyle/>
          <a:p>
            <a:pPr marL="12700">
              <a:lnSpc>
                <a:spcPct val="100000"/>
              </a:lnSpc>
              <a:spcBef>
                <a:spcPts val="100"/>
              </a:spcBef>
            </a:pPr>
            <a:r>
              <a:rPr sz="3600" b="1" u="heavy" spc="-25" dirty="0">
                <a:uFill>
                  <a:solidFill>
                    <a:srgbClr val="000000"/>
                  </a:solidFill>
                </a:uFill>
                <a:latin typeface="Calibri"/>
                <a:cs typeface="Calibri"/>
              </a:rPr>
              <a:t>CLASSIFICATION</a:t>
            </a:r>
            <a:r>
              <a:rPr sz="3600" b="1" u="heavy" spc="-30" dirty="0">
                <a:uFill>
                  <a:solidFill>
                    <a:srgbClr val="000000"/>
                  </a:solidFill>
                </a:uFill>
                <a:latin typeface="Calibri"/>
                <a:cs typeface="Calibri"/>
              </a:rPr>
              <a:t> </a:t>
            </a:r>
            <a:r>
              <a:rPr sz="3600" b="1" u="heavy" spc="-5" dirty="0">
                <a:uFill>
                  <a:solidFill>
                    <a:srgbClr val="000000"/>
                  </a:solidFill>
                </a:uFill>
                <a:latin typeface="Calibri"/>
                <a:cs typeface="Calibri"/>
              </a:rPr>
              <a:t>OF</a:t>
            </a:r>
            <a:r>
              <a:rPr sz="3600" b="1" u="heavy" spc="-10" dirty="0">
                <a:uFill>
                  <a:solidFill>
                    <a:srgbClr val="000000"/>
                  </a:solidFill>
                </a:uFill>
                <a:latin typeface="Calibri"/>
                <a:cs typeface="Calibri"/>
              </a:rPr>
              <a:t> </a:t>
            </a:r>
            <a:r>
              <a:rPr sz="3600" b="1" u="heavy" spc="-5" dirty="0" smtClean="0">
                <a:uFill>
                  <a:solidFill>
                    <a:srgbClr val="000000"/>
                  </a:solidFill>
                </a:uFill>
                <a:latin typeface="Calibri"/>
                <a:cs typeface="Calibri"/>
              </a:rPr>
              <a:t>BIOME</a:t>
            </a:r>
            <a:r>
              <a:rPr lang="en-US" b="1" u="heavy" spc="-5" dirty="0" smtClean="0">
                <a:uFill>
                  <a:solidFill>
                    <a:srgbClr val="000000"/>
                  </a:solidFill>
                </a:uFill>
                <a:latin typeface="Calibri"/>
                <a:cs typeface="Calibri"/>
              </a:rPr>
              <a:t>DIC</a:t>
            </a:r>
            <a:r>
              <a:rPr sz="3600" b="1" u="heavy" spc="-5" dirty="0" smtClean="0">
                <a:uFill>
                  <a:solidFill>
                    <a:srgbClr val="000000"/>
                  </a:solidFill>
                </a:uFill>
                <a:latin typeface="Calibri"/>
                <a:cs typeface="Calibri"/>
              </a:rPr>
              <a:t>AL</a:t>
            </a:r>
            <a:r>
              <a:rPr sz="3600" b="1" u="heavy" spc="10" dirty="0" smtClean="0">
                <a:uFill>
                  <a:solidFill>
                    <a:srgbClr val="000000"/>
                  </a:solidFill>
                </a:uFill>
                <a:latin typeface="Calibri"/>
                <a:cs typeface="Calibri"/>
              </a:rPr>
              <a:t> </a:t>
            </a:r>
            <a:r>
              <a:rPr sz="3600" b="1" u="heavy" spc="-40" dirty="0">
                <a:uFill>
                  <a:solidFill>
                    <a:srgbClr val="000000"/>
                  </a:solidFill>
                </a:uFill>
                <a:latin typeface="Calibri"/>
                <a:cs typeface="Calibri"/>
              </a:rPr>
              <a:t>WASTE:</a:t>
            </a:r>
            <a:endParaRPr sz="3600" dirty="0">
              <a:latin typeface="Calibri"/>
              <a:cs typeface="Calibri"/>
            </a:endParaRPr>
          </a:p>
        </p:txBody>
      </p:sp>
      <p:sp>
        <p:nvSpPr>
          <p:cNvPr id="8" name="object 4"/>
          <p:cNvSpPr txBox="1"/>
          <p:nvPr/>
        </p:nvSpPr>
        <p:spPr>
          <a:xfrm>
            <a:off x="307340" y="1074165"/>
            <a:ext cx="3887470" cy="513715"/>
          </a:xfrm>
          <a:prstGeom prst="rect">
            <a:avLst/>
          </a:prstGeom>
        </p:spPr>
        <p:txBody>
          <a:bodyPr vert="horz" wrap="square" lIns="0" tIns="13335" rIns="0" bIns="0" rtlCol="0">
            <a:spAutoFit/>
          </a:bodyPr>
          <a:lstStyle/>
          <a:p>
            <a:pPr marL="12700">
              <a:lnSpc>
                <a:spcPct val="100000"/>
              </a:lnSpc>
              <a:spcBef>
                <a:spcPts val="105"/>
              </a:spcBef>
              <a:tabLst>
                <a:tab pos="469265" algn="l"/>
              </a:tabLst>
            </a:pPr>
            <a:r>
              <a:rPr sz="3200" b="1" spc="-5" dirty="0">
                <a:solidFill>
                  <a:srgbClr val="001F5F"/>
                </a:solidFill>
                <a:latin typeface="Calibri"/>
                <a:cs typeface="Calibri"/>
              </a:rPr>
              <a:t>1.	</a:t>
            </a:r>
            <a:r>
              <a:rPr sz="3200" b="1" u="heavy" spc="-5" dirty="0">
                <a:solidFill>
                  <a:srgbClr val="001F5F"/>
                </a:solidFill>
                <a:uFill>
                  <a:solidFill>
                    <a:srgbClr val="001F5F"/>
                  </a:solidFill>
                </a:uFill>
                <a:latin typeface="Calibri"/>
                <a:cs typeface="Calibri"/>
              </a:rPr>
              <a:t>INFECTIOUS</a:t>
            </a:r>
            <a:r>
              <a:rPr sz="3200" b="1" u="heavy" spc="-55" dirty="0">
                <a:solidFill>
                  <a:srgbClr val="001F5F"/>
                </a:solidFill>
                <a:uFill>
                  <a:solidFill>
                    <a:srgbClr val="001F5F"/>
                  </a:solidFill>
                </a:uFill>
                <a:latin typeface="Calibri"/>
                <a:cs typeface="Calibri"/>
              </a:rPr>
              <a:t> </a:t>
            </a:r>
            <a:r>
              <a:rPr sz="3200" b="1" u="heavy" spc="-35" dirty="0">
                <a:solidFill>
                  <a:srgbClr val="001F5F"/>
                </a:solidFill>
                <a:uFill>
                  <a:solidFill>
                    <a:srgbClr val="001F5F"/>
                  </a:solidFill>
                </a:uFill>
                <a:latin typeface="Calibri"/>
                <a:cs typeface="Calibri"/>
              </a:rPr>
              <a:t>WASTE:</a:t>
            </a:r>
            <a:endParaRPr sz="3200" dirty="0">
              <a:latin typeface="Calibri"/>
              <a:cs typeface="Calibri"/>
            </a:endParaRPr>
          </a:p>
        </p:txBody>
      </p:sp>
      <p:sp>
        <p:nvSpPr>
          <p:cNvPr id="11" name="object 7"/>
          <p:cNvSpPr txBox="1"/>
          <p:nvPr/>
        </p:nvSpPr>
        <p:spPr>
          <a:xfrm>
            <a:off x="307340" y="1659077"/>
            <a:ext cx="4789761" cy="5248232"/>
          </a:xfrm>
          <a:prstGeom prst="rect">
            <a:avLst/>
          </a:prstGeom>
        </p:spPr>
        <p:txBody>
          <a:bodyPr vert="horz" wrap="square" lIns="0" tIns="13335" rIns="0" bIns="0" rtlCol="0">
            <a:spAutoFit/>
          </a:bodyPr>
          <a:lstStyle/>
          <a:p>
            <a:pPr marL="12700" marR="5080">
              <a:spcBef>
                <a:spcPts val="105"/>
              </a:spcBef>
            </a:pPr>
            <a:r>
              <a:rPr lang="en-US" sz="2400" b="1" dirty="0" smtClean="0"/>
              <a:t>Waste </a:t>
            </a:r>
            <a:r>
              <a:rPr lang="en-US" sz="2400" b="1" dirty="0"/>
              <a:t>contaminated with blood and other bodily fluids (e.g. from discarded diagnostic samples), </a:t>
            </a:r>
            <a:endParaRPr lang="en-US" sz="2400" b="1" dirty="0" smtClean="0"/>
          </a:p>
          <a:p>
            <a:pPr marL="12700" marR="5080">
              <a:spcBef>
                <a:spcPts val="105"/>
              </a:spcBef>
            </a:pPr>
            <a:endParaRPr lang="en-US" sz="2400" b="1" dirty="0" smtClean="0"/>
          </a:p>
          <a:p>
            <a:pPr marL="12700" marR="5080">
              <a:spcBef>
                <a:spcPts val="105"/>
              </a:spcBef>
            </a:pPr>
            <a:r>
              <a:rPr lang="en-US" sz="2400" b="1" dirty="0" smtClean="0"/>
              <a:t>cultures </a:t>
            </a:r>
            <a:r>
              <a:rPr lang="en-US" sz="2400" b="1" dirty="0"/>
              <a:t>and stocks of infectious agents from laboratory work (e.g. waste from autopsies and infected animals from laboratories), </a:t>
            </a:r>
            <a:endParaRPr lang="en-US" sz="2400" b="1" dirty="0" smtClean="0"/>
          </a:p>
          <a:p>
            <a:pPr marL="12700" marR="5080">
              <a:spcBef>
                <a:spcPts val="105"/>
              </a:spcBef>
            </a:pPr>
            <a:endParaRPr lang="en-US" sz="2400" b="1" dirty="0"/>
          </a:p>
          <a:p>
            <a:pPr marL="12700" marR="5080">
              <a:spcBef>
                <a:spcPts val="105"/>
              </a:spcBef>
            </a:pPr>
            <a:r>
              <a:rPr lang="en-US" sz="2400" b="1" dirty="0" smtClean="0"/>
              <a:t>or </a:t>
            </a:r>
            <a:r>
              <a:rPr lang="en-US" sz="2400" b="1" dirty="0"/>
              <a:t>waste from patients with infections (e.g. swabs, bandages and disposable medical devices);</a:t>
            </a:r>
          </a:p>
          <a:p>
            <a:pPr marL="12700" marR="5080">
              <a:lnSpc>
                <a:spcPct val="100000"/>
              </a:lnSpc>
              <a:spcBef>
                <a:spcPts val="105"/>
              </a:spcBef>
            </a:pPr>
            <a:endParaRPr sz="2400" dirty="0">
              <a:latin typeface="Calibri"/>
              <a:cs typeface="Calibri"/>
            </a:endParaRPr>
          </a:p>
        </p:txBody>
      </p:sp>
      <p:pic>
        <p:nvPicPr>
          <p:cNvPr id="14" name="object 10"/>
          <p:cNvPicPr/>
          <p:nvPr/>
        </p:nvPicPr>
        <p:blipFill>
          <a:blip r:embed="rId2" cstate="print"/>
          <a:stretch>
            <a:fillRect/>
          </a:stretch>
        </p:blipFill>
        <p:spPr>
          <a:xfrm>
            <a:off x="5324193" y="1587880"/>
            <a:ext cx="4191000" cy="3124200"/>
          </a:xfrm>
          <a:prstGeom prst="rect">
            <a:avLst/>
          </a:prstGeom>
        </p:spPr>
      </p:pic>
    </p:spTree>
    <p:extLst>
      <p:ext uri="{BB962C8B-B14F-4D97-AF65-F5344CB8AC3E}">
        <p14:creationId xmlns:p14="http://schemas.microsoft.com/office/powerpoint/2010/main" val="1276104450"/>
      </p:ext>
    </p:extLst>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5"/>
          <p:cNvSpPr txBox="1"/>
          <p:nvPr/>
        </p:nvSpPr>
        <p:spPr>
          <a:xfrm>
            <a:off x="217283" y="2525917"/>
            <a:ext cx="4807389" cy="2027976"/>
          </a:xfrm>
          <a:prstGeom prst="rect">
            <a:avLst/>
          </a:prstGeom>
        </p:spPr>
        <p:txBody>
          <a:bodyPr vert="horz" wrap="square" lIns="0" tIns="12700" rIns="0" bIns="0" rtlCol="0">
            <a:spAutoFit/>
          </a:bodyPr>
          <a:lstStyle/>
          <a:p>
            <a:pPr marL="12700">
              <a:lnSpc>
                <a:spcPct val="100000"/>
              </a:lnSpc>
              <a:spcBef>
                <a:spcPts val="100"/>
              </a:spcBef>
            </a:pPr>
            <a:endParaRPr sz="3600" dirty="0">
              <a:latin typeface="Calibri"/>
              <a:cs typeface="Calibri"/>
            </a:endParaRPr>
          </a:p>
        </p:txBody>
      </p:sp>
      <p:sp>
        <p:nvSpPr>
          <p:cNvPr id="10" name="object 4"/>
          <p:cNvSpPr txBox="1"/>
          <p:nvPr/>
        </p:nvSpPr>
        <p:spPr>
          <a:xfrm>
            <a:off x="207752" y="415883"/>
            <a:ext cx="3279140" cy="1123315"/>
          </a:xfrm>
          <a:prstGeom prst="rect">
            <a:avLst/>
          </a:prstGeom>
        </p:spPr>
        <p:txBody>
          <a:bodyPr vert="horz" wrap="square" lIns="0" tIns="12700" rIns="0" bIns="0" rtlCol="0">
            <a:spAutoFit/>
          </a:bodyPr>
          <a:lstStyle/>
          <a:p>
            <a:pPr marL="12700" marR="5080">
              <a:lnSpc>
                <a:spcPct val="100000"/>
              </a:lnSpc>
              <a:spcBef>
                <a:spcPts val="100"/>
              </a:spcBef>
            </a:pPr>
            <a:r>
              <a:rPr sz="3600" b="1" spc="-5" dirty="0">
                <a:solidFill>
                  <a:srgbClr val="001F5F"/>
                </a:solidFill>
                <a:latin typeface="Calibri"/>
                <a:cs typeface="Calibri"/>
              </a:rPr>
              <a:t>2.</a:t>
            </a:r>
            <a:r>
              <a:rPr sz="3600" b="1" u="heavy" spc="-235" dirty="0">
                <a:solidFill>
                  <a:srgbClr val="001F5F"/>
                </a:solidFill>
                <a:uFill>
                  <a:solidFill>
                    <a:srgbClr val="001F5F"/>
                  </a:solidFill>
                </a:uFill>
                <a:latin typeface="Calibri"/>
                <a:cs typeface="Calibri"/>
              </a:rPr>
              <a:t>P</a:t>
            </a:r>
            <a:r>
              <a:rPr sz="3600" b="1" u="heavy" spc="-275" dirty="0">
                <a:solidFill>
                  <a:srgbClr val="001F5F"/>
                </a:solidFill>
                <a:uFill>
                  <a:solidFill>
                    <a:srgbClr val="001F5F"/>
                  </a:solidFill>
                </a:uFill>
                <a:latin typeface="Calibri"/>
                <a:cs typeface="Calibri"/>
              </a:rPr>
              <a:t>A</a:t>
            </a:r>
            <a:r>
              <a:rPr sz="3600" b="1" u="heavy" spc="-5" dirty="0">
                <a:solidFill>
                  <a:srgbClr val="001F5F"/>
                </a:solidFill>
                <a:uFill>
                  <a:solidFill>
                    <a:srgbClr val="001F5F"/>
                  </a:solidFill>
                </a:uFill>
                <a:latin typeface="Calibri"/>
                <a:cs typeface="Calibri"/>
              </a:rPr>
              <a:t>THO</a:t>
            </a:r>
            <a:r>
              <a:rPr sz="3600" b="1" u="heavy" spc="-55" dirty="0">
                <a:solidFill>
                  <a:srgbClr val="001F5F"/>
                </a:solidFill>
                <a:uFill>
                  <a:solidFill>
                    <a:srgbClr val="001F5F"/>
                  </a:solidFill>
                </a:uFill>
                <a:latin typeface="Calibri"/>
                <a:cs typeface="Calibri"/>
              </a:rPr>
              <a:t>L</a:t>
            </a:r>
            <a:r>
              <a:rPr sz="3600" b="1" u="heavy" spc="-5" dirty="0">
                <a:solidFill>
                  <a:srgbClr val="001F5F"/>
                </a:solidFill>
                <a:uFill>
                  <a:solidFill>
                    <a:srgbClr val="001F5F"/>
                  </a:solidFill>
                </a:uFill>
                <a:latin typeface="Calibri"/>
                <a:cs typeface="Calibri"/>
              </a:rPr>
              <a:t>OGICAL </a:t>
            </a:r>
            <a:r>
              <a:rPr sz="3600" b="1" spc="-5" dirty="0">
                <a:solidFill>
                  <a:srgbClr val="001F5F"/>
                </a:solidFill>
                <a:latin typeface="Calibri"/>
                <a:cs typeface="Calibri"/>
              </a:rPr>
              <a:t> </a:t>
            </a:r>
            <a:r>
              <a:rPr sz="3600" b="1" u="heavy" spc="-35" dirty="0">
                <a:solidFill>
                  <a:srgbClr val="001F5F"/>
                </a:solidFill>
                <a:uFill>
                  <a:solidFill>
                    <a:srgbClr val="001F5F"/>
                  </a:solidFill>
                </a:uFill>
                <a:latin typeface="Calibri"/>
                <a:cs typeface="Calibri"/>
              </a:rPr>
              <a:t>WASTE:</a:t>
            </a:r>
            <a:endParaRPr sz="3600" dirty="0">
              <a:latin typeface="Calibri"/>
              <a:cs typeface="Calibri"/>
            </a:endParaRPr>
          </a:p>
        </p:txBody>
      </p:sp>
      <p:sp>
        <p:nvSpPr>
          <p:cNvPr id="11" name="object 5"/>
          <p:cNvSpPr txBox="1"/>
          <p:nvPr/>
        </p:nvSpPr>
        <p:spPr>
          <a:xfrm>
            <a:off x="2145538" y="2827146"/>
            <a:ext cx="953769"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0000"/>
                </a:solidFill>
                <a:latin typeface="Calibri"/>
                <a:cs typeface="Calibri"/>
              </a:rPr>
              <a:t>body</a:t>
            </a:r>
            <a:endParaRPr sz="3600">
              <a:latin typeface="Calibri"/>
              <a:cs typeface="Calibri"/>
            </a:endParaRPr>
          </a:p>
        </p:txBody>
      </p:sp>
      <p:sp>
        <p:nvSpPr>
          <p:cNvPr id="12" name="object 6"/>
          <p:cNvSpPr txBox="1"/>
          <p:nvPr/>
        </p:nvSpPr>
        <p:spPr>
          <a:xfrm>
            <a:off x="307340" y="2278507"/>
            <a:ext cx="4338955" cy="1122680"/>
          </a:xfrm>
          <a:prstGeom prst="rect">
            <a:avLst/>
          </a:prstGeom>
        </p:spPr>
        <p:txBody>
          <a:bodyPr vert="horz" wrap="square" lIns="0" tIns="12700" rIns="0" bIns="0" rtlCol="0">
            <a:spAutoFit/>
          </a:bodyPr>
          <a:lstStyle/>
          <a:p>
            <a:pPr marR="8255" algn="r">
              <a:lnSpc>
                <a:spcPct val="100000"/>
              </a:lnSpc>
              <a:spcBef>
                <a:spcPts val="100"/>
              </a:spcBef>
              <a:tabLst>
                <a:tab pos="543560" algn="l"/>
                <a:tab pos="2278380" algn="l"/>
                <a:tab pos="2935605" algn="l"/>
              </a:tabLst>
            </a:pPr>
            <a:r>
              <a:rPr sz="3600" spc="5" dirty="0">
                <a:latin typeface="Calibri"/>
                <a:cs typeface="Calibri"/>
              </a:rPr>
              <a:t>I</a:t>
            </a:r>
            <a:r>
              <a:rPr sz="3600" dirty="0">
                <a:latin typeface="Calibri"/>
                <a:cs typeface="Calibri"/>
              </a:rPr>
              <a:t>t	</a:t>
            </a:r>
            <a:r>
              <a:rPr sz="3600" spc="-25" dirty="0">
                <a:latin typeface="Calibri"/>
                <a:cs typeface="Calibri"/>
              </a:rPr>
              <a:t>c</a:t>
            </a:r>
            <a:r>
              <a:rPr sz="3600" spc="-5" dirty="0">
                <a:latin typeface="Calibri"/>
                <a:cs typeface="Calibri"/>
              </a:rPr>
              <a:t>onsi</a:t>
            </a:r>
            <a:r>
              <a:rPr sz="3600" spc="-45" dirty="0">
                <a:latin typeface="Calibri"/>
                <a:cs typeface="Calibri"/>
              </a:rPr>
              <a:t>s</a:t>
            </a:r>
            <a:r>
              <a:rPr sz="3600" dirty="0">
                <a:latin typeface="Calibri"/>
                <a:cs typeface="Calibri"/>
              </a:rPr>
              <a:t>ts	</a:t>
            </a:r>
            <a:r>
              <a:rPr sz="3600" spc="-5" dirty="0">
                <a:latin typeface="Calibri"/>
                <a:cs typeface="Calibri"/>
              </a:rPr>
              <a:t>o</a:t>
            </a:r>
            <a:r>
              <a:rPr sz="3600" dirty="0">
                <a:latin typeface="Calibri"/>
                <a:cs typeface="Calibri"/>
              </a:rPr>
              <a:t>f	</a:t>
            </a:r>
            <a:r>
              <a:rPr sz="3600" dirty="0">
                <a:solidFill>
                  <a:srgbClr val="FF0000"/>
                </a:solidFill>
                <a:latin typeface="Calibri"/>
                <a:cs typeface="Calibri"/>
              </a:rPr>
              <a:t>tis</a:t>
            </a:r>
            <a:r>
              <a:rPr sz="3600" spc="-15" dirty="0">
                <a:solidFill>
                  <a:srgbClr val="FF0000"/>
                </a:solidFill>
                <a:latin typeface="Calibri"/>
                <a:cs typeface="Calibri"/>
              </a:rPr>
              <a:t>s</a:t>
            </a:r>
            <a:r>
              <a:rPr sz="3600" spc="-5" dirty="0">
                <a:solidFill>
                  <a:srgbClr val="FF0000"/>
                </a:solidFill>
                <a:latin typeface="Calibri"/>
                <a:cs typeface="Calibri"/>
              </a:rPr>
              <a:t>ues,</a:t>
            </a:r>
            <a:endParaRPr sz="3600" dirty="0">
              <a:latin typeface="Calibri"/>
              <a:cs typeface="Calibri"/>
            </a:endParaRPr>
          </a:p>
          <a:p>
            <a:pPr marR="5080" algn="r">
              <a:lnSpc>
                <a:spcPct val="100000"/>
              </a:lnSpc>
            </a:pPr>
            <a:r>
              <a:rPr sz="3600" spc="-5" dirty="0">
                <a:solidFill>
                  <a:srgbClr val="FF0000"/>
                </a:solidFill>
                <a:latin typeface="Calibri"/>
                <a:cs typeface="Calibri"/>
              </a:rPr>
              <a:t>parts,</a:t>
            </a:r>
            <a:endParaRPr sz="3600" dirty="0">
              <a:latin typeface="Calibri"/>
              <a:cs typeface="Calibri"/>
            </a:endParaRPr>
          </a:p>
        </p:txBody>
      </p:sp>
      <p:sp>
        <p:nvSpPr>
          <p:cNvPr id="13" name="object 7"/>
          <p:cNvSpPr txBox="1"/>
          <p:nvPr/>
        </p:nvSpPr>
        <p:spPr>
          <a:xfrm>
            <a:off x="2043429" y="3376041"/>
            <a:ext cx="2601595" cy="574040"/>
          </a:xfrm>
          <a:prstGeom prst="rect">
            <a:avLst/>
          </a:prstGeom>
        </p:spPr>
        <p:txBody>
          <a:bodyPr vert="horz" wrap="square" lIns="0" tIns="12700" rIns="0" bIns="0" rtlCol="0">
            <a:spAutoFit/>
          </a:bodyPr>
          <a:lstStyle/>
          <a:p>
            <a:pPr marL="12700">
              <a:lnSpc>
                <a:spcPct val="100000"/>
              </a:lnSpc>
              <a:spcBef>
                <a:spcPts val="100"/>
              </a:spcBef>
              <a:tabLst>
                <a:tab pos="1888489" algn="l"/>
              </a:tabLst>
            </a:pPr>
            <a:r>
              <a:rPr sz="3600" spc="-80" dirty="0">
                <a:solidFill>
                  <a:srgbClr val="FF0000"/>
                </a:solidFill>
                <a:latin typeface="Calibri"/>
                <a:cs typeface="Calibri"/>
              </a:rPr>
              <a:t>f</a:t>
            </a:r>
            <a:r>
              <a:rPr sz="3600" spc="-30" dirty="0">
                <a:solidFill>
                  <a:srgbClr val="FF0000"/>
                </a:solidFill>
                <a:latin typeface="Calibri"/>
                <a:cs typeface="Calibri"/>
              </a:rPr>
              <a:t>e</a:t>
            </a:r>
            <a:r>
              <a:rPr sz="3600" dirty="0">
                <a:solidFill>
                  <a:srgbClr val="FF0000"/>
                </a:solidFill>
                <a:latin typeface="Calibri"/>
                <a:cs typeface="Calibri"/>
              </a:rPr>
              <a:t>tu</a:t>
            </a:r>
            <a:r>
              <a:rPr sz="3600" spc="-15" dirty="0">
                <a:solidFill>
                  <a:srgbClr val="FF0000"/>
                </a:solidFill>
                <a:latin typeface="Calibri"/>
                <a:cs typeface="Calibri"/>
              </a:rPr>
              <a:t>s</a:t>
            </a:r>
            <a:r>
              <a:rPr sz="3600" dirty="0">
                <a:solidFill>
                  <a:srgbClr val="FF0000"/>
                </a:solidFill>
                <a:latin typeface="Calibri"/>
                <a:cs typeface="Calibri"/>
              </a:rPr>
              <a:t>es,	</a:t>
            </a:r>
            <a:r>
              <a:rPr sz="3600" dirty="0">
                <a:latin typeface="Calibri"/>
                <a:cs typeface="Calibri"/>
              </a:rPr>
              <a:t>and</a:t>
            </a:r>
            <a:endParaRPr sz="3600">
              <a:latin typeface="Calibri"/>
              <a:cs typeface="Calibri"/>
            </a:endParaRPr>
          </a:p>
        </p:txBody>
      </p:sp>
      <p:sp>
        <p:nvSpPr>
          <p:cNvPr id="16" name="object 8"/>
          <p:cNvSpPr txBox="1"/>
          <p:nvPr/>
        </p:nvSpPr>
        <p:spPr>
          <a:xfrm>
            <a:off x="307340" y="2827146"/>
            <a:ext cx="1377950" cy="1120820"/>
          </a:xfrm>
          <a:prstGeom prst="rect">
            <a:avLst/>
          </a:prstGeom>
        </p:spPr>
        <p:txBody>
          <a:bodyPr vert="horz" wrap="square" lIns="0" tIns="12700" rIns="0" bIns="0" rtlCol="0">
            <a:spAutoFit/>
          </a:bodyPr>
          <a:lstStyle/>
          <a:p>
            <a:pPr marL="12700" marR="5080" algn="just">
              <a:lnSpc>
                <a:spcPct val="100000"/>
              </a:lnSpc>
              <a:spcBef>
                <a:spcPts val="100"/>
              </a:spcBef>
            </a:pPr>
            <a:r>
              <a:rPr sz="3600" spc="-5" dirty="0">
                <a:solidFill>
                  <a:srgbClr val="FF0000"/>
                </a:solidFill>
                <a:latin typeface="Calibri"/>
                <a:cs typeface="Calibri"/>
              </a:rPr>
              <a:t>o</a:t>
            </a:r>
            <a:r>
              <a:rPr sz="3600" spc="-50" dirty="0">
                <a:solidFill>
                  <a:srgbClr val="FF0000"/>
                </a:solidFill>
                <a:latin typeface="Calibri"/>
                <a:cs typeface="Calibri"/>
              </a:rPr>
              <a:t>r</a:t>
            </a:r>
            <a:r>
              <a:rPr sz="3600" spc="-75" dirty="0">
                <a:solidFill>
                  <a:srgbClr val="FF0000"/>
                </a:solidFill>
                <a:latin typeface="Calibri"/>
                <a:cs typeface="Calibri"/>
              </a:rPr>
              <a:t>g</a:t>
            </a:r>
            <a:r>
              <a:rPr sz="3600" dirty="0">
                <a:solidFill>
                  <a:srgbClr val="FF0000"/>
                </a:solidFill>
                <a:latin typeface="Calibri"/>
                <a:cs typeface="Calibri"/>
              </a:rPr>
              <a:t>ans,  </a:t>
            </a:r>
            <a:r>
              <a:rPr sz="3600" spc="-5" dirty="0">
                <a:solidFill>
                  <a:srgbClr val="FF0000"/>
                </a:solidFill>
                <a:latin typeface="Calibri"/>
                <a:cs typeface="Calibri"/>
              </a:rPr>
              <a:t>human </a:t>
            </a:r>
            <a:r>
              <a:rPr sz="3600" spc="-805" dirty="0">
                <a:solidFill>
                  <a:srgbClr val="FF0000"/>
                </a:solidFill>
                <a:latin typeface="Calibri"/>
                <a:cs typeface="Calibri"/>
              </a:rPr>
              <a:t> </a:t>
            </a:r>
            <a:endParaRPr sz="3600" dirty="0">
              <a:latin typeface="Calibri"/>
              <a:cs typeface="Calibri"/>
            </a:endParaRPr>
          </a:p>
        </p:txBody>
      </p:sp>
      <p:sp>
        <p:nvSpPr>
          <p:cNvPr id="17" name="object 10"/>
          <p:cNvSpPr txBox="1"/>
          <p:nvPr/>
        </p:nvSpPr>
        <p:spPr>
          <a:xfrm>
            <a:off x="307340" y="3966816"/>
            <a:ext cx="4268470"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0000"/>
                </a:solidFill>
                <a:latin typeface="Calibri"/>
                <a:cs typeface="Calibri"/>
              </a:rPr>
              <a:t>blood,</a:t>
            </a:r>
            <a:r>
              <a:rPr sz="3600" spc="-25" dirty="0">
                <a:solidFill>
                  <a:srgbClr val="FF0000"/>
                </a:solidFill>
                <a:latin typeface="Calibri"/>
                <a:cs typeface="Calibri"/>
              </a:rPr>
              <a:t> </a:t>
            </a:r>
            <a:r>
              <a:rPr sz="3600" dirty="0">
                <a:solidFill>
                  <a:srgbClr val="FF0000"/>
                </a:solidFill>
                <a:latin typeface="Calibri"/>
                <a:cs typeface="Calibri"/>
              </a:rPr>
              <a:t>and</a:t>
            </a:r>
            <a:r>
              <a:rPr sz="3600" spc="-40" dirty="0">
                <a:solidFill>
                  <a:srgbClr val="FF0000"/>
                </a:solidFill>
                <a:latin typeface="Calibri"/>
                <a:cs typeface="Calibri"/>
              </a:rPr>
              <a:t> </a:t>
            </a:r>
            <a:r>
              <a:rPr sz="3600" spc="-5" dirty="0">
                <a:solidFill>
                  <a:srgbClr val="FF0000"/>
                </a:solidFill>
                <a:latin typeface="Calibri"/>
                <a:cs typeface="Calibri"/>
              </a:rPr>
              <a:t>body</a:t>
            </a:r>
            <a:r>
              <a:rPr sz="3600" spc="-35" dirty="0">
                <a:solidFill>
                  <a:srgbClr val="FF0000"/>
                </a:solidFill>
                <a:latin typeface="Calibri"/>
                <a:cs typeface="Calibri"/>
              </a:rPr>
              <a:t> </a:t>
            </a:r>
            <a:r>
              <a:rPr sz="3600" dirty="0">
                <a:solidFill>
                  <a:srgbClr val="FF0000"/>
                </a:solidFill>
                <a:latin typeface="Calibri"/>
                <a:cs typeface="Calibri"/>
              </a:rPr>
              <a:t>fluids.</a:t>
            </a:r>
            <a:endParaRPr sz="3600" dirty="0">
              <a:latin typeface="Calibri"/>
              <a:cs typeface="Calibri"/>
            </a:endParaRPr>
          </a:p>
        </p:txBody>
      </p:sp>
      <p:pic>
        <p:nvPicPr>
          <p:cNvPr id="18" name="object 11"/>
          <p:cNvPicPr/>
          <p:nvPr/>
        </p:nvPicPr>
        <p:blipFill>
          <a:blip r:embed="rId2" cstate="print"/>
          <a:stretch>
            <a:fillRect/>
          </a:stretch>
        </p:blipFill>
        <p:spPr>
          <a:xfrm>
            <a:off x="6010745" y="1240325"/>
            <a:ext cx="4790039" cy="4060479"/>
          </a:xfrm>
          <a:prstGeom prst="rect">
            <a:avLst/>
          </a:prstGeom>
        </p:spPr>
      </p:pic>
    </p:spTree>
    <p:extLst>
      <p:ext uri="{BB962C8B-B14F-4D97-AF65-F5344CB8AC3E}">
        <p14:creationId xmlns:p14="http://schemas.microsoft.com/office/powerpoint/2010/main" val="328353181"/>
      </p:ext>
    </p:extLst>
  </p:cSld>
  <p:clrMapOvr>
    <a:masterClrMapping/>
  </p:clrMapOvr>
  <p:transition spd="slow">
    <p:randomBar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4"/>
          <p:cNvSpPr txBox="1"/>
          <p:nvPr/>
        </p:nvSpPr>
        <p:spPr>
          <a:xfrm>
            <a:off x="78739" y="504190"/>
            <a:ext cx="5635625" cy="5955665"/>
          </a:xfrm>
          <a:prstGeom prst="rect">
            <a:avLst/>
          </a:prstGeom>
        </p:spPr>
        <p:txBody>
          <a:bodyPr vert="horz" wrap="square" lIns="0" tIns="121920" rIns="0" bIns="0" rtlCol="0">
            <a:spAutoFit/>
          </a:bodyPr>
          <a:lstStyle/>
          <a:p>
            <a:pPr marL="12700">
              <a:lnSpc>
                <a:spcPct val="100000"/>
              </a:lnSpc>
              <a:spcBef>
                <a:spcPts val="960"/>
              </a:spcBef>
            </a:pPr>
            <a:r>
              <a:rPr sz="3600" b="1" spc="-5" dirty="0">
                <a:solidFill>
                  <a:srgbClr val="001F5F"/>
                </a:solidFill>
                <a:latin typeface="Calibri"/>
                <a:cs typeface="Calibri"/>
              </a:rPr>
              <a:t>3.</a:t>
            </a:r>
            <a:r>
              <a:rPr sz="3600" b="1" spc="-40" dirty="0">
                <a:solidFill>
                  <a:srgbClr val="001F5F"/>
                </a:solidFill>
                <a:latin typeface="Calibri"/>
                <a:cs typeface="Calibri"/>
              </a:rPr>
              <a:t> </a:t>
            </a:r>
            <a:r>
              <a:rPr sz="3600" b="1" u="heavy" dirty="0">
                <a:solidFill>
                  <a:srgbClr val="001F5F"/>
                </a:solidFill>
                <a:uFill>
                  <a:solidFill>
                    <a:srgbClr val="001F5F"/>
                  </a:solidFill>
                </a:uFill>
                <a:latin typeface="Calibri"/>
                <a:cs typeface="Calibri"/>
              </a:rPr>
              <a:t>SHARPS:</a:t>
            </a:r>
            <a:endParaRPr sz="3600" dirty="0">
              <a:latin typeface="Calibri"/>
              <a:cs typeface="Calibri"/>
            </a:endParaRPr>
          </a:p>
          <a:p>
            <a:pPr marL="12700" marR="5080" algn="just">
              <a:lnSpc>
                <a:spcPct val="100000"/>
              </a:lnSpc>
              <a:spcBef>
                <a:spcPts val="865"/>
              </a:spcBef>
            </a:pPr>
            <a:r>
              <a:rPr sz="3600" spc="-5" dirty="0">
                <a:latin typeface="Calibri"/>
                <a:cs typeface="Calibri"/>
              </a:rPr>
              <a:t>These</a:t>
            </a:r>
            <a:r>
              <a:rPr sz="3600" dirty="0">
                <a:latin typeface="Calibri"/>
                <a:cs typeface="Calibri"/>
              </a:rPr>
              <a:t> </a:t>
            </a:r>
            <a:r>
              <a:rPr sz="3600" spc="-15" dirty="0">
                <a:latin typeface="Calibri"/>
                <a:cs typeface="Calibri"/>
              </a:rPr>
              <a:t>are</a:t>
            </a:r>
            <a:r>
              <a:rPr sz="3600" spc="785" dirty="0">
                <a:latin typeface="Calibri"/>
                <a:cs typeface="Calibri"/>
              </a:rPr>
              <a:t> </a:t>
            </a:r>
            <a:r>
              <a:rPr sz="3600" spc="-10" dirty="0">
                <a:latin typeface="Calibri"/>
                <a:cs typeface="Calibri"/>
              </a:rPr>
              <a:t>the</a:t>
            </a:r>
            <a:r>
              <a:rPr sz="3600" spc="-5" dirty="0">
                <a:latin typeface="Calibri"/>
                <a:cs typeface="Calibri"/>
              </a:rPr>
              <a:t> </a:t>
            </a:r>
            <a:r>
              <a:rPr sz="3600" spc="-15" dirty="0">
                <a:latin typeface="Calibri"/>
                <a:cs typeface="Calibri"/>
              </a:rPr>
              <a:t>items</a:t>
            </a:r>
            <a:r>
              <a:rPr sz="3600" spc="785" dirty="0">
                <a:latin typeface="Calibri"/>
                <a:cs typeface="Calibri"/>
              </a:rPr>
              <a:t> </a:t>
            </a:r>
            <a:r>
              <a:rPr sz="3600" spc="-10" dirty="0">
                <a:latin typeface="Calibri"/>
                <a:cs typeface="Calibri"/>
              </a:rPr>
              <a:t>that </a:t>
            </a:r>
            <a:r>
              <a:rPr sz="3600" spc="-5" dirty="0">
                <a:latin typeface="Calibri"/>
                <a:cs typeface="Calibri"/>
              </a:rPr>
              <a:t> </a:t>
            </a:r>
            <a:r>
              <a:rPr sz="3600" spc="-10" dirty="0">
                <a:latin typeface="Calibri"/>
                <a:cs typeface="Calibri"/>
              </a:rPr>
              <a:t>could cause </a:t>
            </a:r>
            <a:r>
              <a:rPr sz="3600" spc="-5" dirty="0">
                <a:latin typeface="Calibri"/>
                <a:cs typeface="Calibri"/>
              </a:rPr>
              <a:t>cuts or </a:t>
            </a:r>
            <a:r>
              <a:rPr sz="3600" spc="-15" dirty="0">
                <a:latin typeface="Calibri"/>
                <a:cs typeface="Calibri"/>
              </a:rPr>
              <a:t>puncture </a:t>
            </a:r>
            <a:r>
              <a:rPr sz="3600" spc="-10" dirty="0">
                <a:latin typeface="Calibri"/>
                <a:cs typeface="Calibri"/>
              </a:rPr>
              <a:t> wounds,</a:t>
            </a:r>
            <a:r>
              <a:rPr sz="3600" spc="-15" dirty="0">
                <a:latin typeface="Calibri"/>
                <a:cs typeface="Calibri"/>
              </a:rPr>
              <a:t> </a:t>
            </a:r>
            <a:r>
              <a:rPr sz="3600" dirty="0">
                <a:latin typeface="Calibri"/>
                <a:cs typeface="Calibri"/>
              </a:rPr>
              <a:t>including;</a:t>
            </a:r>
          </a:p>
          <a:p>
            <a:pPr marL="355600" indent="-342900">
              <a:lnSpc>
                <a:spcPct val="100000"/>
              </a:lnSpc>
              <a:spcBef>
                <a:spcPts val="800"/>
              </a:spcBef>
              <a:buFont typeface="Wingdings"/>
              <a:buChar char=""/>
              <a:tabLst>
                <a:tab pos="355600" algn="l"/>
              </a:tabLst>
            </a:pPr>
            <a:r>
              <a:rPr sz="3200" spc="-5" dirty="0">
                <a:solidFill>
                  <a:srgbClr val="FF0000"/>
                </a:solidFill>
                <a:latin typeface="Calibri"/>
                <a:cs typeface="Calibri"/>
              </a:rPr>
              <a:t>Needles</a:t>
            </a:r>
            <a:r>
              <a:rPr sz="3200" spc="-5" dirty="0">
                <a:latin typeface="Calibri"/>
                <a:cs typeface="Calibri"/>
              </a:rPr>
              <a:t>,</a:t>
            </a:r>
            <a:endParaRPr sz="3200" dirty="0">
              <a:latin typeface="Calibri"/>
              <a:cs typeface="Calibri"/>
            </a:endParaRPr>
          </a:p>
          <a:p>
            <a:pPr marL="355600" indent="-342900">
              <a:lnSpc>
                <a:spcPct val="100000"/>
              </a:lnSpc>
              <a:spcBef>
                <a:spcPts val="770"/>
              </a:spcBef>
              <a:buFont typeface="Wingdings"/>
              <a:buChar char=""/>
              <a:tabLst>
                <a:tab pos="355600" algn="l"/>
              </a:tabLst>
            </a:pPr>
            <a:r>
              <a:rPr sz="3200" spc="-5" dirty="0">
                <a:solidFill>
                  <a:srgbClr val="FF0000"/>
                </a:solidFill>
                <a:latin typeface="Calibri"/>
                <a:cs typeface="Calibri"/>
              </a:rPr>
              <a:t>Scalpel</a:t>
            </a:r>
            <a:r>
              <a:rPr sz="3200" spc="-15" dirty="0">
                <a:solidFill>
                  <a:srgbClr val="FF0000"/>
                </a:solidFill>
                <a:latin typeface="Calibri"/>
                <a:cs typeface="Calibri"/>
              </a:rPr>
              <a:t> </a:t>
            </a:r>
            <a:r>
              <a:rPr sz="3200" dirty="0">
                <a:solidFill>
                  <a:srgbClr val="FF0000"/>
                </a:solidFill>
                <a:latin typeface="Calibri"/>
                <a:cs typeface="Calibri"/>
              </a:rPr>
              <a:t>and</a:t>
            </a:r>
            <a:r>
              <a:rPr sz="3200" spc="-10" dirty="0">
                <a:solidFill>
                  <a:srgbClr val="FF0000"/>
                </a:solidFill>
                <a:latin typeface="Calibri"/>
                <a:cs typeface="Calibri"/>
              </a:rPr>
              <a:t> </a:t>
            </a:r>
            <a:r>
              <a:rPr sz="3200" spc="-5" dirty="0">
                <a:solidFill>
                  <a:srgbClr val="FF0000"/>
                </a:solidFill>
                <a:latin typeface="Calibri"/>
                <a:cs typeface="Calibri"/>
              </a:rPr>
              <a:t>other</a:t>
            </a:r>
            <a:r>
              <a:rPr sz="3200" dirty="0">
                <a:solidFill>
                  <a:srgbClr val="FF0000"/>
                </a:solidFill>
                <a:latin typeface="Calibri"/>
                <a:cs typeface="Calibri"/>
              </a:rPr>
              <a:t> </a:t>
            </a:r>
            <a:r>
              <a:rPr sz="3200" spc="-5" dirty="0">
                <a:solidFill>
                  <a:srgbClr val="FF0000"/>
                </a:solidFill>
                <a:latin typeface="Calibri"/>
                <a:cs typeface="Calibri"/>
              </a:rPr>
              <a:t>blades,</a:t>
            </a:r>
            <a:endParaRPr sz="3200" dirty="0">
              <a:latin typeface="Calibri"/>
              <a:cs typeface="Calibri"/>
            </a:endParaRPr>
          </a:p>
          <a:p>
            <a:pPr marL="355600" indent="-342900">
              <a:lnSpc>
                <a:spcPct val="100000"/>
              </a:lnSpc>
              <a:spcBef>
                <a:spcPts val="770"/>
              </a:spcBef>
              <a:buFont typeface="Wingdings"/>
              <a:buChar char=""/>
              <a:tabLst>
                <a:tab pos="355600" algn="l"/>
              </a:tabLst>
            </a:pPr>
            <a:r>
              <a:rPr sz="3200" spc="-15" dirty="0">
                <a:solidFill>
                  <a:srgbClr val="FF0000"/>
                </a:solidFill>
                <a:latin typeface="Calibri"/>
                <a:cs typeface="Calibri"/>
              </a:rPr>
              <a:t>Knives,</a:t>
            </a:r>
            <a:endParaRPr sz="3200" dirty="0">
              <a:latin typeface="Calibri"/>
              <a:cs typeface="Calibri"/>
            </a:endParaRPr>
          </a:p>
          <a:p>
            <a:pPr marL="355600" indent="-342900">
              <a:lnSpc>
                <a:spcPct val="100000"/>
              </a:lnSpc>
              <a:spcBef>
                <a:spcPts val="765"/>
              </a:spcBef>
              <a:buFont typeface="Wingdings"/>
              <a:buChar char=""/>
              <a:tabLst>
                <a:tab pos="355600" algn="l"/>
              </a:tabLst>
            </a:pPr>
            <a:r>
              <a:rPr sz="3200" spc="-10" dirty="0">
                <a:solidFill>
                  <a:srgbClr val="FF0000"/>
                </a:solidFill>
                <a:latin typeface="Calibri"/>
                <a:cs typeface="Calibri"/>
              </a:rPr>
              <a:t>Infusion</a:t>
            </a:r>
            <a:r>
              <a:rPr sz="3200" spc="15" dirty="0">
                <a:solidFill>
                  <a:srgbClr val="FF0000"/>
                </a:solidFill>
                <a:latin typeface="Calibri"/>
                <a:cs typeface="Calibri"/>
              </a:rPr>
              <a:t> </a:t>
            </a:r>
            <a:r>
              <a:rPr sz="3200" spc="-10" dirty="0">
                <a:solidFill>
                  <a:srgbClr val="FF0000"/>
                </a:solidFill>
                <a:latin typeface="Calibri"/>
                <a:cs typeface="Calibri"/>
              </a:rPr>
              <a:t>sets,</a:t>
            </a:r>
            <a:endParaRPr sz="3200" dirty="0">
              <a:latin typeface="Calibri"/>
              <a:cs typeface="Calibri"/>
            </a:endParaRPr>
          </a:p>
          <a:p>
            <a:pPr marL="355600" indent="-342900">
              <a:lnSpc>
                <a:spcPct val="100000"/>
              </a:lnSpc>
              <a:spcBef>
                <a:spcPts val="770"/>
              </a:spcBef>
              <a:buFont typeface="Wingdings"/>
              <a:buChar char=""/>
              <a:tabLst>
                <a:tab pos="355600" algn="l"/>
              </a:tabLst>
            </a:pPr>
            <a:r>
              <a:rPr sz="3200" spc="-10" dirty="0">
                <a:solidFill>
                  <a:srgbClr val="FF0000"/>
                </a:solidFill>
                <a:latin typeface="Calibri"/>
                <a:cs typeface="Calibri"/>
              </a:rPr>
              <a:t>Saws,</a:t>
            </a:r>
            <a:endParaRPr sz="3200" dirty="0">
              <a:latin typeface="Calibri"/>
              <a:cs typeface="Calibri"/>
            </a:endParaRPr>
          </a:p>
          <a:p>
            <a:pPr marL="355600" indent="-342900">
              <a:lnSpc>
                <a:spcPct val="100000"/>
              </a:lnSpc>
              <a:spcBef>
                <a:spcPts val="770"/>
              </a:spcBef>
              <a:buFont typeface="Wingdings"/>
              <a:buChar char=""/>
              <a:tabLst>
                <a:tab pos="355600" algn="l"/>
              </a:tabLst>
            </a:pPr>
            <a:r>
              <a:rPr sz="3200" spc="-30" dirty="0">
                <a:solidFill>
                  <a:srgbClr val="FF0000"/>
                </a:solidFill>
                <a:latin typeface="Calibri"/>
                <a:cs typeface="Calibri"/>
              </a:rPr>
              <a:t>Broken</a:t>
            </a:r>
            <a:r>
              <a:rPr sz="3200" spc="-25" dirty="0">
                <a:solidFill>
                  <a:srgbClr val="FF0000"/>
                </a:solidFill>
                <a:latin typeface="Calibri"/>
                <a:cs typeface="Calibri"/>
              </a:rPr>
              <a:t> </a:t>
            </a:r>
            <a:r>
              <a:rPr sz="3200" spc="-5" dirty="0">
                <a:solidFill>
                  <a:srgbClr val="FF0000"/>
                </a:solidFill>
                <a:latin typeface="Calibri"/>
                <a:cs typeface="Calibri"/>
              </a:rPr>
              <a:t>glass, </a:t>
            </a:r>
            <a:r>
              <a:rPr sz="3200" dirty="0">
                <a:solidFill>
                  <a:srgbClr val="FF0000"/>
                </a:solidFill>
                <a:latin typeface="Calibri"/>
                <a:cs typeface="Calibri"/>
              </a:rPr>
              <a:t>and</a:t>
            </a:r>
            <a:r>
              <a:rPr sz="3200" spc="5" dirty="0">
                <a:solidFill>
                  <a:srgbClr val="FF0000"/>
                </a:solidFill>
                <a:latin typeface="Calibri"/>
                <a:cs typeface="Calibri"/>
              </a:rPr>
              <a:t> </a:t>
            </a:r>
            <a:r>
              <a:rPr sz="3200" spc="-5" dirty="0">
                <a:solidFill>
                  <a:srgbClr val="FF0000"/>
                </a:solidFill>
                <a:latin typeface="Calibri"/>
                <a:cs typeface="Calibri"/>
              </a:rPr>
              <a:t>nails</a:t>
            </a:r>
            <a:r>
              <a:rPr sz="3200" spc="-5" dirty="0">
                <a:latin typeface="Calibri"/>
                <a:cs typeface="Calibri"/>
              </a:rPr>
              <a:t>.</a:t>
            </a:r>
            <a:endParaRPr sz="3200" dirty="0">
              <a:latin typeface="Calibri"/>
              <a:cs typeface="Calibri"/>
            </a:endParaRPr>
          </a:p>
        </p:txBody>
      </p:sp>
      <p:pic>
        <p:nvPicPr>
          <p:cNvPr id="8" name="object 5"/>
          <p:cNvPicPr/>
          <p:nvPr/>
        </p:nvPicPr>
        <p:blipFill>
          <a:blip r:embed="rId2" cstate="print"/>
          <a:stretch>
            <a:fillRect/>
          </a:stretch>
        </p:blipFill>
        <p:spPr>
          <a:xfrm>
            <a:off x="4648200" y="2697830"/>
            <a:ext cx="4495800" cy="4160168"/>
          </a:xfrm>
          <a:prstGeom prst="rect">
            <a:avLst/>
          </a:prstGeom>
        </p:spPr>
      </p:pic>
    </p:spTree>
    <p:extLst>
      <p:ext uri="{BB962C8B-B14F-4D97-AF65-F5344CB8AC3E}">
        <p14:creationId xmlns:p14="http://schemas.microsoft.com/office/powerpoint/2010/main" val="2577985299"/>
      </p:ext>
    </p:extLst>
  </p:cSld>
  <p:clrMapOvr>
    <a:masterClrMapping/>
  </p:clrMapOvr>
  <p:transition spd="slow">
    <p:randomBar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object 4"/>
          <p:cNvGrpSpPr/>
          <p:nvPr/>
        </p:nvGrpSpPr>
        <p:grpSpPr>
          <a:xfrm>
            <a:off x="0" y="739140"/>
            <a:ext cx="4373880" cy="1557655"/>
            <a:chOff x="0" y="739140"/>
            <a:chExt cx="4373880" cy="1557655"/>
          </a:xfrm>
        </p:grpSpPr>
        <p:pic>
          <p:nvPicPr>
            <p:cNvPr id="7" name="object 5"/>
            <p:cNvPicPr/>
            <p:nvPr/>
          </p:nvPicPr>
          <p:blipFill>
            <a:blip r:embed="rId2" cstate="print"/>
            <a:stretch>
              <a:fillRect/>
            </a:stretch>
          </p:blipFill>
          <p:spPr>
            <a:xfrm>
              <a:off x="211836" y="739140"/>
              <a:ext cx="4162044" cy="1008888"/>
            </a:xfrm>
            <a:prstGeom prst="rect">
              <a:avLst/>
            </a:prstGeom>
          </p:spPr>
        </p:pic>
        <p:pic>
          <p:nvPicPr>
            <p:cNvPr id="8" name="object 6"/>
            <p:cNvPicPr/>
            <p:nvPr/>
          </p:nvPicPr>
          <p:blipFill>
            <a:blip r:embed="rId3" cstate="print"/>
            <a:stretch>
              <a:fillRect/>
            </a:stretch>
          </p:blipFill>
          <p:spPr>
            <a:xfrm>
              <a:off x="486155" y="1356359"/>
              <a:ext cx="3613404" cy="79248"/>
            </a:xfrm>
            <a:prstGeom prst="rect">
              <a:avLst/>
            </a:prstGeom>
          </p:spPr>
        </p:pic>
        <p:pic>
          <p:nvPicPr>
            <p:cNvPr id="9" name="object 7"/>
            <p:cNvPicPr/>
            <p:nvPr/>
          </p:nvPicPr>
          <p:blipFill>
            <a:blip r:embed="rId4" cstate="print"/>
            <a:stretch>
              <a:fillRect/>
            </a:stretch>
          </p:blipFill>
          <p:spPr>
            <a:xfrm>
              <a:off x="0" y="1287780"/>
              <a:ext cx="1815083" cy="1008888"/>
            </a:xfrm>
            <a:prstGeom prst="rect">
              <a:avLst/>
            </a:prstGeom>
          </p:spPr>
        </p:pic>
        <p:pic>
          <p:nvPicPr>
            <p:cNvPr id="10" name="object 8"/>
            <p:cNvPicPr/>
            <p:nvPr/>
          </p:nvPicPr>
          <p:blipFill>
            <a:blip r:embed="rId5" cstate="print"/>
            <a:stretch>
              <a:fillRect/>
            </a:stretch>
          </p:blipFill>
          <p:spPr>
            <a:xfrm>
              <a:off x="160020" y="1905000"/>
              <a:ext cx="1507236" cy="79248"/>
            </a:xfrm>
            <a:prstGeom prst="rect">
              <a:avLst/>
            </a:prstGeom>
          </p:spPr>
        </p:pic>
        <p:pic>
          <p:nvPicPr>
            <p:cNvPr id="11" name="object 9"/>
            <p:cNvPicPr/>
            <p:nvPr/>
          </p:nvPicPr>
          <p:blipFill>
            <a:blip r:embed="rId6" cstate="print"/>
            <a:stretch>
              <a:fillRect/>
            </a:stretch>
          </p:blipFill>
          <p:spPr>
            <a:xfrm>
              <a:off x="1217675" y="1287780"/>
              <a:ext cx="723900" cy="1008888"/>
            </a:xfrm>
            <a:prstGeom prst="rect">
              <a:avLst/>
            </a:prstGeom>
          </p:spPr>
        </p:pic>
      </p:grpSp>
      <p:sp>
        <p:nvSpPr>
          <p:cNvPr id="12" name="object 10"/>
          <p:cNvSpPr txBox="1"/>
          <p:nvPr/>
        </p:nvSpPr>
        <p:spPr>
          <a:xfrm>
            <a:off x="154939" y="842517"/>
            <a:ext cx="5328920" cy="4305935"/>
          </a:xfrm>
          <a:prstGeom prst="rect">
            <a:avLst/>
          </a:prstGeom>
        </p:spPr>
        <p:txBody>
          <a:bodyPr vert="horz" wrap="square" lIns="0" tIns="12700" rIns="0" bIns="0" rtlCol="0">
            <a:spAutoFit/>
          </a:bodyPr>
          <a:lstStyle/>
          <a:p>
            <a:pPr marL="12700" marR="1418590">
              <a:lnSpc>
                <a:spcPct val="100000"/>
              </a:lnSpc>
              <a:spcBef>
                <a:spcPts val="100"/>
              </a:spcBef>
            </a:pPr>
            <a:r>
              <a:rPr sz="3600" b="1" spc="-10" dirty="0">
                <a:solidFill>
                  <a:srgbClr val="001F5F"/>
                </a:solidFill>
                <a:latin typeface="Calibri"/>
                <a:cs typeface="Calibri"/>
              </a:rPr>
              <a:t>4</a:t>
            </a:r>
            <a:r>
              <a:rPr sz="2800" b="1" spc="-10" dirty="0">
                <a:solidFill>
                  <a:srgbClr val="001F5F"/>
                </a:solidFill>
                <a:latin typeface="Calibri"/>
                <a:cs typeface="Calibri"/>
              </a:rPr>
              <a:t>.</a:t>
            </a:r>
            <a:r>
              <a:rPr sz="3600" b="1" u="heavy" spc="-10" dirty="0">
                <a:solidFill>
                  <a:srgbClr val="001F5F"/>
                </a:solidFill>
                <a:uFill>
                  <a:solidFill>
                    <a:srgbClr val="001F5F"/>
                  </a:solidFill>
                </a:uFill>
                <a:latin typeface="Calibri"/>
                <a:cs typeface="Calibri"/>
              </a:rPr>
              <a:t>PHARMACEUTICAL </a:t>
            </a:r>
            <a:r>
              <a:rPr sz="3600" b="1" spc="-800" dirty="0">
                <a:solidFill>
                  <a:srgbClr val="001F5F"/>
                </a:solidFill>
                <a:latin typeface="Calibri"/>
                <a:cs typeface="Calibri"/>
              </a:rPr>
              <a:t> </a:t>
            </a:r>
            <a:r>
              <a:rPr sz="3600" b="1" u="heavy" spc="-35" dirty="0">
                <a:solidFill>
                  <a:srgbClr val="001F5F"/>
                </a:solidFill>
                <a:uFill>
                  <a:solidFill>
                    <a:srgbClr val="001F5F"/>
                  </a:solidFill>
                </a:uFill>
                <a:latin typeface="Calibri"/>
                <a:cs typeface="Calibri"/>
              </a:rPr>
              <a:t>WASTE:</a:t>
            </a:r>
            <a:endParaRPr sz="3600" dirty="0">
              <a:latin typeface="Calibri"/>
              <a:cs typeface="Calibri"/>
            </a:endParaRPr>
          </a:p>
          <a:p>
            <a:pPr marL="12700" marR="5080">
              <a:lnSpc>
                <a:spcPct val="100000"/>
              </a:lnSpc>
              <a:spcBef>
                <a:spcPts val="865"/>
              </a:spcBef>
              <a:tabLst>
                <a:tab pos="457200" algn="l"/>
                <a:tab pos="2162810" algn="l"/>
                <a:tab pos="3836670" algn="l"/>
              </a:tabLst>
            </a:pPr>
            <a:r>
              <a:rPr sz="3600" spc="5" dirty="0">
                <a:latin typeface="Calibri"/>
                <a:cs typeface="Calibri"/>
              </a:rPr>
              <a:t>I</a:t>
            </a:r>
            <a:r>
              <a:rPr sz="3600" dirty="0">
                <a:latin typeface="Calibri"/>
                <a:cs typeface="Calibri"/>
              </a:rPr>
              <a:t>t	includes	</a:t>
            </a:r>
            <a:r>
              <a:rPr sz="3600" spc="-65" dirty="0">
                <a:solidFill>
                  <a:srgbClr val="FF0000"/>
                </a:solidFill>
                <a:latin typeface="Calibri"/>
                <a:cs typeface="Calibri"/>
              </a:rPr>
              <a:t>e</a:t>
            </a:r>
            <a:r>
              <a:rPr sz="3600" spc="-5" dirty="0">
                <a:solidFill>
                  <a:srgbClr val="FF0000"/>
                </a:solidFill>
                <a:latin typeface="Calibri"/>
                <a:cs typeface="Calibri"/>
              </a:rPr>
              <a:t>xpi</a:t>
            </a:r>
            <a:r>
              <a:rPr sz="3600" spc="-40" dirty="0">
                <a:solidFill>
                  <a:srgbClr val="FF0000"/>
                </a:solidFill>
                <a:latin typeface="Calibri"/>
                <a:cs typeface="Calibri"/>
              </a:rPr>
              <a:t>r</a:t>
            </a:r>
            <a:r>
              <a:rPr sz="3600" spc="-20" dirty="0">
                <a:solidFill>
                  <a:srgbClr val="FF0000"/>
                </a:solidFill>
                <a:latin typeface="Calibri"/>
                <a:cs typeface="Calibri"/>
              </a:rPr>
              <a:t>e</a:t>
            </a:r>
            <a:r>
              <a:rPr sz="3600" spc="-5" dirty="0">
                <a:solidFill>
                  <a:srgbClr val="FF0000"/>
                </a:solidFill>
                <a:latin typeface="Calibri"/>
                <a:cs typeface="Calibri"/>
              </a:rPr>
              <a:t>d</a:t>
            </a:r>
            <a:r>
              <a:rPr sz="3600" dirty="0">
                <a:solidFill>
                  <a:srgbClr val="FF0000"/>
                </a:solidFill>
                <a:latin typeface="Calibri"/>
                <a:cs typeface="Calibri"/>
              </a:rPr>
              <a:t>,	</a:t>
            </a:r>
            <a:r>
              <a:rPr sz="3600" spc="-5" dirty="0">
                <a:solidFill>
                  <a:srgbClr val="FF0000"/>
                </a:solidFill>
                <a:latin typeface="Calibri"/>
                <a:cs typeface="Calibri"/>
              </a:rPr>
              <a:t>u</a:t>
            </a:r>
            <a:r>
              <a:rPr sz="3600" spc="-15" dirty="0">
                <a:solidFill>
                  <a:srgbClr val="FF0000"/>
                </a:solidFill>
                <a:latin typeface="Calibri"/>
                <a:cs typeface="Calibri"/>
              </a:rPr>
              <a:t>n</a:t>
            </a:r>
            <a:r>
              <a:rPr sz="3600" spc="-5" dirty="0">
                <a:solidFill>
                  <a:srgbClr val="FF0000"/>
                </a:solidFill>
                <a:latin typeface="Calibri"/>
                <a:cs typeface="Calibri"/>
              </a:rPr>
              <a:t>used,  spilt,</a:t>
            </a:r>
            <a:r>
              <a:rPr sz="3600" spc="-15" dirty="0">
                <a:solidFill>
                  <a:srgbClr val="FF0000"/>
                </a:solidFill>
                <a:latin typeface="Calibri"/>
                <a:cs typeface="Calibri"/>
              </a:rPr>
              <a:t> </a:t>
            </a:r>
            <a:r>
              <a:rPr sz="3600" dirty="0">
                <a:solidFill>
                  <a:srgbClr val="FF0000"/>
                </a:solidFill>
                <a:latin typeface="Calibri"/>
                <a:cs typeface="Calibri"/>
              </a:rPr>
              <a:t>and</a:t>
            </a:r>
            <a:r>
              <a:rPr sz="3600" spc="-15" dirty="0">
                <a:solidFill>
                  <a:srgbClr val="FF0000"/>
                </a:solidFill>
                <a:latin typeface="Calibri"/>
                <a:cs typeface="Calibri"/>
              </a:rPr>
              <a:t> </a:t>
            </a:r>
            <a:r>
              <a:rPr sz="3600" spc="-20" dirty="0">
                <a:solidFill>
                  <a:srgbClr val="FF0000"/>
                </a:solidFill>
                <a:latin typeface="Calibri"/>
                <a:cs typeface="Calibri"/>
              </a:rPr>
              <a:t>contaminated</a:t>
            </a:r>
            <a:endParaRPr sz="3600" dirty="0">
              <a:latin typeface="Calibri"/>
              <a:cs typeface="Calibri"/>
            </a:endParaRPr>
          </a:p>
          <a:p>
            <a:pPr marL="372745" indent="-360680">
              <a:lnSpc>
                <a:spcPct val="100000"/>
              </a:lnSpc>
              <a:spcBef>
                <a:spcPts val="865"/>
              </a:spcBef>
              <a:buSzPct val="97222"/>
              <a:buFont typeface="Wingdings"/>
              <a:buChar char=""/>
              <a:tabLst>
                <a:tab pos="373380" algn="l"/>
              </a:tabLst>
            </a:pPr>
            <a:r>
              <a:rPr sz="3600" spc="-5" dirty="0">
                <a:solidFill>
                  <a:srgbClr val="FF0000"/>
                </a:solidFill>
                <a:latin typeface="Calibri"/>
                <a:cs typeface="Calibri"/>
              </a:rPr>
              <a:t>Pharmaceutical</a:t>
            </a:r>
            <a:r>
              <a:rPr sz="3600" spc="-35" dirty="0">
                <a:solidFill>
                  <a:srgbClr val="FF0000"/>
                </a:solidFill>
                <a:latin typeface="Calibri"/>
                <a:cs typeface="Calibri"/>
              </a:rPr>
              <a:t> </a:t>
            </a:r>
            <a:r>
              <a:rPr sz="3600" spc="-15" dirty="0">
                <a:solidFill>
                  <a:srgbClr val="FF0000"/>
                </a:solidFill>
                <a:latin typeface="Calibri"/>
                <a:cs typeface="Calibri"/>
              </a:rPr>
              <a:t>products,</a:t>
            </a:r>
            <a:endParaRPr sz="3600" dirty="0">
              <a:latin typeface="Calibri"/>
              <a:cs typeface="Calibri"/>
            </a:endParaRPr>
          </a:p>
          <a:p>
            <a:pPr marL="372110" indent="-360045">
              <a:lnSpc>
                <a:spcPct val="100000"/>
              </a:lnSpc>
              <a:spcBef>
                <a:spcPts val="865"/>
              </a:spcBef>
              <a:buSzPct val="97222"/>
              <a:buFont typeface="Wingdings"/>
              <a:buChar char=""/>
              <a:tabLst>
                <a:tab pos="372745" algn="l"/>
              </a:tabLst>
            </a:pPr>
            <a:r>
              <a:rPr sz="3600" dirty="0">
                <a:solidFill>
                  <a:srgbClr val="FF0000"/>
                </a:solidFill>
                <a:latin typeface="Calibri"/>
                <a:cs typeface="Calibri"/>
              </a:rPr>
              <a:t>Drugs,</a:t>
            </a:r>
            <a:endParaRPr sz="3600" dirty="0">
              <a:latin typeface="Calibri"/>
              <a:cs typeface="Calibri"/>
            </a:endParaRPr>
          </a:p>
          <a:p>
            <a:pPr marL="372745" indent="-360680">
              <a:lnSpc>
                <a:spcPct val="100000"/>
              </a:lnSpc>
              <a:spcBef>
                <a:spcPts val="865"/>
              </a:spcBef>
              <a:buSzPct val="97222"/>
              <a:buFont typeface="Wingdings"/>
              <a:buChar char=""/>
              <a:tabLst>
                <a:tab pos="373380" algn="l"/>
              </a:tabLst>
            </a:pPr>
            <a:r>
              <a:rPr sz="3600" spc="-25" dirty="0">
                <a:solidFill>
                  <a:srgbClr val="FF0000"/>
                </a:solidFill>
                <a:latin typeface="Calibri"/>
                <a:cs typeface="Calibri"/>
              </a:rPr>
              <a:t>Vaccines,</a:t>
            </a:r>
            <a:r>
              <a:rPr sz="3600" spc="-30" dirty="0">
                <a:solidFill>
                  <a:srgbClr val="FF0000"/>
                </a:solidFill>
                <a:latin typeface="Calibri"/>
                <a:cs typeface="Calibri"/>
              </a:rPr>
              <a:t> </a:t>
            </a:r>
            <a:r>
              <a:rPr sz="3600" dirty="0">
                <a:solidFill>
                  <a:srgbClr val="FF0000"/>
                </a:solidFill>
                <a:latin typeface="Calibri"/>
                <a:cs typeface="Calibri"/>
              </a:rPr>
              <a:t>and</a:t>
            </a:r>
            <a:r>
              <a:rPr sz="3600" spc="-25" dirty="0">
                <a:solidFill>
                  <a:srgbClr val="FF0000"/>
                </a:solidFill>
                <a:latin typeface="Calibri"/>
                <a:cs typeface="Calibri"/>
              </a:rPr>
              <a:t> sera</a:t>
            </a:r>
            <a:endParaRPr sz="3600" dirty="0">
              <a:latin typeface="Calibri"/>
              <a:cs typeface="Calibri"/>
            </a:endParaRPr>
          </a:p>
        </p:txBody>
      </p:sp>
      <p:pic>
        <p:nvPicPr>
          <p:cNvPr id="13" name="object 11"/>
          <p:cNvPicPr/>
          <p:nvPr/>
        </p:nvPicPr>
        <p:blipFill>
          <a:blip r:embed="rId7" cstate="print"/>
          <a:stretch>
            <a:fillRect/>
          </a:stretch>
        </p:blipFill>
        <p:spPr>
          <a:xfrm>
            <a:off x="5562600" y="1676398"/>
            <a:ext cx="3581400" cy="5181600"/>
          </a:xfrm>
          <a:prstGeom prst="rect">
            <a:avLst/>
          </a:prstGeom>
        </p:spPr>
      </p:pic>
    </p:spTree>
    <p:extLst>
      <p:ext uri="{BB962C8B-B14F-4D97-AF65-F5344CB8AC3E}">
        <p14:creationId xmlns:p14="http://schemas.microsoft.com/office/powerpoint/2010/main" val="273822899"/>
      </p:ext>
    </p:extLst>
  </p:cSld>
  <p:clrMapOvr>
    <a:masterClrMapping/>
  </p:clrMapOvr>
  <p:transition spd="slow">
    <p:randomBar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object 4"/>
          <p:cNvGrpSpPr/>
          <p:nvPr/>
        </p:nvGrpSpPr>
        <p:grpSpPr>
          <a:xfrm>
            <a:off x="342900" y="586740"/>
            <a:ext cx="4399915" cy="1009015"/>
            <a:chOff x="342900" y="586740"/>
            <a:chExt cx="4399915" cy="1009015"/>
          </a:xfrm>
        </p:grpSpPr>
        <p:pic>
          <p:nvPicPr>
            <p:cNvPr id="7" name="object 5"/>
            <p:cNvPicPr/>
            <p:nvPr/>
          </p:nvPicPr>
          <p:blipFill>
            <a:blip r:embed="rId2" cstate="print"/>
            <a:stretch>
              <a:fillRect/>
            </a:stretch>
          </p:blipFill>
          <p:spPr>
            <a:xfrm>
              <a:off x="342900" y="586740"/>
              <a:ext cx="2836164" cy="1008888"/>
            </a:xfrm>
            <a:prstGeom prst="rect">
              <a:avLst/>
            </a:prstGeom>
          </p:spPr>
        </p:pic>
        <p:pic>
          <p:nvPicPr>
            <p:cNvPr id="8" name="object 6"/>
            <p:cNvPicPr/>
            <p:nvPr/>
          </p:nvPicPr>
          <p:blipFill>
            <a:blip r:embed="rId3" cstate="print"/>
            <a:stretch>
              <a:fillRect/>
            </a:stretch>
          </p:blipFill>
          <p:spPr>
            <a:xfrm>
              <a:off x="617220" y="1203959"/>
              <a:ext cx="3851148" cy="79248"/>
            </a:xfrm>
            <a:prstGeom prst="rect">
              <a:avLst/>
            </a:prstGeom>
          </p:spPr>
        </p:pic>
        <p:pic>
          <p:nvPicPr>
            <p:cNvPr id="9" name="object 7"/>
            <p:cNvPicPr/>
            <p:nvPr/>
          </p:nvPicPr>
          <p:blipFill>
            <a:blip r:embed="rId4" cstate="print"/>
            <a:stretch>
              <a:fillRect/>
            </a:stretch>
          </p:blipFill>
          <p:spPr>
            <a:xfrm>
              <a:off x="2686811" y="586740"/>
              <a:ext cx="1929384" cy="1008888"/>
            </a:xfrm>
            <a:prstGeom prst="rect">
              <a:avLst/>
            </a:prstGeom>
          </p:spPr>
        </p:pic>
        <p:pic>
          <p:nvPicPr>
            <p:cNvPr id="10" name="object 8"/>
            <p:cNvPicPr/>
            <p:nvPr/>
          </p:nvPicPr>
          <p:blipFill>
            <a:blip r:embed="rId5" cstate="print"/>
            <a:stretch>
              <a:fillRect/>
            </a:stretch>
          </p:blipFill>
          <p:spPr>
            <a:xfrm>
              <a:off x="4018788" y="586740"/>
              <a:ext cx="723900" cy="1008888"/>
            </a:xfrm>
            <a:prstGeom prst="rect">
              <a:avLst/>
            </a:prstGeom>
          </p:spPr>
        </p:pic>
      </p:grpSp>
      <p:sp>
        <p:nvSpPr>
          <p:cNvPr id="11" name="object 9"/>
          <p:cNvSpPr txBox="1"/>
          <p:nvPr/>
        </p:nvSpPr>
        <p:spPr>
          <a:xfrm>
            <a:off x="154939" y="690117"/>
            <a:ext cx="4285615"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001F5F"/>
                </a:solidFill>
                <a:latin typeface="Calibri"/>
                <a:cs typeface="Calibri"/>
              </a:rPr>
              <a:t>5.</a:t>
            </a:r>
            <a:r>
              <a:rPr sz="3600" b="1" spc="-45" dirty="0">
                <a:solidFill>
                  <a:srgbClr val="001F5F"/>
                </a:solidFill>
                <a:latin typeface="Calibri"/>
                <a:cs typeface="Calibri"/>
              </a:rPr>
              <a:t> </a:t>
            </a:r>
            <a:r>
              <a:rPr sz="3600" b="1" u="heavy" spc="-35" dirty="0">
                <a:solidFill>
                  <a:srgbClr val="001F5F"/>
                </a:solidFill>
                <a:uFill>
                  <a:solidFill>
                    <a:srgbClr val="001F5F"/>
                  </a:solidFill>
                </a:uFill>
                <a:latin typeface="Calibri"/>
                <a:cs typeface="Calibri"/>
              </a:rPr>
              <a:t>GENOTOXIC</a:t>
            </a:r>
            <a:r>
              <a:rPr sz="3600" b="1" u="heavy" spc="-25" dirty="0">
                <a:solidFill>
                  <a:srgbClr val="001F5F"/>
                </a:solidFill>
                <a:uFill>
                  <a:solidFill>
                    <a:srgbClr val="001F5F"/>
                  </a:solidFill>
                </a:uFill>
                <a:latin typeface="Calibri"/>
                <a:cs typeface="Calibri"/>
              </a:rPr>
              <a:t> </a:t>
            </a:r>
            <a:r>
              <a:rPr sz="3600" b="1" u="heavy" spc="-35" dirty="0">
                <a:solidFill>
                  <a:srgbClr val="001F5F"/>
                </a:solidFill>
                <a:uFill>
                  <a:solidFill>
                    <a:srgbClr val="001F5F"/>
                  </a:solidFill>
                </a:uFill>
                <a:latin typeface="Calibri"/>
                <a:cs typeface="Calibri"/>
              </a:rPr>
              <a:t>WASTE:</a:t>
            </a:r>
            <a:endParaRPr sz="3600">
              <a:latin typeface="Calibri"/>
              <a:cs typeface="Calibri"/>
            </a:endParaRPr>
          </a:p>
        </p:txBody>
      </p:sp>
      <p:sp>
        <p:nvSpPr>
          <p:cNvPr id="12" name="object 10"/>
          <p:cNvSpPr txBox="1"/>
          <p:nvPr/>
        </p:nvSpPr>
        <p:spPr>
          <a:xfrm>
            <a:off x="4616195" y="1348485"/>
            <a:ext cx="1137285" cy="574040"/>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0000"/>
                </a:solidFill>
                <a:latin typeface="Calibri"/>
                <a:cs typeface="Calibri"/>
              </a:rPr>
              <a:t>highly</a:t>
            </a:r>
            <a:endParaRPr sz="3600" dirty="0">
              <a:latin typeface="Calibri"/>
              <a:cs typeface="Calibri"/>
            </a:endParaRPr>
          </a:p>
        </p:txBody>
      </p:sp>
      <p:sp>
        <p:nvSpPr>
          <p:cNvPr id="13" name="object 11"/>
          <p:cNvSpPr txBox="1"/>
          <p:nvPr/>
        </p:nvSpPr>
        <p:spPr>
          <a:xfrm>
            <a:off x="154939" y="1367534"/>
            <a:ext cx="5820348" cy="1790234"/>
          </a:xfrm>
          <a:prstGeom prst="rect">
            <a:avLst/>
          </a:prstGeom>
        </p:spPr>
        <p:txBody>
          <a:bodyPr vert="horz" wrap="square" lIns="0" tIns="12700" rIns="0" bIns="0" rtlCol="0">
            <a:spAutoFit/>
          </a:bodyPr>
          <a:lstStyle/>
          <a:p>
            <a:pPr marL="355600" marR="5080" indent="-342900">
              <a:lnSpc>
                <a:spcPct val="100000"/>
              </a:lnSpc>
              <a:spcBef>
                <a:spcPts val="100"/>
              </a:spcBef>
              <a:buFont typeface="Arial MT"/>
              <a:buChar char="•"/>
              <a:tabLst>
                <a:tab pos="355600" algn="l"/>
                <a:tab pos="2812415" algn="l"/>
                <a:tab pos="4483100" algn="l"/>
              </a:tabLst>
            </a:pPr>
            <a:r>
              <a:rPr sz="3600" spc="-15" dirty="0" smtClean="0">
                <a:latin typeface="Calibri"/>
                <a:cs typeface="Calibri"/>
              </a:rPr>
              <a:t>Genotoxic</a:t>
            </a:r>
            <a:r>
              <a:rPr lang="en-US" sz="3600" spc="-15" dirty="0" smtClean="0">
                <a:latin typeface="Calibri"/>
                <a:cs typeface="Calibri"/>
              </a:rPr>
              <a:t> </a:t>
            </a:r>
            <a:r>
              <a:rPr sz="3600" spc="-25" dirty="0" smtClean="0">
                <a:latin typeface="Calibri"/>
                <a:cs typeface="Calibri"/>
              </a:rPr>
              <a:t>waste</a:t>
            </a:r>
            <a:r>
              <a:rPr lang="en-US" sz="3600" spc="-25" dirty="0" smtClean="0">
                <a:latin typeface="Calibri"/>
                <a:cs typeface="Calibri"/>
              </a:rPr>
              <a:t> </a:t>
            </a:r>
            <a:r>
              <a:rPr sz="3600" spc="-15" dirty="0" smtClean="0">
                <a:latin typeface="Calibri"/>
                <a:cs typeface="Calibri"/>
              </a:rPr>
              <a:t>is </a:t>
            </a:r>
            <a:r>
              <a:rPr sz="3600" spc="-10" dirty="0" smtClean="0">
                <a:latin typeface="Calibri"/>
                <a:cs typeface="Calibri"/>
              </a:rPr>
              <a:t> </a:t>
            </a:r>
            <a:r>
              <a:rPr sz="3600" spc="-15" dirty="0">
                <a:solidFill>
                  <a:srgbClr val="FF0000"/>
                </a:solidFill>
                <a:latin typeface="Calibri"/>
                <a:cs typeface="Calibri"/>
              </a:rPr>
              <a:t>hazardous</a:t>
            </a:r>
            <a:r>
              <a:rPr sz="3600" spc="-45" dirty="0">
                <a:solidFill>
                  <a:srgbClr val="FF0000"/>
                </a:solidFill>
                <a:latin typeface="Calibri"/>
                <a:cs typeface="Calibri"/>
              </a:rPr>
              <a:t> </a:t>
            </a:r>
            <a:r>
              <a:rPr sz="3600" dirty="0">
                <a:latin typeface="Calibri"/>
                <a:cs typeface="Calibri"/>
              </a:rPr>
              <a:t>and</a:t>
            </a:r>
            <a:r>
              <a:rPr sz="3600" spc="-30" dirty="0">
                <a:latin typeface="Calibri"/>
                <a:cs typeface="Calibri"/>
              </a:rPr>
              <a:t> </a:t>
            </a:r>
            <a:r>
              <a:rPr sz="3600" spc="-25" dirty="0">
                <a:latin typeface="Calibri"/>
                <a:cs typeface="Calibri"/>
              </a:rPr>
              <a:t>may</a:t>
            </a:r>
            <a:r>
              <a:rPr sz="3600" spc="-30" dirty="0">
                <a:latin typeface="Calibri"/>
                <a:cs typeface="Calibri"/>
              </a:rPr>
              <a:t> </a:t>
            </a:r>
            <a:r>
              <a:rPr sz="3600" spc="-20" dirty="0">
                <a:latin typeface="Calibri"/>
                <a:cs typeface="Calibri"/>
              </a:rPr>
              <a:t>have;</a:t>
            </a:r>
            <a:endParaRPr sz="3600" dirty="0">
              <a:latin typeface="Calibri"/>
              <a:cs typeface="Calibri"/>
            </a:endParaRPr>
          </a:p>
          <a:p>
            <a:pPr marL="372110" indent="-360045">
              <a:lnSpc>
                <a:spcPct val="100000"/>
              </a:lnSpc>
              <a:spcBef>
                <a:spcPts val="865"/>
              </a:spcBef>
              <a:buSzPct val="97222"/>
              <a:buFont typeface="Wingdings"/>
              <a:buChar char=""/>
              <a:tabLst>
                <a:tab pos="372745" algn="l"/>
              </a:tabLst>
            </a:pPr>
            <a:r>
              <a:rPr sz="3600" spc="-10" dirty="0">
                <a:solidFill>
                  <a:srgbClr val="FF0000"/>
                </a:solidFill>
                <a:latin typeface="Calibri"/>
                <a:cs typeface="Calibri"/>
              </a:rPr>
              <a:t>Mutagenic,</a:t>
            </a:r>
            <a:endParaRPr sz="3600" dirty="0">
              <a:latin typeface="Calibri"/>
              <a:cs typeface="Calibri"/>
            </a:endParaRPr>
          </a:p>
        </p:txBody>
      </p:sp>
      <p:sp>
        <p:nvSpPr>
          <p:cNvPr id="14" name="object 12"/>
          <p:cNvSpPr txBox="1"/>
          <p:nvPr/>
        </p:nvSpPr>
        <p:spPr>
          <a:xfrm>
            <a:off x="154939" y="3872865"/>
            <a:ext cx="4899660" cy="1891664"/>
          </a:xfrm>
          <a:prstGeom prst="rect">
            <a:avLst/>
          </a:prstGeom>
        </p:spPr>
        <p:txBody>
          <a:bodyPr vert="horz" wrap="square" lIns="0" tIns="12700" rIns="0" bIns="0" rtlCol="0">
            <a:spAutoFit/>
          </a:bodyPr>
          <a:lstStyle/>
          <a:p>
            <a:pPr marL="372110" indent="-360045">
              <a:lnSpc>
                <a:spcPct val="100000"/>
              </a:lnSpc>
              <a:spcBef>
                <a:spcPts val="100"/>
              </a:spcBef>
              <a:buSzPct val="97222"/>
              <a:buFont typeface="Wingdings"/>
              <a:buChar char=""/>
              <a:tabLst>
                <a:tab pos="372745" algn="l"/>
              </a:tabLst>
            </a:pPr>
            <a:r>
              <a:rPr sz="3600" spc="-45" dirty="0">
                <a:solidFill>
                  <a:srgbClr val="FF0000"/>
                </a:solidFill>
                <a:latin typeface="Calibri"/>
                <a:cs typeface="Calibri"/>
              </a:rPr>
              <a:t>Teratogenic,</a:t>
            </a:r>
            <a:r>
              <a:rPr sz="3600" spc="-55" dirty="0">
                <a:solidFill>
                  <a:srgbClr val="FF0000"/>
                </a:solidFill>
                <a:latin typeface="Calibri"/>
                <a:cs typeface="Calibri"/>
              </a:rPr>
              <a:t> </a:t>
            </a:r>
            <a:r>
              <a:rPr sz="3600" spc="-5" dirty="0">
                <a:solidFill>
                  <a:srgbClr val="FF0000"/>
                </a:solidFill>
                <a:latin typeface="Calibri"/>
                <a:cs typeface="Calibri"/>
              </a:rPr>
              <a:t>or</a:t>
            </a:r>
            <a:endParaRPr sz="3600">
              <a:latin typeface="Calibri"/>
              <a:cs typeface="Calibri"/>
            </a:endParaRPr>
          </a:p>
          <a:p>
            <a:pPr>
              <a:lnSpc>
                <a:spcPct val="100000"/>
              </a:lnSpc>
              <a:spcBef>
                <a:spcPts val="5"/>
              </a:spcBef>
              <a:buClr>
                <a:srgbClr val="FF0000"/>
              </a:buClr>
              <a:buFont typeface="Wingdings"/>
              <a:buChar char=""/>
            </a:pPr>
            <a:endParaRPr sz="4950">
              <a:latin typeface="Calibri"/>
              <a:cs typeface="Calibri"/>
            </a:endParaRPr>
          </a:p>
          <a:p>
            <a:pPr marL="372110" indent="-360045">
              <a:lnSpc>
                <a:spcPct val="100000"/>
              </a:lnSpc>
              <a:buSzPct val="97222"/>
              <a:buFont typeface="Wingdings"/>
              <a:buChar char=""/>
              <a:tabLst>
                <a:tab pos="372745" algn="l"/>
              </a:tabLst>
            </a:pPr>
            <a:r>
              <a:rPr sz="3600" spc="-10" dirty="0">
                <a:solidFill>
                  <a:srgbClr val="FF0000"/>
                </a:solidFill>
                <a:latin typeface="Calibri"/>
                <a:cs typeface="Calibri"/>
              </a:rPr>
              <a:t>Carcinogenic</a:t>
            </a:r>
            <a:r>
              <a:rPr sz="3600" spc="-65" dirty="0">
                <a:solidFill>
                  <a:srgbClr val="FF0000"/>
                </a:solidFill>
                <a:latin typeface="Calibri"/>
                <a:cs typeface="Calibri"/>
              </a:rPr>
              <a:t> </a:t>
            </a:r>
            <a:r>
              <a:rPr sz="3600" spc="-10" dirty="0">
                <a:latin typeface="Calibri"/>
                <a:cs typeface="Calibri"/>
              </a:rPr>
              <a:t>properties.</a:t>
            </a:r>
            <a:endParaRPr sz="3600">
              <a:latin typeface="Calibri"/>
              <a:cs typeface="Calibri"/>
            </a:endParaRPr>
          </a:p>
        </p:txBody>
      </p:sp>
      <p:pic>
        <p:nvPicPr>
          <p:cNvPr id="15" name="object 13"/>
          <p:cNvPicPr/>
          <p:nvPr/>
        </p:nvPicPr>
        <p:blipFill>
          <a:blip r:embed="rId6" cstate="print"/>
          <a:stretch>
            <a:fillRect/>
          </a:stretch>
        </p:blipFill>
        <p:spPr>
          <a:xfrm>
            <a:off x="5324947" y="2778659"/>
            <a:ext cx="3736848" cy="3279648"/>
          </a:xfrm>
          <a:prstGeom prst="rect">
            <a:avLst/>
          </a:prstGeom>
        </p:spPr>
      </p:pic>
    </p:spTree>
    <p:extLst>
      <p:ext uri="{BB962C8B-B14F-4D97-AF65-F5344CB8AC3E}">
        <p14:creationId xmlns:p14="http://schemas.microsoft.com/office/powerpoint/2010/main" val="3965940488"/>
      </p:ext>
    </p:extLst>
  </p:cSld>
  <p:clrMapOvr>
    <a:masterClrMapping/>
  </p:clrMapOvr>
  <p:transition spd="slow">
    <p:randomBar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4"/>
          <p:cNvSpPr txBox="1"/>
          <p:nvPr/>
        </p:nvSpPr>
        <p:spPr>
          <a:xfrm>
            <a:off x="231140" y="299466"/>
            <a:ext cx="3773170" cy="1781810"/>
          </a:xfrm>
          <a:prstGeom prst="rect">
            <a:avLst/>
          </a:prstGeom>
        </p:spPr>
        <p:txBody>
          <a:bodyPr vert="horz" wrap="square" lIns="0" tIns="109855" rIns="0" bIns="0" rtlCol="0">
            <a:spAutoFit/>
          </a:bodyPr>
          <a:lstStyle/>
          <a:p>
            <a:pPr marL="12700">
              <a:lnSpc>
                <a:spcPct val="100000"/>
              </a:lnSpc>
              <a:spcBef>
                <a:spcPts val="865"/>
              </a:spcBef>
            </a:pPr>
            <a:r>
              <a:rPr sz="3200" b="1" spc="-5" dirty="0">
                <a:solidFill>
                  <a:srgbClr val="001F5F"/>
                </a:solidFill>
                <a:latin typeface="Calibri"/>
                <a:cs typeface="Calibri"/>
              </a:rPr>
              <a:t>6.</a:t>
            </a:r>
            <a:r>
              <a:rPr sz="3200" b="1" spc="-25" dirty="0">
                <a:solidFill>
                  <a:srgbClr val="001F5F"/>
                </a:solidFill>
                <a:latin typeface="Calibri"/>
                <a:cs typeface="Calibri"/>
              </a:rPr>
              <a:t> </a:t>
            </a:r>
            <a:r>
              <a:rPr sz="3200" b="1" u="heavy" spc="-5" dirty="0">
                <a:solidFill>
                  <a:srgbClr val="001F5F"/>
                </a:solidFill>
                <a:uFill>
                  <a:solidFill>
                    <a:srgbClr val="001F5F"/>
                  </a:solidFill>
                </a:uFill>
                <a:latin typeface="Calibri"/>
                <a:cs typeface="Calibri"/>
              </a:rPr>
              <a:t>CHEMICAL</a:t>
            </a:r>
            <a:r>
              <a:rPr sz="3200" b="1" u="heavy" spc="5" dirty="0">
                <a:solidFill>
                  <a:srgbClr val="001F5F"/>
                </a:solidFill>
                <a:uFill>
                  <a:solidFill>
                    <a:srgbClr val="001F5F"/>
                  </a:solidFill>
                </a:uFill>
                <a:latin typeface="Calibri"/>
                <a:cs typeface="Calibri"/>
              </a:rPr>
              <a:t> </a:t>
            </a:r>
            <a:r>
              <a:rPr sz="3200" b="1" u="heavy" spc="-30" dirty="0">
                <a:solidFill>
                  <a:srgbClr val="001F5F"/>
                </a:solidFill>
                <a:uFill>
                  <a:solidFill>
                    <a:srgbClr val="001F5F"/>
                  </a:solidFill>
                </a:uFill>
                <a:latin typeface="Calibri"/>
                <a:cs typeface="Calibri"/>
              </a:rPr>
              <a:t>WASTE:</a:t>
            </a:r>
            <a:endParaRPr sz="3200" dirty="0">
              <a:latin typeface="Calibri"/>
              <a:cs typeface="Calibri"/>
            </a:endParaRPr>
          </a:p>
          <a:p>
            <a:pPr marL="12700">
              <a:lnSpc>
                <a:spcPct val="100000"/>
              </a:lnSpc>
              <a:spcBef>
                <a:spcPts val="770"/>
              </a:spcBef>
            </a:pPr>
            <a:r>
              <a:rPr sz="3200" spc="-5" dirty="0">
                <a:latin typeface="Calibri"/>
                <a:cs typeface="Calibri"/>
              </a:rPr>
              <a:t>It</a:t>
            </a:r>
            <a:r>
              <a:rPr sz="3200" spc="10" dirty="0">
                <a:latin typeface="Calibri"/>
                <a:cs typeface="Calibri"/>
              </a:rPr>
              <a:t> </a:t>
            </a:r>
            <a:r>
              <a:rPr sz="3200" spc="-15" dirty="0">
                <a:latin typeface="Calibri"/>
                <a:cs typeface="Calibri"/>
              </a:rPr>
              <a:t>consists</a:t>
            </a:r>
            <a:r>
              <a:rPr sz="3200" spc="-5" dirty="0">
                <a:latin typeface="Calibri"/>
                <a:cs typeface="Calibri"/>
              </a:rPr>
              <a:t> </a:t>
            </a:r>
            <a:r>
              <a:rPr sz="3200" dirty="0">
                <a:latin typeface="Calibri"/>
                <a:cs typeface="Calibri"/>
              </a:rPr>
              <a:t>of</a:t>
            </a:r>
            <a:r>
              <a:rPr sz="3200" spc="-5" dirty="0">
                <a:latin typeface="Calibri"/>
                <a:cs typeface="Calibri"/>
              </a:rPr>
              <a:t> </a:t>
            </a:r>
            <a:r>
              <a:rPr sz="3200" spc="-15" dirty="0">
                <a:latin typeface="Calibri"/>
                <a:cs typeface="Calibri"/>
              </a:rPr>
              <a:t>discarded</a:t>
            </a:r>
            <a:endParaRPr sz="3200" dirty="0">
              <a:latin typeface="Calibri"/>
              <a:cs typeface="Calibri"/>
            </a:endParaRPr>
          </a:p>
          <a:p>
            <a:pPr marL="332740" indent="-320675">
              <a:lnSpc>
                <a:spcPct val="100000"/>
              </a:lnSpc>
              <a:spcBef>
                <a:spcPts val="770"/>
              </a:spcBef>
              <a:buSzPct val="96875"/>
              <a:buFont typeface="Wingdings"/>
              <a:buChar char=""/>
              <a:tabLst>
                <a:tab pos="333375" algn="l"/>
              </a:tabLst>
            </a:pPr>
            <a:r>
              <a:rPr sz="3200" spc="-5" dirty="0">
                <a:solidFill>
                  <a:srgbClr val="FF0000"/>
                </a:solidFill>
                <a:latin typeface="Calibri"/>
                <a:cs typeface="Calibri"/>
              </a:rPr>
              <a:t>Solid,</a:t>
            </a:r>
            <a:endParaRPr sz="3200" dirty="0">
              <a:latin typeface="Calibri"/>
              <a:cs typeface="Calibri"/>
            </a:endParaRPr>
          </a:p>
        </p:txBody>
      </p:sp>
      <p:sp>
        <p:nvSpPr>
          <p:cNvPr id="7" name="object 5"/>
          <p:cNvSpPr txBox="1"/>
          <p:nvPr/>
        </p:nvSpPr>
        <p:spPr>
          <a:xfrm>
            <a:off x="231140" y="3772280"/>
            <a:ext cx="2161540" cy="513715"/>
          </a:xfrm>
          <a:prstGeom prst="rect">
            <a:avLst/>
          </a:prstGeom>
        </p:spPr>
        <p:txBody>
          <a:bodyPr vert="horz" wrap="square" lIns="0" tIns="12700" rIns="0" bIns="0" rtlCol="0">
            <a:spAutoFit/>
          </a:bodyPr>
          <a:lstStyle/>
          <a:p>
            <a:pPr marL="332740" indent="-320675">
              <a:lnSpc>
                <a:spcPct val="100000"/>
              </a:lnSpc>
              <a:spcBef>
                <a:spcPts val="100"/>
              </a:spcBef>
              <a:buSzPct val="96875"/>
              <a:buFont typeface="Wingdings"/>
              <a:buChar char=""/>
              <a:tabLst>
                <a:tab pos="333375" algn="l"/>
              </a:tabLst>
            </a:pPr>
            <a:r>
              <a:rPr sz="3200" spc="-5" dirty="0">
                <a:solidFill>
                  <a:srgbClr val="FF0000"/>
                </a:solidFill>
                <a:latin typeface="Calibri"/>
                <a:cs typeface="Calibri"/>
              </a:rPr>
              <a:t>Liquid,</a:t>
            </a:r>
            <a:r>
              <a:rPr sz="3200" spc="-40" dirty="0">
                <a:solidFill>
                  <a:srgbClr val="FF0000"/>
                </a:solidFill>
                <a:latin typeface="Calibri"/>
                <a:cs typeface="Calibri"/>
              </a:rPr>
              <a:t> </a:t>
            </a:r>
            <a:r>
              <a:rPr sz="3200" dirty="0">
                <a:solidFill>
                  <a:srgbClr val="FF0000"/>
                </a:solidFill>
                <a:latin typeface="Calibri"/>
                <a:cs typeface="Calibri"/>
              </a:rPr>
              <a:t>and</a:t>
            </a:r>
            <a:endParaRPr sz="3200">
              <a:latin typeface="Calibri"/>
              <a:cs typeface="Calibri"/>
            </a:endParaRPr>
          </a:p>
        </p:txBody>
      </p:sp>
      <p:sp>
        <p:nvSpPr>
          <p:cNvPr id="8" name="object 6"/>
          <p:cNvSpPr txBox="1"/>
          <p:nvPr/>
        </p:nvSpPr>
        <p:spPr>
          <a:xfrm>
            <a:off x="231140" y="5528259"/>
            <a:ext cx="3458845" cy="513715"/>
          </a:xfrm>
          <a:prstGeom prst="rect">
            <a:avLst/>
          </a:prstGeom>
        </p:spPr>
        <p:txBody>
          <a:bodyPr vert="horz" wrap="square" lIns="0" tIns="12700" rIns="0" bIns="0" rtlCol="0">
            <a:spAutoFit/>
          </a:bodyPr>
          <a:lstStyle/>
          <a:p>
            <a:pPr marL="332740" indent="-320675">
              <a:lnSpc>
                <a:spcPct val="100000"/>
              </a:lnSpc>
              <a:spcBef>
                <a:spcPts val="100"/>
              </a:spcBef>
              <a:buSzPct val="96875"/>
              <a:buFont typeface="Wingdings"/>
              <a:buChar char=""/>
              <a:tabLst>
                <a:tab pos="333375" algn="l"/>
              </a:tabLst>
            </a:pPr>
            <a:r>
              <a:rPr sz="3200" dirty="0">
                <a:solidFill>
                  <a:srgbClr val="FF0000"/>
                </a:solidFill>
                <a:latin typeface="Calibri"/>
                <a:cs typeface="Calibri"/>
              </a:rPr>
              <a:t>Gaseous</a:t>
            </a:r>
            <a:r>
              <a:rPr sz="3200" spc="-65" dirty="0">
                <a:solidFill>
                  <a:srgbClr val="FF0000"/>
                </a:solidFill>
                <a:latin typeface="Calibri"/>
                <a:cs typeface="Calibri"/>
              </a:rPr>
              <a:t> </a:t>
            </a:r>
            <a:r>
              <a:rPr sz="3200" spc="-5" dirty="0">
                <a:solidFill>
                  <a:srgbClr val="FF0000"/>
                </a:solidFill>
                <a:latin typeface="Calibri"/>
                <a:cs typeface="Calibri"/>
              </a:rPr>
              <a:t>chemicals</a:t>
            </a:r>
            <a:endParaRPr sz="3200">
              <a:latin typeface="Calibri"/>
              <a:cs typeface="Calibri"/>
            </a:endParaRPr>
          </a:p>
        </p:txBody>
      </p:sp>
      <p:grpSp>
        <p:nvGrpSpPr>
          <p:cNvPr id="9" name="object 7"/>
          <p:cNvGrpSpPr/>
          <p:nvPr/>
        </p:nvGrpSpPr>
        <p:grpSpPr>
          <a:xfrm>
            <a:off x="2286000" y="2362200"/>
            <a:ext cx="6858000" cy="4495800"/>
            <a:chOff x="2286000" y="2362200"/>
            <a:chExt cx="6858000" cy="4495800"/>
          </a:xfrm>
        </p:grpSpPr>
        <p:pic>
          <p:nvPicPr>
            <p:cNvPr id="10" name="object 8"/>
            <p:cNvPicPr/>
            <p:nvPr/>
          </p:nvPicPr>
          <p:blipFill>
            <a:blip r:embed="rId2" cstate="print"/>
            <a:stretch>
              <a:fillRect/>
            </a:stretch>
          </p:blipFill>
          <p:spPr>
            <a:xfrm>
              <a:off x="2286000" y="2362200"/>
              <a:ext cx="4267200" cy="1295400"/>
            </a:xfrm>
            <a:prstGeom prst="rect">
              <a:avLst/>
            </a:prstGeom>
          </p:spPr>
        </p:pic>
        <p:pic>
          <p:nvPicPr>
            <p:cNvPr id="11" name="object 9"/>
            <p:cNvPicPr/>
            <p:nvPr/>
          </p:nvPicPr>
          <p:blipFill>
            <a:blip r:embed="rId3" cstate="print"/>
            <a:stretch>
              <a:fillRect/>
            </a:stretch>
          </p:blipFill>
          <p:spPr>
            <a:xfrm>
              <a:off x="5105400" y="3276600"/>
              <a:ext cx="4038600" cy="1700783"/>
            </a:xfrm>
            <a:prstGeom prst="rect">
              <a:avLst/>
            </a:prstGeom>
          </p:spPr>
        </p:pic>
        <p:pic>
          <p:nvPicPr>
            <p:cNvPr id="12" name="object 10"/>
            <p:cNvPicPr/>
            <p:nvPr/>
          </p:nvPicPr>
          <p:blipFill>
            <a:blip r:embed="rId4" cstate="print"/>
            <a:stretch>
              <a:fillRect/>
            </a:stretch>
          </p:blipFill>
          <p:spPr>
            <a:xfrm>
              <a:off x="3733800" y="4876799"/>
              <a:ext cx="3886200" cy="1981197"/>
            </a:xfrm>
            <a:prstGeom prst="rect">
              <a:avLst/>
            </a:prstGeom>
          </p:spPr>
        </p:pic>
      </p:grpSp>
    </p:spTree>
    <p:extLst>
      <p:ext uri="{BB962C8B-B14F-4D97-AF65-F5344CB8AC3E}">
        <p14:creationId xmlns:p14="http://schemas.microsoft.com/office/powerpoint/2010/main" val="95521522"/>
      </p:ext>
    </p:extLst>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object 4"/>
          <p:cNvGrpSpPr/>
          <p:nvPr/>
        </p:nvGrpSpPr>
        <p:grpSpPr>
          <a:xfrm>
            <a:off x="0" y="984503"/>
            <a:ext cx="6209030" cy="1386840"/>
            <a:chOff x="0" y="984503"/>
            <a:chExt cx="6209030" cy="1386840"/>
          </a:xfrm>
        </p:grpSpPr>
        <p:pic>
          <p:nvPicPr>
            <p:cNvPr id="7" name="object 5"/>
            <p:cNvPicPr/>
            <p:nvPr/>
          </p:nvPicPr>
          <p:blipFill>
            <a:blip r:embed="rId2" cstate="print"/>
            <a:stretch>
              <a:fillRect/>
            </a:stretch>
          </p:blipFill>
          <p:spPr>
            <a:xfrm>
              <a:off x="445008" y="984503"/>
              <a:ext cx="1905000" cy="899160"/>
            </a:xfrm>
            <a:prstGeom prst="rect">
              <a:avLst/>
            </a:prstGeom>
          </p:spPr>
        </p:pic>
        <p:pic>
          <p:nvPicPr>
            <p:cNvPr id="8" name="object 6"/>
            <p:cNvPicPr/>
            <p:nvPr/>
          </p:nvPicPr>
          <p:blipFill>
            <a:blip r:embed="rId3" cstate="print"/>
            <a:stretch>
              <a:fillRect/>
            </a:stretch>
          </p:blipFill>
          <p:spPr>
            <a:xfrm>
              <a:off x="688848" y="1531619"/>
              <a:ext cx="5276088" cy="71627"/>
            </a:xfrm>
            <a:prstGeom prst="rect">
              <a:avLst/>
            </a:prstGeom>
          </p:spPr>
        </p:pic>
        <p:pic>
          <p:nvPicPr>
            <p:cNvPr id="9" name="object 7"/>
            <p:cNvPicPr/>
            <p:nvPr/>
          </p:nvPicPr>
          <p:blipFill>
            <a:blip r:embed="rId4" cstate="print"/>
            <a:stretch>
              <a:fillRect/>
            </a:stretch>
          </p:blipFill>
          <p:spPr>
            <a:xfrm>
              <a:off x="1955292" y="984503"/>
              <a:ext cx="1469135" cy="899160"/>
            </a:xfrm>
            <a:prstGeom prst="rect">
              <a:avLst/>
            </a:prstGeom>
          </p:spPr>
        </p:pic>
        <p:pic>
          <p:nvPicPr>
            <p:cNvPr id="10" name="object 8"/>
            <p:cNvPicPr/>
            <p:nvPr/>
          </p:nvPicPr>
          <p:blipFill>
            <a:blip r:embed="rId5" cstate="print"/>
            <a:stretch>
              <a:fillRect/>
            </a:stretch>
          </p:blipFill>
          <p:spPr>
            <a:xfrm>
              <a:off x="3029711" y="984503"/>
              <a:ext cx="1412748" cy="899160"/>
            </a:xfrm>
            <a:prstGeom prst="rect">
              <a:avLst/>
            </a:prstGeom>
          </p:spPr>
        </p:pic>
        <p:pic>
          <p:nvPicPr>
            <p:cNvPr id="11" name="object 9"/>
            <p:cNvPicPr/>
            <p:nvPr/>
          </p:nvPicPr>
          <p:blipFill>
            <a:blip r:embed="rId6" cstate="print"/>
            <a:stretch>
              <a:fillRect/>
            </a:stretch>
          </p:blipFill>
          <p:spPr>
            <a:xfrm>
              <a:off x="4049267" y="984503"/>
              <a:ext cx="2159508" cy="899160"/>
            </a:xfrm>
            <a:prstGeom prst="rect">
              <a:avLst/>
            </a:prstGeom>
          </p:spPr>
        </p:pic>
        <p:pic>
          <p:nvPicPr>
            <p:cNvPr id="12" name="object 10"/>
            <p:cNvPicPr/>
            <p:nvPr/>
          </p:nvPicPr>
          <p:blipFill>
            <a:blip r:embed="rId7" cstate="print"/>
            <a:stretch>
              <a:fillRect/>
            </a:stretch>
          </p:blipFill>
          <p:spPr>
            <a:xfrm>
              <a:off x="0" y="1472183"/>
              <a:ext cx="989076" cy="899160"/>
            </a:xfrm>
            <a:prstGeom prst="rect">
              <a:avLst/>
            </a:prstGeom>
          </p:spPr>
        </p:pic>
        <p:pic>
          <p:nvPicPr>
            <p:cNvPr id="13" name="object 11"/>
            <p:cNvPicPr/>
            <p:nvPr/>
          </p:nvPicPr>
          <p:blipFill>
            <a:blip r:embed="rId8" cstate="print"/>
            <a:stretch>
              <a:fillRect/>
            </a:stretch>
          </p:blipFill>
          <p:spPr>
            <a:xfrm>
              <a:off x="236220" y="2019300"/>
              <a:ext cx="3264408" cy="71627"/>
            </a:xfrm>
            <a:prstGeom prst="rect">
              <a:avLst/>
            </a:prstGeom>
          </p:spPr>
        </p:pic>
        <p:pic>
          <p:nvPicPr>
            <p:cNvPr id="14" name="object 12"/>
            <p:cNvPicPr/>
            <p:nvPr/>
          </p:nvPicPr>
          <p:blipFill>
            <a:blip r:embed="rId9" cstate="print"/>
            <a:stretch>
              <a:fillRect/>
            </a:stretch>
          </p:blipFill>
          <p:spPr>
            <a:xfrm>
              <a:off x="547116" y="1472183"/>
              <a:ext cx="1661160" cy="899160"/>
            </a:xfrm>
            <a:prstGeom prst="rect">
              <a:avLst/>
            </a:prstGeom>
          </p:spPr>
        </p:pic>
        <p:pic>
          <p:nvPicPr>
            <p:cNvPr id="15" name="object 13"/>
            <p:cNvPicPr/>
            <p:nvPr/>
          </p:nvPicPr>
          <p:blipFill>
            <a:blip r:embed="rId10" cstate="print"/>
            <a:stretch>
              <a:fillRect/>
            </a:stretch>
          </p:blipFill>
          <p:spPr>
            <a:xfrm>
              <a:off x="1764792" y="1472183"/>
              <a:ext cx="1866900" cy="899160"/>
            </a:xfrm>
            <a:prstGeom prst="rect">
              <a:avLst/>
            </a:prstGeom>
          </p:spPr>
        </p:pic>
        <p:pic>
          <p:nvPicPr>
            <p:cNvPr id="16" name="object 14"/>
            <p:cNvPicPr/>
            <p:nvPr/>
          </p:nvPicPr>
          <p:blipFill>
            <a:blip r:embed="rId11" cstate="print"/>
            <a:stretch>
              <a:fillRect/>
            </a:stretch>
          </p:blipFill>
          <p:spPr>
            <a:xfrm>
              <a:off x="3098292" y="1472183"/>
              <a:ext cx="646176" cy="899160"/>
            </a:xfrm>
            <a:prstGeom prst="rect">
              <a:avLst/>
            </a:prstGeom>
          </p:spPr>
        </p:pic>
      </p:grpSp>
      <p:sp>
        <p:nvSpPr>
          <p:cNvPr id="17" name="object 15"/>
          <p:cNvSpPr txBox="1"/>
          <p:nvPr/>
        </p:nvSpPr>
        <p:spPr>
          <a:xfrm>
            <a:off x="231140" y="1074165"/>
            <a:ext cx="5712460" cy="4904105"/>
          </a:xfrm>
          <a:prstGeom prst="rect">
            <a:avLst/>
          </a:prstGeom>
        </p:spPr>
        <p:txBody>
          <a:bodyPr vert="horz" wrap="square" lIns="0" tIns="13335" rIns="0" bIns="0" rtlCol="0">
            <a:spAutoFit/>
          </a:bodyPr>
          <a:lstStyle/>
          <a:p>
            <a:pPr marL="12700" marR="8255">
              <a:lnSpc>
                <a:spcPct val="100000"/>
              </a:lnSpc>
              <a:spcBef>
                <a:spcPts val="105"/>
              </a:spcBef>
              <a:tabLst>
                <a:tab pos="464820" algn="l"/>
                <a:tab pos="1975485" algn="l"/>
                <a:tab pos="3050540" algn="l"/>
                <a:tab pos="4069715" algn="l"/>
              </a:tabLst>
            </a:pPr>
            <a:r>
              <a:rPr sz="3200" b="1" spc="-5" dirty="0">
                <a:solidFill>
                  <a:srgbClr val="001F5F"/>
                </a:solidFill>
                <a:latin typeface="Calibri"/>
                <a:cs typeface="Calibri"/>
              </a:rPr>
              <a:t>7</a:t>
            </a:r>
            <a:r>
              <a:rPr sz="3200" b="1" dirty="0">
                <a:solidFill>
                  <a:srgbClr val="001F5F"/>
                </a:solidFill>
                <a:latin typeface="Calibri"/>
                <a:cs typeface="Calibri"/>
              </a:rPr>
              <a:t>.	</a:t>
            </a:r>
            <a:r>
              <a:rPr sz="3200" b="1" u="heavy" spc="-145" dirty="0">
                <a:solidFill>
                  <a:srgbClr val="001F5F"/>
                </a:solidFill>
                <a:uFill>
                  <a:solidFill>
                    <a:srgbClr val="001F5F"/>
                  </a:solidFill>
                </a:uFill>
                <a:latin typeface="Calibri"/>
                <a:cs typeface="Calibri"/>
              </a:rPr>
              <a:t>W</a:t>
            </a:r>
            <a:r>
              <a:rPr sz="3200" b="1" u="heavy" dirty="0">
                <a:solidFill>
                  <a:srgbClr val="001F5F"/>
                </a:solidFill>
                <a:uFill>
                  <a:solidFill>
                    <a:srgbClr val="001F5F"/>
                  </a:solidFill>
                </a:uFill>
                <a:latin typeface="Calibri"/>
                <a:cs typeface="Calibri"/>
              </a:rPr>
              <a:t>A</a:t>
            </a:r>
            <a:r>
              <a:rPr sz="3200" b="1" u="heavy" spc="-40" dirty="0">
                <a:solidFill>
                  <a:srgbClr val="001F5F"/>
                </a:solidFill>
                <a:uFill>
                  <a:solidFill>
                    <a:srgbClr val="001F5F"/>
                  </a:solidFill>
                </a:uFill>
                <a:latin typeface="Calibri"/>
                <a:cs typeface="Calibri"/>
              </a:rPr>
              <a:t>S</a:t>
            </a:r>
            <a:r>
              <a:rPr sz="3200" b="1" u="heavy" spc="-5" dirty="0">
                <a:solidFill>
                  <a:srgbClr val="001F5F"/>
                </a:solidFill>
                <a:uFill>
                  <a:solidFill>
                    <a:srgbClr val="001F5F"/>
                  </a:solidFill>
                </a:uFill>
                <a:latin typeface="Calibri"/>
                <a:cs typeface="Calibri"/>
              </a:rPr>
              <a:t>T</a:t>
            </a:r>
            <a:r>
              <a:rPr sz="3200" b="1" u="heavy" spc="-45" dirty="0">
                <a:solidFill>
                  <a:srgbClr val="001F5F"/>
                </a:solidFill>
                <a:uFill>
                  <a:solidFill>
                    <a:srgbClr val="001F5F"/>
                  </a:solidFill>
                </a:uFill>
                <a:latin typeface="Calibri"/>
                <a:cs typeface="Calibri"/>
              </a:rPr>
              <a:t>E</a:t>
            </a:r>
            <a:r>
              <a:rPr sz="3200" b="1" u="heavy" dirty="0">
                <a:solidFill>
                  <a:srgbClr val="001F5F"/>
                </a:solidFill>
                <a:uFill>
                  <a:solidFill>
                    <a:srgbClr val="001F5F"/>
                  </a:solidFill>
                </a:uFill>
                <a:latin typeface="Calibri"/>
                <a:cs typeface="Calibri"/>
              </a:rPr>
              <a:t>S	</a:t>
            </a:r>
            <a:r>
              <a:rPr sz="3200" b="1" u="heavy" spc="-5" dirty="0">
                <a:solidFill>
                  <a:srgbClr val="001F5F"/>
                </a:solidFill>
                <a:uFill>
                  <a:solidFill>
                    <a:srgbClr val="001F5F"/>
                  </a:solidFill>
                </a:uFill>
                <a:latin typeface="Calibri"/>
                <a:cs typeface="Calibri"/>
              </a:rPr>
              <a:t>WIT</a:t>
            </a:r>
            <a:r>
              <a:rPr sz="3200" b="1" u="heavy" dirty="0">
                <a:solidFill>
                  <a:srgbClr val="001F5F"/>
                </a:solidFill>
                <a:uFill>
                  <a:solidFill>
                    <a:srgbClr val="001F5F"/>
                  </a:solidFill>
                </a:uFill>
                <a:latin typeface="Calibri"/>
                <a:cs typeface="Calibri"/>
              </a:rPr>
              <a:t>H	HI</a:t>
            </a:r>
            <a:r>
              <a:rPr sz="3200" b="1" u="heavy" spc="-10" dirty="0">
                <a:solidFill>
                  <a:srgbClr val="001F5F"/>
                </a:solidFill>
                <a:uFill>
                  <a:solidFill>
                    <a:srgbClr val="001F5F"/>
                  </a:solidFill>
                </a:uFill>
                <a:latin typeface="Calibri"/>
                <a:cs typeface="Calibri"/>
              </a:rPr>
              <a:t>G</a:t>
            </a:r>
            <a:r>
              <a:rPr sz="3200" b="1" u="heavy" dirty="0">
                <a:solidFill>
                  <a:srgbClr val="001F5F"/>
                </a:solidFill>
                <a:uFill>
                  <a:solidFill>
                    <a:srgbClr val="001F5F"/>
                  </a:solidFill>
                </a:uFill>
                <a:latin typeface="Calibri"/>
                <a:cs typeface="Calibri"/>
              </a:rPr>
              <a:t>H	</a:t>
            </a:r>
            <a:r>
              <a:rPr sz="3200" b="1" u="heavy" spc="-20" dirty="0">
                <a:solidFill>
                  <a:srgbClr val="001F5F"/>
                </a:solidFill>
                <a:uFill>
                  <a:solidFill>
                    <a:srgbClr val="001F5F"/>
                  </a:solidFill>
                </a:uFill>
                <a:latin typeface="Calibri"/>
                <a:cs typeface="Calibri"/>
              </a:rPr>
              <a:t>C</a:t>
            </a:r>
            <a:r>
              <a:rPr sz="3200" b="1" u="heavy" spc="-5" dirty="0">
                <a:solidFill>
                  <a:srgbClr val="001F5F"/>
                </a:solidFill>
                <a:uFill>
                  <a:solidFill>
                    <a:srgbClr val="001F5F"/>
                  </a:solidFill>
                </a:uFill>
                <a:latin typeface="Calibri"/>
                <a:cs typeface="Calibri"/>
              </a:rPr>
              <a:t>ONTENT </a:t>
            </a:r>
            <a:r>
              <a:rPr sz="3200" b="1" spc="-5" dirty="0">
                <a:solidFill>
                  <a:srgbClr val="001F5F"/>
                </a:solidFill>
                <a:latin typeface="Calibri"/>
                <a:cs typeface="Calibri"/>
              </a:rPr>
              <a:t> </a:t>
            </a:r>
            <a:r>
              <a:rPr sz="3200" b="1" u="heavy" dirty="0">
                <a:solidFill>
                  <a:srgbClr val="001F5F"/>
                </a:solidFill>
                <a:uFill>
                  <a:solidFill>
                    <a:srgbClr val="001F5F"/>
                  </a:solidFill>
                </a:uFill>
                <a:latin typeface="Calibri"/>
                <a:cs typeface="Calibri"/>
              </a:rPr>
              <a:t>OF</a:t>
            </a:r>
            <a:r>
              <a:rPr sz="3200" b="1" u="heavy" spc="-5" dirty="0">
                <a:solidFill>
                  <a:srgbClr val="001F5F"/>
                </a:solidFill>
                <a:uFill>
                  <a:solidFill>
                    <a:srgbClr val="001F5F"/>
                  </a:solidFill>
                </a:uFill>
                <a:latin typeface="Calibri"/>
                <a:cs typeface="Calibri"/>
              </a:rPr>
              <a:t> </a:t>
            </a:r>
            <a:r>
              <a:rPr sz="3200" b="1" u="heavy" spc="-45" dirty="0">
                <a:solidFill>
                  <a:srgbClr val="001F5F"/>
                </a:solidFill>
                <a:uFill>
                  <a:solidFill>
                    <a:srgbClr val="001F5F"/>
                  </a:solidFill>
                </a:uFill>
                <a:latin typeface="Calibri"/>
                <a:cs typeface="Calibri"/>
              </a:rPr>
              <a:t>HEAVY</a:t>
            </a:r>
            <a:r>
              <a:rPr sz="3200" b="1" u="heavy" spc="-15" dirty="0">
                <a:solidFill>
                  <a:srgbClr val="001F5F"/>
                </a:solidFill>
                <a:uFill>
                  <a:solidFill>
                    <a:srgbClr val="001F5F"/>
                  </a:solidFill>
                </a:uFill>
                <a:latin typeface="Calibri"/>
                <a:cs typeface="Calibri"/>
              </a:rPr>
              <a:t> </a:t>
            </a:r>
            <a:r>
              <a:rPr sz="3200" b="1" u="heavy" spc="-40" dirty="0">
                <a:solidFill>
                  <a:srgbClr val="001F5F"/>
                </a:solidFill>
                <a:uFill>
                  <a:solidFill>
                    <a:srgbClr val="001F5F"/>
                  </a:solidFill>
                </a:uFill>
                <a:latin typeface="Calibri"/>
                <a:cs typeface="Calibri"/>
              </a:rPr>
              <a:t>METALS:</a:t>
            </a:r>
            <a:endParaRPr sz="3200" dirty="0">
              <a:latin typeface="Calibri"/>
              <a:cs typeface="Calibri"/>
            </a:endParaRPr>
          </a:p>
          <a:p>
            <a:pPr marL="12700" marR="5080" algn="just">
              <a:lnSpc>
                <a:spcPct val="100000"/>
              </a:lnSpc>
              <a:spcBef>
                <a:spcPts val="770"/>
              </a:spcBef>
            </a:pPr>
            <a:r>
              <a:rPr sz="3200" spc="-5" dirty="0">
                <a:latin typeface="Calibri"/>
                <a:cs typeface="Calibri"/>
              </a:rPr>
              <a:t>It</a:t>
            </a:r>
            <a:r>
              <a:rPr sz="3200" dirty="0">
                <a:latin typeface="Calibri"/>
                <a:cs typeface="Calibri"/>
              </a:rPr>
              <a:t> </a:t>
            </a:r>
            <a:r>
              <a:rPr sz="3200" spc="-15" dirty="0">
                <a:latin typeface="Calibri"/>
                <a:cs typeface="Calibri"/>
              </a:rPr>
              <a:t>represents</a:t>
            </a:r>
            <a:r>
              <a:rPr sz="3200" spc="695" dirty="0">
                <a:latin typeface="Calibri"/>
                <a:cs typeface="Calibri"/>
              </a:rPr>
              <a:t> </a:t>
            </a:r>
            <a:r>
              <a:rPr sz="3200" dirty="0">
                <a:latin typeface="Calibri"/>
                <a:cs typeface="Calibri"/>
              </a:rPr>
              <a:t>a</a:t>
            </a:r>
            <a:r>
              <a:rPr sz="3200" spc="5" dirty="0">
                <a:latin typeface="Calibri"/>
                <a:cs typeface="Calibri"/>
              </a:rPr>
              <a:t> </a:t>
            </a:r>
            <a:r>
              <a:rPr sz="3200" spc="-10" dirty="0">
                <a:latin typeface="Calibri"/>
                <a:cs typeface="Calibri"/>
              </a:rPr>
              <a:t>subcategory</a:t>
            </a:r>
            <a:r>
              <a:rPr sz="3200" spc="-5" dirty="0">
                <a:latin typeface="Calibri"/>
                <a:cs typeface="Calibri"/>
              </a:rPr>
              <a:t> </a:t>
            </a:r>
            <a:r>
              <a:rPr sz="3200" dirty="0">
                <a:latin typeface="Calibri"/>
                <a:cs typeface="Calibri"/>
              </a:rPr>
              <a:t>of </a:t>
            </a:r>
            <a:r>
              <a:rPr sz="3200" spc="-710" dirty="0">
                <a:latin typeface="Calibri"/>
                <a:cs typeface="Calibri"/>
              </a:rPr>
              <a:t> </a:t>
            </a:r>
            <a:r>
              <a:rPr sz="3200" spc="-15" dirty="0">
                <a:latin typeface="Calibri"/>
                <a:cs typeface="Calibri"/>
              </a:rPr>
              <a:t>hazardous </a:t>
            </a:r>
            <a:r>
              <a:rPr sz="3200" spc="-5" dirty="0">
                <a:latin typeface="Calibri"/>
                <a:cs typeface="Calibri"/>
              </a:rPr>
              <a:t>chemical </a:t>
            </a:r>
            <a:r>
              <a:rPr sz="3200" spc="-20" dirty="0">
                <a:latin typeface="Calibri"/>
                <a:cs typeface="Calibri"/>
              </a:rPr>
              <a:t>waste, </a:t>
            </a:r>
            <a:r>
              <a:rPr sz="3200" dirty="0">
                <a:latin typeface="Calibri"/>
                <a:cs typeface="Calibri"/>
              </a:rPr>
              <a:t>and </a:t>
            </a:r>
            <a:r>
              <a:rPr sz="3200" spc="-5" dirty="0">
                <a:latin typeface="Calibri"/>
                <a:cs typeface="Calibri"/>
              </a:rPr>
              <a:t>is </a:t>
            </a:r>
            <a:r>
              <a:rPr sz="3200" dirty="0">
                <a:latin typeface="Calibri"/>
                <a:cs typeface="Calibri"/>
              </a:rPr>
              <a:t> </a:t>
            </a:r>
            <a:r>
              <a:rPr sz="3200" spc="-5" dirty="0">
                <a:latin typeface="Calibri"/>
                <a:cs typeface="Calibri"/>
              </a:rPr>
              <a:t>usually</a:t>
            </a:r>
            <a:r>
              <a:rPr sz="3200" spc="30" dirty="0">
                <a:latin typeface="Calibri"/>
                <a:cs typeface="Calibri"/>
              </a:rPr>
              <a:t> </a:t>
            </a:r>
            <a:r>
              <a:rPr sz="3200" spc="-5" dirty="0">
                <a:solidFill>
                  <a:srgbClr val="FF0000"/>
                </a:solidFill>
                <a:latin typeface="Calibri"/>
                <a:cs typeface="Calibri"/>
              </a:rPr>
              <a:t>highly</a:t>
            </a:r>
            <a:r>
              <a:rPr sz="3200" spc="20" dirty="0">
                <a:solidFill>
                  <a:srgbClr val="FF0000"/>
                </a:solidFill>
                <a:latin typeface="Calibri"/>
                <a:cs typeface="Calibri"/>
              </a:rPr>
              <a:t> </a:t>
            </a:r>
            <a:r>
              <a:rPr sz="3200" spc="-20" dirty="0">
                <a:solidFill>
                  <a:srgbClr val="FF0000"/>
                </a:solidFill>
                <a:latin typeface="Calibri"/>
                <a:cs typeface="Calibri"/>
              </a:rPr>
              <a:t>toxic</a:t>
            </a:r>
            <a:r>
              <a:rPr sz="3200" spc="-20" dirty="0">
                <a:latin typeface="Calibri"/>
                <a:cs typeface="Calibri"/>
              </a:rPr>
              <a:t>.</a:t>
            </a:r>
            <a:endParaRPr sz="3200" dirty="0">
              <a:latin typeface="Calibri"/>
              <a:cs typeface="Calibri"/>
            </a:endParaRPr>
          </a:p>
          <a:p>
            <a:pPr marL="12700" algn="just">
              <a:lnSpc>
                <a:spcPct val="100000"/>
              </a:lnSpc>
              <a:spcBef>
                <a:spcPts val="770"/>
              </a:spcBef>
            </a:pPr>
            <a:r>
              <a:rPr sz="3200" spc="-5" dirty="0">
                <a:latin typeface="Calibri"/>
                <a:cs typeface="Calibri"/>
              </a:rPr>
              <a:t>It</a:t>
            </a:r>
            <a:r>
              <a:rPr sz="3200" spc="-20" dirty="0">
                <a:latin typeface="Calibri"/>
                <a:cs typeface="Calibri"/>
              </a:rPr>
              <a:t> </a:t>
            </a:r>
            <a:r>
              <a:rPr sz="3200" spc="-5" dirty="0">
                <a:latin typeface="Calibri"/>
                <a:cs typeface="Calibri"/>
              </a:rPr>
              <a:t>includes</a:t>
            </a:r>
            <a:endParaRPr sz="3200" dirty="0">
              <a:latin typeface="Calibri"/>
              <a:cs typeface="Calibri"/>
            </a:endParaRPr>
          </a:p>
          <a:p>
            <a:pPr marL="332740" indent="-320675">
              <a:lnSpc>
                <a:spcPct val="100000"/>
              </a:lnSpc>
              <a:spcBef>
                <a:spcPts val="765"/>
              </a:spcBef>
              <a:buSzPct val="96875"/>
              <a:buFont typeface="Wingdings"/>
              <a:buChar char=""/>
              <a:tabLst>
                <a:tab pos="333375" algn="l"/>
              </a:tabLst>
            </a:pPr>
            <a:r>
              <a:rPr sz="3200" spc="-15" dirty="0">
                <a:solidFill>
                  <a:srgbClr val="FF0000"/>
                </a:solidFill>
                <a:latin typeface="Calibri"/>
                <a:cs typeface="Calibri"/>
              </a:rPr>
              <a:t>Batteries,</a:t>
            </a:r>
            <a:endParaRPr sz="3200" dirty="0">
              <a:latin typeface="Calibri"/>
              <a:cs typeface="Calibri"/>
            </a:endParaRPr>
          </a:p>
          <a:p>
            <a:pPr marL="332740" indent="-320675">
              <a:lnSpc>
                <a:spcPct val="100000"/>
              </a:lnSpc>
              <a:spcBef>
                <a:spcPts val="770"/>
              </a:spcBef>
              <a:buSzPct val="96875"/>
              <a:buFont typeface="Wingdings"/>
              <a:buChar char=""/>
              <a:tabLst>
                <a:tab pos="333375" algn="l"/>
              </a:tabLst>
            </a:pPr>
            <a:r>
              <a:rPr sz="3200" spc="-30" dirty="0">
                <a:solidFill>
                  <a:srgbClr val="FF0000"/>
                </a:solidFill>
                <a:latin typeface="Calibri"/>
                <a:cs typeface="Calibri"/>
              </a:rPr>
              <a:t>Broken</a:t>
            </a:r>
            <a:r>
              <a:rPr sz="3200" spc="-40" dirty="0">
                <a:solidFill>
                  <a:srgbClr val="FF0000"/>
                </a:solidFill>
                <a:latin typeface="Calibri"/>
                <a:cs typeface="Calibri"/>
              </a:rPr>
              <a:t> </a:t>
            </a:r>
            <a:r>
              <a:rPr sz="3200" spc="-30" dirty="0">
                <a:solidFill>
                  <a:srgbClr val="FF0000"/>
                </a:solidFill>
                <a:latin typeface="Calibri"/>
                <a:cs typeface="Calibri"/>
              </a:rPr>
              <a:t>thermometer,</a:t>
            </a:r>
            <a:endParaRPr sz="3200" dirty="0">
              <a:latin typeface="Calibri"/>
              <a:cs typeface="Calibri"/>
            </a:endParaRPr>
          </a:p>
          <a:p>
            <a:pPr marL="332740" indent="-320675">
              <a:lnSpc>
                <a:spcPct val="100000"/>
              </a:lnSpc>
              <a:spcBef>
                <a:spcPts val="770"/>
              </a:spcBef>
              <a:buSzPct val="96875"/>
              <a:buFont typeface="Wingdings"/>
              <a:buChar char=""/>
              <a:tabLst>
                <a:tab pos="333375" algn="l"/>
              </a:tabLst>
            </a:pPr>
            <a:r>
              <a:rPr sz="3200" spc="-10" dirty="0">
                <a:solidFill>
                  <a:srgbClr val="FF0000"/>
                </a:solidFill>
                <a:latin typeface="Calibri"/>
                <a:cs typeface="Calibri"/>
              </a:rPr>
              <a:t>Blood-pressure</a:t>
            </a:r>
            <a:r>
              <a:rPr sz="3200" spc="-35" dirty="0">
                <a:solidFill>
                  <a:srgbClr val="FF0000"/>
                </a:solidFill>
                <a:latin typeface="Calibri"/>
                <a:cs typeface="Calibri"/>
              </a:rPr>
              <a:t> </a:t>
            </a:r>
            <a:r>
              <a:rPr sz="3200" spc="-15" dirty="0">
                <a:solidFill>
                  <a:srgbClr val="FF0000"/>
                </a:solidFill>
                <a:latin typeface="Calibri"/>
                <a:cs typeface="Calibri"/>
              </a:rPr>
              <a:t>gauges</a:t>
            </a:r>
            <a:r>
              <a:rPr sz="3200" spc="-15" dirty="0">
                <a:latin typeface="Calibri"/>
                <a:cs typeface="Calibri"/>
              </a:rPr>
              <a:t>.</a:t>
            </a:r>
            <a:endParaRPr sz="3200" dirty="0">
              <a:latin typeface="Calibri"/>
              <a:cs typeface="Calibri"/>
            </a:endParaRPr>
          </a:p>
        </p:txBody>
      </p:sp>
      <p:grpSp>
        <p:nvGrpSpPr>
          <p:cNvPr id="18" name="object 16"/>
          <p:cNvGrpSpPr/>
          <p:nvPr/>
        </p:nvGrpSpPr>
        <p:grpSpPr>
          <a:xfrm>
            <a:off x="5943600" y="1752600"/>
            <a:ext cx="2961640" cy="4738370"/>
            <a:chOff x="5943600" y="1752600"/>
            <a:chExt cx="2961640" cy="4738370"/>
          </a:xfrm>
        </p:grpSpPr>
        <p:pic>
          <p:nvPicPr>
            <p:cNvPr id="19" name="object 17"/>
            <p:cNvPicPr/>
            <p:nvPr/>
          </p:nvPicPr>
          <p:blipFill>
            <a:blip r:embed="rId12" cstate="print"/>
            <a:stretch>
              <a:fillRect/>
            </a:stretch>
          </p:blipFill>
          <p:spPr>
            <a:xfrm>
              <a:off x="5943600" y="1752600"/>
              <a:ext cx="2961131" cy="2133600"/>
            </a:xfrm>
            <a:prstGeom prst="rect">
              <a:avLst/>
            </a:prstGeom>
          </p:spPr>
        </p:pic>
        <p:pic>
          <p:nvPicPr>
            <p:cNvPr id="20" name="object 18"/>
            <p:cNvPicPr/>
            <p:nvPr/>
          </p:nvPicPr>
          <p:blipFill>
            <a:blip r:embed="rId13" cstate="print"/>
            <a:stretch>
              <a:fillRect/>
            </a:stretch>
          </p:blipFill>
          <p:spPr>
            <a:xfrm>
              <a:off x="6190488" y="3851148"/>
              <a:ext cx="2467356" cy="1482852"/>
            </a:xfrm>
            <a:prstGeom prst="rect">
              <a:avLst/>
            </a:prstGeom>
          </p:spPr>
        </p:pic>
        <p:pic>
          <p:nvPicPr>
            <p:cNvPr id="21" name="object 19"/>
            <p:cNvPicPr/>
            <p:nvPr/>
          </p:nvPicPr>
          <p:blipFill>
            <a:blip r:embed="rId14" cstate="print"/>
            <a:stretch>
              <a:fillRect/>
            </a:stretch>
          </p:blipFill>
          <p:spPr>
            <a:xfrm>
              <a:off x="6309359" y="5312664"/>
              <a:ext cx="2375916" cy="1178052"/>
            </a:xfrm>
            <a:prstGeom prst="rect">
              <a:avLst/>
            </a:prstGeom>
          </p:spPr>
        </p:pic>
      </p:grpSp>
    </p:spTree>
    <p:extLst>
      <p:ext uri="{BB962C8B-B14F-4D97-AF65-F5344CB8AC3E}">
        <p14:creationId xmlns:p14="http://schemas.microsoft.com/office/powerpoint/2010/main" val="2088731535"/>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object 4"/>
          <p:cNvGrpSpPr/>
          <p:nvPr/>
        </p:nvGrpSpPr>
        <p:grpSpPr>
          <a:xfrm>
            <a:off x="0" y="603503"/>
            <a:ext cx="5495925" cy="899160"/>
            <a:chOff x="0" y="603503"/>
            <a:chExt cx="5495925" cy="899160"/>
          </a:xfrm>
        </p:grpSpPr>
        <p:pic>
          <p:nvPicPr>
            <p:cNvPr id="7" name="object 5"/>
            <p:cNvPicPr/>
            <p:nvPr/>
          </p:nvPicPr>
          <p:blipFill>
            <a:blip r:embed="rId2" cstate="print"/>
            <a:stretch>
              <a:fillRect/>
            </a:stretch>
          </p:blipFill>
          <p:spPr>
            <a:xfrm>
              <a:off x="0" y="603503"/>
              <a:ext cx="655319" cy="899160"/>
            </a:xfrm>
            <a:prstGeom prst="rect">
              <a:avLst/>
            </a:prstGeom>
          </p:spPr>
        </p:pic>
        <p:pic>
          <p:nvPicPr>
            <p:cNvPr id="8" name="object 6"/>
            <p:cNvPicPr/>
            <p:nvPr/>
          </p:nvPicPr>
          <p:blipFill>
            <a:blip r:embed="rId3" cstate="print"/>
            <a:stretch>
              <a:fillRect/>
            </a:stretch>
          </p:blipFill>
          <p:spPr>
            <a:xfrm>
              <a:off x="121920" y="603503"/>
              <a:ext cx="641604" cy="899160"/>
            </a:xfrm>
            <a:prstGeom prst="rect">
              <a:avLst/>
            </a:prstGeom>
          </p:spPr>
        </p:pic>
        <p:pic>
          <p:nvPicPr>
            <p:cNvPr id="9" name="object 7"/>
            <p:cNvPicPr/>
            <p:nvPr/>
          </p:nvPicPr>
          <p:blipFill>
            <a:blip r:embed="rId4" cstate="print"/>
            <a:stretch>
              <a:fillRect/>
            </a:stretch>
          </p:blipFill>
          <p:spPr>
            <a:xfrm>
              <a:off x="323088" y="603503"/>
              <a:ext cx="2807207" cy="899160"/>
            </a:xfrm>
            <a:prstGeom prst="rect">
              <a:avLst/>
            </a:prstGeom>
          </p:spPr>
        </p:pic>
        <p:pic>
          <p:nvPicPr>
            <p:cNvPr id="10" name="object 8"/>
            <p:cNvPicPr/>
            <p:nvPr/>
          </p:nvPicPr>
          <p:blipFill>
            <a:blip r:embed="rId5" cstate="print"/>
            <a:stretch>
              <a:fillRect/>
            </a:stretch>
          </p:blipFill>
          <p:spPr>
            <a:xfrm>
              <a:off x="566927" y="1150619"/>
              <a:ext cx="4572000" cy="71627"/>
            </a:xfrm>
            <a:prstGeom prst="rect">
              <a:avLst/>
            </a:prstGeom>
          </p:spPr>
        </p:pic>
        <p:pic>
          <p:nvPicPr>
            <p:cNvPr id="11" name="object 9"/>
            <p:cNvPicPr/>
            <p:nvPr/>
          </p:nvPicPr>
          <p:blipFill>
            <a:blip r:embed="rId6" cstate="print"/>
            <a:stretch>
              <a:fillRect/>
            </a:stretch>
          </p:blipFill>
          <p:spPr>
            <a:xfrm>
              <a:off x="2686811" y="603503"/>
              <a:ext cx="2695955" cy="899160"/>
            </a:xfrm>
            <a:prstGeom prst="rect">
              <a:avLst/>
            </a:prstGeom>
          </p:spPr>
        </p:pic>
        <p:pic>
          <p:nvPicPr>
            <p:cNvPr id="12" name="object 10"/>
            <p:cNvPicPr/>
            <p:nvPr/>
          </p:nvPicPr>
          <p:blipFill>
            <a:blip r:embed="rId7" cstate="print"/>
            <a:stretch>
              <a:fillRect/>
            </a:stretch>
          </p:blipFill>
          <p:spPr>
            <a:xfrm>
              <a:off x="4849367" y="603503"/>
              <a:ext cx="646176" cy="899160"/>
            </a:xfrm>
            <a:prstGeom prst="rect">
              <a:avLst/>
            </a:prstGeom>
          </p:spPr>
        </p:pic>
      </p:grpSp>
      <p:sp>
        <p:nvSpPr>
          <p:cNvPr id="13" name="object 11"/>
          <p:cNvSpPr txBox="1"/>
          <p:nvPr/>
        </p:nvSpPr>
        <p:spPr>
          <a:xfrm>
            <a:off x="154939" y="596239"/>
            <a:ext cx="6015990" cy="6073775"/>
          </a:xfrm>
          <a:prstGeom prst="rect">
            <a:avLst/>
          </a:prstGeom>
        </p:spPr>
        <p:txBody>
          <a:bodyPr vert="horz" wrap="square" lIns="0" tIns="109855" rIns="0" bIns="0" rtlCol="0">
            <a:spAutoFit/>
          </a:bodyPr>
          <a:lstStyle/>
          <a:p>
            <a:pPr marL="12700">
              <a:lnSpc>
                <a:spcPct val="100000"/>
              </a:lnSpc>
              <a:spcBef>
                <a:spcPts val="865"/>
              </a:spcBef>
            </a:pPr>
            <a:r>
              <a:rPr sz="3200" b="1" spc="-5" dirty="0">
                <a:solidFill>
                  <a:srgbClr val="001F5F"/>
                </a:solidFill>
                <a:latin typeface="Calibri"/>
                <a:cs typeface="Calibri"/>
              </a:rPr>
              <a:t>8.</a:t>
            </a:r>
            <a:r>
              <a:rPr sz="3200" b="1" spc="-20" dirty="0">
                <a:solidFill>
                  <a:srgbClr val="001F5F"/>
                </a:solidFill>
                <a:latin typeface="Calibri"/>
                <a:cs typeface="Calibri"/>
              </a:rPr>
              <a:t> </a:t>
            </a:r>
            <a:r>
              <a:rPr sz="3200" b="1" u="heavy" spc="-5" dirty="0">
                <a:solidFill>
                  <a:srgbClr val="001F5F"/>
                </a:solidFill>
                <a:uFill>
                  <a:solidFill>
                    <a:srgbClr val="001F5F"/>
                  </a:solidFill>
                </a:uFill>
                <a:latin typeface="Calibri"/>
                <a:cs typeface="Calibri"/>
              </a:rPr>
              <a:t>PRESSURIZED</a:t>
            </a:r>
            <a:r>
              <a:rPr sz="3200" b="1" u="heavy" spc="-45" dirty="0">
                <a:solidFill>
                  <a:srgbClr val="001F5F"/>
                </a:solidFill>
                <a:uFill>
                  <a:solidFill>
                    <a:srgbClr val="001F5F"/>
                  </a:solidFill>
                </a:uFill>
                <a:latin typeface="Calibri"/>
                <a:cs typeface="Calibri"/>
              </a:rPr>
              <a:t> </a:t>
            </a:r>
            <a:r>
              <a:rPr sz="3200" b="1" u="heavy" spc="-30" dirty="0">
                <a:solidFill>
                  <a:srgbClr val="001F5F"/>
                </a:solidFill>
                <a:uFill>
                  <a:solidFill>
                    <a:srgbClr val="001F5F"/>
                  </a:solidFill>
                </a:uFill>
                <a:latin typeface="Calibri"/>
                <a:cs typeface="Calibri"/>
              </a:rPr>
              <a:t>CONTAINERS</a:t>
            </a:r>
            <a:r>
              <a:rPr sz="3200" b="1" spc="-30" dirty="0">
                <a:solidFill>
                  <a:srgbClr val="001F5F"/>
                </a:solidFill>
                <a:latin typeface="Calibri"/>
                <a:cs typeface="Calibri"/>
              </a:rPr>
              <a:t>:</a:t>
            </a:r>
            <a:endParaRPr sz="3200" dirty="0">
              <a:latin typeface="Calibri"/>
              <a:cs typeface="Calibri"/>
            </a:endParaRPr>
          </a:p>
          <a:p>
            <a:pPr marL="12700" marR="5080" algn="just">
              <a:lnSpc>
                <a:spcPct val="100000"/>
              </a:lnSpc>
              <a:spcBef>
                <a:spcPts val="770"/>
              </a:spcBef>
            </a:pPr>
            <a:r>
              <a:rPr sz="3200" spc="-15" dirty="0">
                <a:latin typeface="Calibri"/>
                <a:cs typeface="Calibri"/>
              </a:rPr>
              <a:t>Many</a:t>
            </a:r>
            <a:r>
              <a:rPr sz="3200" spc="695" dirty="0">
                <a:latin typeface="Calibri"/>
                <a:cs typeface="Calibri"/>
              </a:rPr>
              <a:t> </a:t>
            </a:r>
            <a:r>
              <a:rPr sz="3200" dirty="0">
                <a:latin typeface="Calibri"/>
                <a:cs typeface="Calibri"/>
              </a:rPr>
              <a:t>types</a:t>
            </a:r>
            <a:r>
              <a:rPr sz="3200" spc="5" dirty="0">
                <a:latin typeface="Calibri"/>
                <a:cs typeface="Calibri"/>
              </a:rPr>
              <a:t> </a:t>
            </a:r>
            <a:r>
              <a:rPr sz="3200" dirty="0">
                <a:latin typeface="Calibri"/>
                <a:cs typeface="Calibri"/>
              </a:rPr>
              <a:t>of</a:t>
            </a:r>
            <a:r>
              <a:rPr sz="3200" spc="5" dirty="0">
                <a:latin typeface="Calibri"/>
                <a:cs typeface="Calibri"/>
              </a:rPr>
              <a:t> </a:t>
            </a:r>
            <a:r>
              <a:rPr sz="3200" spc="-20" dirty="0">
                <a:latin typeface="Calibri"/>
                <a:cs typeface="Calibri"/>
              </a:rPr>
              <a:t>gas</a:t>
            </a:r>
            <a:r>
              <a:rPr sz="3200" spc="-15" dirty="0">
                <a:latin typeface="Calibri"/>
                <a:cs typeface="Calibri"/>
              </a:rPr>
              <a:t> are</a:t>
            </a:r>
            <a:r>
              <a:rPr sz="3200" spc="695" dirty="0">
                <a:latin typeface="Calibri"/>
                <a:cs typeface="Calibri"/>
              </a:rPr>
              <a:t> </a:t>
            </a:r>
            <a:r>
              <a:rPr sz="3200" spc="-5" dirty="0">
                <a:latin typeface="Calibri"/>
                <a:cs typeface="Calibri"/>
              </a:rPr>
              <a:t>used</a:t>
            </a:r>
            <a:r>
              <a:rPr sz="3200" dirty="0">
                <a:latin typeface="Calibri"/>
                <a:cs typeface="Calibri"/>
              </a:rPr>
              <a:t> </a:t>
            </a:r>
            <a:r>
              <a:rPr sz="3200" spc="5" dirty="0">
                <a:latin typeface="Calibri"/>
                <a:cs typeface="Calibri"/>
              </a:rPr>
              <a:t>in </a:t>
            </a:r>
            <a:r>
              <a:rPr sz="3200" spc="-710" dirty="0">
                <a:latin typeface="Calibri"/>
                <a:cs typeface="Calibri"/>
              </a:rPr>
              <a:t> </a:t>
            </a:r>
            <a:r>
              <a:rPr sz="3200" spc="-5" dirty="0">
                <a:latin typeface="Calibri"/>
                <a:cs typeface="Calibri"/>
              </a:rPr>
              <a:t>health </a:t>
            </a:r>
            <a:r>
              <a:rPr sz="3200" spc="-15" dirty="0">
                <a:latin typeface="Calibri"/>
                <a:cs typeface="Calibri"/>
              </a:rPr>
              <a:t>care, </a:t>
            </a:r>
            <a:r>
              <a:rPr sz="3200" dirty="0">
                <a:latin typeface="Calibri"/>
                <a:cs typeface="Calibri"/>
              </a:rPr>
              <a:t>and </a:t>
            </a:r>
            <a:r>
              <a:rPr sz="3200" spc="-15" dirty="0">
                <a:latin typeface="Calibri"/>
                <a:cs typeface="Calibri"/>
              </a:rPr>
              <a:t>are </a:t>
            </a:r>
            <a:r>
              <a:rPr sz="3200" spc="-10" dirty="0">
                <a:latin typeface="Calibri"/>
                <a:cs typeface="Calibri"/>
              </a:rPr>
              <a:t>often </a:t>
            </a:r>
            <a:r>
              <a:rPr sz="3200" spc="-20" dirty="0">
                <a:latin typeface="Calibri"/>
                <a:cs typeface="Calibri"/>
              </a:rPr>
              <a:t>stored </a:t>
            </a:r>
            <a:r>
              <a:rPr sz="3200" spc="-5" dirty="0">
                <a:latin typeface="Calibri"/>
                <a:cs typeface="Calibri"/>
              </a:rPr>
              <a:t>in </a:t>
            </a:r>
            <a:r>
              <a:rPr sz="3200" dirty="0">
                <a:latin typeface="Calibri"/>
                <a:cs typeface="Calibri"/>
              </a:rPr>
              <a:t> </a:t>
            </a:r>
            <a:r>
              <a:rPr sz="3200" spc="-15" dirty="0">
                <a:solidFill>
                  <a:srgbClr val="C00000"/>
                </a:solidFill>
                <a:latin typeface="Calibri"/>
                <a:cs typeface="Calibri"/>
              </a:rPr>
              <a:t>pressurized</a:t>
            </a:r>
            <a:r>
              <a:rPr sz="3200" spc="-10" dirty="0">
                <a:solidFill>
                  <a:srgbClr val="C00000"/>
                </a:solidFill>
                <a:latin typeface="Calibri"/>
                <a:cs typeface="Calibri"/>
              </a:rPr>
              <a:t> cylinders,</a:t>
            </a:r>
            <a:r>
              <a:rPr sz="3200" spc="705" dirty="0">
                <a:solidFill>
                  <a:srgbClr val="C00000"/>
                </a:solidFill>
                <a:latin typeface="Calibri"/>
                <a:cs typeface="Calibri"/>
              </a:rPr>
              <a:t> </a:t>
            </a:r>
            <a:r>
              <a:rPr sz="3200" spc="-5" dirty="0">
                <a:solidFill>
                  <a:srgbClr val="C00000"/>
                </a:solidFill>
                <a:latin typeface="Calibri"/>
                <a:cs typeface="Calibri"/>
              </a:rPr>
              <a:t>cartridges, </a:t>
            </a:r>
            <a:r>
              <a:rPr sz="3200" spc="-710" dirty="0">
                <a:solidFill>
                  <a:srgbClr val="C00000"/>
                </a:solidFill>
                <a:latin typeface="Calibri"/>
                <a:cs typeface="Calibri"/>
              </a:rPr>
              <a:t> </a:t>
            </a:r>
            <a:r>
              <a:rPr sz="3200" dirty="0">
                <a:solidFill>
                  <a:srgbClr val="C00000"/>
                </a:solidFill>
                <a:latin typeface="Calibri"/>
                <a:cs typeface="Calibri"/>
              </a:rPr>
              <a:t>and</a:t>
            </a:r>
            <a:r>
              <a:rPr sz="3200" spc="10" dirty="0">
                <a:solidFill>
                  <a:srgbClr val="C00000"/>
                </a:solidFill>
                <a:latin typeface="Calibri"/>
                <a:cs typeface="Calibri"/>
              </a:rPr>
              <a:t> </a:t>
            </a:r>
            <a:r>
              <a:rPr sz="3200" spc="-10" dirty="0">
                <a:solidFill>
                  <a:srgbClr val="C00000"/>
                </a:solidFill>
                <a:latin typeface="Calibri"/>
                <a:cs typeface="Calibri"/>
              </a:rPr>
              <a:t>aerosol</a:t>
            </a:r>
            <a:r>
              <a:rPr sz="3200" spc="-20" dirty="0">
                <a:solidFill>
                  <a:srgbClr val="C00000"/>
                </a:solidFill>
                <a:latin typeface="Calibri"/>
                <a:cs typeface="Calibri"/>
              </a:rPr>
              <a:t> </a:t>
            </a:r>
            <a:r>
              <a:rPr sz="3200" spc="-10" dirty="0">
                <a:solidFill>
                  <a:srgbClr val="C00000"/>
                </a:solidFill>
                <a:latin typeface="Calibri"/>
                <a:cs typeface="Calibri"/>
              </a:rPr>
              <a:t>cans</a:t>
            </a:r>
            <a:r>
              <a:rPr sz="3200" spc="-10" dirty="0">
                <a:latin typeface="Calibri"/>
                <a:cs typeface="Calibri"/>
              </a:rPr>
              <a:t>.</a:t>
            </a:r>
            <a:endParaRPr sz="3200" dirty="0">
              <a:latin typeface="Calibri"/>
              <a:cs typeface="Calibri"/>
            </a:endParaRPr>
          </a:p>
          <a:p>
            <a:pPr marL="12700" marR="10160" algn="just">
              <a:lnSpc>
                <a:spcPct val="100000"/>
              </a:lnSpc>
              <a:spcBef>
                <a:spcPts val="770"/>
              </a:spcBef>
            </a:pPr>
            <a:r>
              <a:rPr sz="3200" spc="-10" dirty="0">
                <a:latin typeface="Calibri"/>
                <a:cs typeface="Calibri"/>
              </a:rPr>
              <a:t>Most </a:t>
            </a:r>
            <a:r>
              <a:rPr sz="3200" spc="-5" dirty="0">
                <a:latin typeface="Calibri"/>
                <a:cs typeface="Calibri"/>
              </a:rPr>
              <a:t>common </a:t>
            </a:r>
            <a:r>
              <a:rPr sz="3200" spc="-10" dirty="0">
                <a:latin typeface="Calibri"/>
                <a:cs typeface="Calibri"/>
              </a:rPr>
              <a:t>gases </a:t>
            </a:r>
            <a:r>
              <a:rPr sz="3200" spc="-5" dirty="0">
                <a:latin typeface="Calibri"/>
                <a:cs typeface="Calibri"/>
              </a:rPr>
              <a:t>used in health </a:t>
            </a:r>
            <a:r>
              <a:rPr sz="3200" dirty="0">
                <a:latin typeface="Calibri"/>
                <a:cs typeface="Calibri"/>
              </a:rPr>
              <a:t> </a:t>
            </a:r>
            <a:r>
              <a:rPr sz="3200" spc="-15" dirty="0">
                <a:latin typeface="Calibri"/>
                <a:cs typeface="Calibri"/>
              </a:rPr>
              <a:t>care</a:t>
            </a:r>
            <a:r>
              <a:rPr sz="3200" spc="-30" dirty="0">
                <a:latin typeface="Calibri"/>
                <a:cs typeface="Calibri"/>
              </a:rPr>
              <a:t> </a:t>
            </a:r>
            <a:r>
              <a:rPr sz="3200" spc="-5" dirty="0">
                <a:latin typeface="Calibri"/>
                <a:cs typeface="Calibri"/>
              </a:rPr>
              <a:t>includes:</a:t>
            </a:r>
            <a:endParaRPr sz="3200" dirty="0">
              <a:latin typeface="Calibri"/>
              <a:cs typeface="Calibri"/>
            </a:endParaRPr>
          </a:p>
          <a:p>
            <a:pPr marL="355600" indent="-342900">
              <a:lnSpc>
                <a:spcPct val="100000"/>
              </a:lnSpc>
              <a:spcBef>
                <a:spcPts val="770"/>
              </a:spcBef>
              <a:buFont typeface="Wingdings"/>
              <a:buChar char=""/>
              <a:tabLst>
                <a:tab pos="355600" algn="l"/>
              </a:tabLst>
            </a:pPr>
            <a:r>
              <a:rPr sz="3200" b="1" spc="-10" dirty="0">
                <a:latin typeface="Calibri"/>
                <a:cs typeface="Calibri"/>
              </a:rPr>
              <a:t>Anesthetic</a:t>
            </a:r>
            <a:r>
              <a:rPr sz="3200" b="1" spc="-40" dirty="0">
                <a:latin typeface="Calibri"/>
                <a:cs typeface="Calibri"/>
              </a:rPr>
              <a:t> </a:t>
            </a:r>
            <a:r>
              <a:rPr sz="3200" b="1" spc="-10" dirty="0">
                <a:latin typeface="Calibri"/>
                <a:cs typeface="Calibri"/>
              </a:rPr>
              <a:t>gases</a:t>
            </a:r>
            <a:endParaRPr sz="3200" dirty="0">
              <a:latin typeface="Calibri"/>
              <a:cs typeface="Calibri"/>
            </a:endParaRPr>
          </a:p>
          <a:p>
            <a:pPr marL="355600" indent="-342900">
              <a:lnSpc>
                <a:spcPct val="100000"/>
              </a:lnSpc>
              <a:spcBef>
                <a:spcPts val="770"/>
              </a:spcBef>
              <a:buFont typeface="Wingdings"/>
              <a:buChar char=""/>
              <a:tabLst>
                <a:tab pos="355600" algn="l"/>
              </a:tabLst>
            </a:pPr>
            <a:r>
              <a:rPr sz="3200" b="1" spc="-15" dirty="0">
                <a:latin typeface="Calibri"/>
                <a:cs typeface="Calibri"/>
              </a:rPr>
              <a:t>Ethylene</a:t>
            </a:r>
            <a:r>
              <a:rPr sz="3200" b="1" spc="-45" dirty="0">
                <a:latin typeface="Calibri"/>
                <a:cs typeface="Calibri"/>
              </a:rPr>
              <a:t> </a:t>
            </a:r>
            <a:r>
              <a:rPr sz="3200" b="1" spc="-15" dirty="0">
                <a:latin typeface="Calibri"/>
                <a:cs typeface="Calibri"/>
              </a:rPr>
              <a:t>oxide</a:t>
            </a:r>
            <a:endParaRPr sz="3200" dirty="0">
              <a:latin typeface="Calibri"/>
              <a:cs typeface="Calibri"/>
            </a:endParaRPr>
          </a:p>
          <a:p>
            <a:pPr marL="355600" indent="-342900">
              <a:lnSpc>
                <a:spcPct val="100000"/>
              </a:lnSpc>
              <a:spcBef>
                <a:spcPts val="770"/>
              </a:spcBef>
              <a:buFont typeface="Wingdings"/>
              <a:buChar char=""/>
              <a:tabLst>
                <a:tab pos="355600" algn="l"/>
              </a:tabLst>
            </a:pPr>
            <a:r>
              <a:rPr sz="3200" b="1" spc="-20" dirty="0">
                <a:latin typeface="Calibri"/>
                <a:cs typeface="Calibri"/>
              </a:rPr>
              <a:t>Oxygen</a:t>
            </a:r>
            <a:endParaRPr sz="3200" dirty="0">
              <a:latin typeface="Calibri"/>
              <a:cs typeface="Calibri"/>
            </a:endParaRPr>
          </a:p>
          <a:p>
            <a:pPr marL="355600" indent="-342900">
              <a:lnSpc>
                <a:spcPct val="100000"/>
              </a:lnSpc>
              <a:spcBef>
                <a:spcPts val="765"/>
              </a:spcBef>
              <a:buFont typeface="Wingdings"/>
              <a:buChar char=""/>
              <a:tabLst>
                <a:tab pos="355600" algn="l"/>
              </a:tabLst>
            </a:pPr>
            <a:r>
              <a:rPr sz="3200" b="1" spc="-10" dirty="0">
                <a:latin typeface="Calibri"/>
                <a:cs typeface="Calibri"/>
              </a:rPr>
              <a:t>Compressed</a:t>
            </a:r>
            <a:r>
              <a:rPr sz="3200" b="1" spc="-40" dirty="0">
                <a:latin typeface="Calibri"/>
                <a:cs typeface="Calibri"/>
              </a:rPr>
              <a:t> </a:t>
            </a:r>
            <a:r>
              <a:rPr sz="3200" b="1" dirty="0">
                <a:latin typeface="Calibri"/>
                <a:cs typeface="Calibri"/>
              </a:rPr>
              <a:t>air</a:t>
            </a:r>
            <a:endParaRPr sz="3200" dirty="0">
              <a:latin typeface="Calibri"/>
              <a:cs typeface="Calibri"/>
            </a:endParaRPr>
          </a:p>
        </p:txBody>
      </p:sp>
      <p:pic>
        <p:nvPicPr>
          <p:cNvPr id="14" name="object 12"/>
          <p:cNvPicPr/>
          <p:nvPr/>
        </p:nvPicPr>
        <p:blipFill>
          <a:blip r:embed="rId8" cstate="print"/>
          <a:stretch>
            <a:fillRect/>
          </a:stretch>
        </p:blipFill>
        <p:spPr>
          <a:xfrm>
            <a:off x="6310884" y="1828800"/>
            <a:ext cx="2833115" cy="5029198"/>
          </a:xfrm>
          <a:prstGeom prst="rect">
            <a:avLst/>
          </a:prstGeom>
        </p:spPr>
      </p:pic>
      <p:pic>
        <p:nvPicPr>
          <p:cNvPr id="15" name="object 13"/>
          <p:cNvPicPr/>
          <p:nvPr/>
        </p:nvPicPr>
        <p:blipFill>
          <a:blip r:embed="rId9" cstate="print"/>
          <a:stretch>
            <a:fillRect/>
          </a:stretch>
        </p:blipFill>
        <p:spPr>
          <a:xfrm>
            <a:off x="4038600" y="4495800"/>
            <a:ext cx="2209800" cy="2157984"/>
          </a:xfrm>
          <a:prstGeom prst="rect">
            <a:avLst/>
          </a:prstGeom>
        </p:spPr>
      </p:pic>
    </p:spTree>
    <p:extLst>
      <p:ext uri="{BB962C8B-B14F-4D97-AF65-F5344CB8AC3E}">
        <p14:creationId xmlns:p14="http://schemas.microsoft.com/office/powerpoint/2010/main" val="4121100070"/>
      </p:ext>
    </p:extLst>
  </p:cSld>
  <p:clrMapOvr>
    <a:masterClrMapping/>
  </p:clrMapOvr>
  <p:transition spd="slow">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111" y="0"/>
            <a:ext cx="7013269" cy="793760"/>
          </a:xfrm>
          <a:solidFill>
            <a:srgbClr val="002060"/>
          </a:solidFill>
        </p:spPr>
        <p:txBody>
          <a:bodyPr>
            <a:noAutofit/>
          </a:bodyPr>
          <a:lstStyle/>
          <a:p>
            <a:r>
              <a:rPr lang="en-US" sz="2400" b="1" u="heavy" spc="-10" dirty="0" err="1" smtClean="0">
                <a:solidFill>
                  <a:schemeClr val="bg1"/>
                </a:solidFill>
                <a:uFill>
                  <a:solidFill>
                    <a:srgbClr val="000000"/>
                  </a:solidFill>
                </a:uFill>
                <a:latin typeface="Algerian" panose="04020705040A02060702" pitchFamily="82" charset="0"/>
                <a:cs typeface="Calibri"/>
              </a:rPr>
              <a:t>Colour</a:t>
            </a:r>
            <a:r>
              <a:rPr lang="en-US" sz="2400" b="1" u="heavy" spc="-10" dirty="0" smtClean="0">
                <a:solidFill>
                  <a:schemeClr val="bg1"/>
                </a:solidFill>
                <a:uFill>
                  <a:solidFill>
                    <a:srgbClr val="000000"/>
                  </a:solidFill>
                </a:uFill>
                <a:latin typeface="Algerian" panose="04020705040A02060702" pitchFamily="82" charset="0"/>
                <a:cs typeface="Calibri"/>
              </a:rPr>
              <a:t> Coding &amp; Methods</a:t>
            </a:r>
            <a:r>
              <a:rPr lang="en-US" sz="2400" b="1" u="heavy" spc="15" dirty="0" smtClean="0">
                <a:solidFill>
                  <a:schemeClr val="bg1"/>
                </a:solidFill>
                <a:uFill>
                  <a:solidFill>
                    <a:srgbClr val="000000"/>
                  </a:solidFill>
                </a:uFill>
                <a:latin typeface="Algerian" panose="04020705040A02060702" pitchFamily="82" charset="0"/>
                <a:cs typeface="Calibri"/>
              </a:rPr>
              <a:t> </a:t>
            </a:r>
            <a:r>
              <a:rPr lang="en-US" sz="2400" b="1" u="heavy" spc="-5" dirty="0" smtClean="0">
                <a:solidFill>
                  <a:schemeClr val="bg1"/>
                </a:solidFill>
                <a:uFill>
                  <a:solidFill>
                    <a:srgbClr val="000000"/>
                  </a:solidFill>
                </a:uFill>
                <a:latin typeface="Algerian" panose="04020705040A02060702" pitchFamily="82" charset="0"/>
                <a:cs typeface="Calibri"/>
              </a:rPr>
              <a:t>of</a:t>
            </a:r>
            <a:r>
              <a:rPr lang="en-US" sz="2400" b="1" u="heavy" dirty="0" smtClean="0">
                <a:solidFill>
                  <a:schemeClr val="bg1"/>
                </a:solidFill>
                <a:uFill>
                  <a:solidFill>
                    <a:srgbClr val="000000"/>
                  </a:solidFill>
                </a:uFill>
                <a:latin typeface="Algerian" panose="04020705040A02060702" pitchFamily="82" charset="0"/>
                <a:cs typeface="Calibri"/>
              </a:rPr>
              <a:t> </a:t>
            </a:r>
            <a:r>
              <a:rPr lang="en-US" sz="2400" b="1" u="heavy" spc="-5" dirty="0" smtClean="0">
                <a:solidFill>
                  <a:schemeClr val="bg1"/>
                </a:solidFill>
                <a:uFill>
                  <a:solidFill>
                    <a:srgbClr val="000000"/>
                  </a:solidFill>
                </a:uFill>
                <a:latin typeface="Algerian" panose="04020705040A02060702" pitchFamily="82" charset="0"/>
                <a:cs typeface="Calibri"/>
              </a:rPr>
              <a:t>disposal</a:t>
            </a:r>
            <a:r>
              <a:rPr lang="en-US" sz="2400" b="1" u="heavy" spc="10" dirty="0" smtClean="0">
                <a:solidFill>
                  <a:schemeClr val="bg1"/>
                </a:solidFill>
                <a:uFill>
                  <a:solidFill>
                    <a:srgbClr val="000000"/>
                  </a:solidFill>
                </a:uFill>
                <a:latin typeface="Algerian" panose="04020705040A02060702" pitchFamily="82" charset="0"/>
                <a:cs typeface="Calibri"/>
              </a:rPr>
              <a:t> </a:t>
            </a:r>
            <a:r>
              <a:rPr lang="en-US" sz="2400" b="1" u="heavy" spc="-5" dirty="0" smtClean="0">
                <a:solidFill>
                  <a:schemeClr val="bg1"/>
                </a:solidFill>
                <a:uFill>
                  <a:solidFill>
                    <a:srgbClr val="000000"/>
                  </a:solidFill>
                </a:uFill>
                <a:latin typeface="Algerian" panose="04020705040A02060702" pitchFamily="82" charset="0"/>
                <a:cs typeface="Calibri"/>
              </a:rPr>
              <a:t>of</a:t>
            </a:r>
            <a:r>
              <a:rPr lang="en-US" sz="2400" b="1" u="heavy" spc="5" dirty="0" smtClean="0">
                <a:solidFill>
                  <a:schemeClr val="bg1"/>
                </a:solidFill>
                <a:uFill>
                  <a:solidFill>
                    <a:srgbClr val="000000"/>
                  </a:solidFill>
                </a:uFill>
                <a:latin typeface="Algerian" panose="04020705040A02060702" pitchFamily="82" charset="0"/>
                <a:cs typeface="Calibri"/>
              </a:rPr>
              <a:t> </a:t>
            </a:r>
            <a:br>
              <a:rPr lang="en-US" sz="2400" b="1" u="heavy" spc="5" dirty="0" smtClean="0">
                <a:solidFill>
                  <a:schemeClr val="bg1"/>
                </a:solidFill>
                <a:uFill>
                  <a:solidFill>
                    <a:srgbClr val="000000"/>
                  </a:solidFill>
                </a:uFill>
                <a:latin typeface="Algerian" panose="04020705040A02060702" pitchFamily="82" charset="0"/>
                <a:cs typeface="Calibri"/>
              </a:rPr>
            </a:br>
            <a:r>
              <a:rPr lang="en-US" sz="2400" b="1" u="heavy" spc="-10" dirty="0" smtClean="0">
                <a:solidFill>
                  <a:schemeClr val="bg1"/>
                </a:solidFill>
                <a:uFill>
                  <a:solidFill>
                    <a:srgbClr val="000000"/>
                  </a:solidFill>
                </a:uFill>
                <a:latin typeface="Algerian" panose="04020705040A02060702" pitchFamily="82" charset="0"/>
                <a:cs typeface="Calibri"/>
              </a:rPr>
              <a:t>bio-medical </a:t>
            </a:r>
            <a:r>
              <a:rPr lang="en-US" sz="2400" b="1" spc="-890" dirty="0" smtClean="0">
                <a:solidFill>
                  <a:schemeClr val="bg1"/>
                </a:solidFill>
                <a:latin typeface="Algerian" panose="04020705040A02060702" pitchFamily="82" charset="0"/>
                <a:cs typeface="Calibri"/>
              </a:rPr>
              <a:t> </a:t>
            </a:r>
            <a:r>
              <a:rPr lang="en-US" sz="2400" b="1" u="heavy" spc="-35" dirty="0" smtClean="0">
                <a:solidFill>
                  <a:schemeClr val="bg1"/>
                </a:solidFill>
                <a:uFill>
                  <a:solidFill>
                    <a:srgbClr val="000000"/>
                  </a:solidFill>
                </a:uFill>
                <a:latin typeface="Algerian" panose="04020705040A02060702" pitchFamily="82" charset="0"/>
                <a:cs typeface="Calibri"/>
              </a:rPr>
              <a:t>waste</a:t>
            </a:r>
            <a:r>
              <a:rPr lang="en-US" sz="2400" b="1" u="heavy" spc="10" dirty="0" smtClean="0">
                <a:solidFill>
                  <a:schemeClr val="bg1"/>
                </a:solidFill>
                <a:uFill>
                  <a:solidFill>
                    <a:srgbClr val="000000"/>
                  </a:solidFill>
                </a:uFill>
                <a:latin typeface="Algerian" panose="04020705040A02060702" pitchFamily="82" charset="0"/>
                <a:cs typeface="Calibri"/>
              </a:rPr>
              <a:t> </a:t>
            </a:r>
            <a:r>
              <a:rPr lang="en-US" sz="2400" b="1" u="heavy" spc="-5" dirty="0" smtClean="0">
                <a:solidFill>
                  <a:schemeClr val="bg1"/>
                </a:solidFill>
                <a:uFill>
                  <a:solidFill>
                    <a:srgbClr val="000000"/>
                  </a:solidFill>
                </a:uFill>
                <a:latin typeface="Algerian" panose="04020705040A02060702" pitchFamily="82" charset="0"/>
                <a:cs typeface="Calibri"/>
              </a:rPr>
              <a:t>and their</a:t>
            </a:r>
            <a:r>
              <a:rPr lang="en-US" sz="2400" b="1" u="heavy" spc="10" dirty="0" smtClean="0">
                <a:solidFill>
                  <a:schemeClr val="bg1"/>
                </a:solidFill>
                <a:uFill>
                  <a:solidFill>
                    <a:srgbClr val="000000"/>
                  </a:solidFill>
                </a:uFill>
                <a:latin typeface="Algerian" panose="04020705040A02060702" pitchFamily="82" charset="0"/>
                <a:cs typeface="Calibri"/>
              </a:rPr>
              <a:t> </a:t>
            </a:r>
            <a:r>
              <a:rPr lang="en-US" sz="2400" b="1" u="heavy" spc="-20" dirty="0" smtClean="0">
                <a:solidFill>
                  <a:schemeClr val="bg1"/>
                </a:solidFill>
                <a:uFill>
                  <a:solidFill>
                    <a:srgbClr val="000000"/>
                  </a:solidFill>
                </a:uFill>
                <a:latin typeface="Algerian" panose="04020705040A02060702" pitchFamily="82" charset="0"/>
                <a:cs typeface="Calibri"/>
              </a:rPr>
              <a:t>segregation</a:t>
            </a:r>
            <a:endParaRPr lang="en-US" sz="2400" dirty="0">
              <a:solidFill>
                <a:schemeClr val="bg1"/>
              </a:solidFill>
              <a:latin typeface="Algerian" panose="04020705040A02060702" pitchFamily="82" charset="0"/>
            </a:endParaRPr>
          </a:p>
        </p:txBody>
      </p:sp>
      <p:pic>
        <p:nvPicPr>
          <p:cNvPr id="12" name="Picture 11"/>
          <p:cNvPicPr>
            <a:picLocks noChangeAspect="1"/>
          </p:cNvPicPr>
          <p:nvPr/>
        </p:nvPicPr>
        <p:blipFill>
          <a:blip r:embed="rId2"/>
          <a:stretch>
            <a:fillRect/>
          </a:stretch>
        </p:blipFill>
        <p:spPr>
          <a:xfrm>
            <a:off x="9076548" y="0"/>
            <a:ext cx="3111475" cy="2002779"/>
          </a:xfrm>
          <a:prstGeom prst="rect">
            <a:avLst/>
          </a:prstGeom>
        </p:spPr>
      </p:pic>
      <p:pic>
        <p:nvPicPr>
          <p:cNvPr id="13" name="Picture 12"/>
          <p:cNvPicPr>
            <a:picLocks noChangeAspect="1"/>
          </p:cNvPicPr>
          <p:nvPr/>
        </p:nvPicPr>
        <p:blipFill>
          <a:blip r:embed="rId3"/>
          <a:stretch>
            <a:fillRect/>
          </a:stretch>
        </p:blipFill>
        <p:spPr>
          <a:xfrm>
            <a:off x="9076548" y="2002780"/>
            <a:ext cx="3111318" cy="2469754"/>
          </a:xfrm>
          <a:prstGeom prst="rect">
            <a:avLst/>
          </a:prstGeom>
        </p:spPr>
      </p:pic>
      <p:pic>
        <p:nvPicPr>
          <p:cNvPr id="14" name="Picture 13"/>
          <p:cNvPicPr>
            <a:picLocks noChangeAspect="1"/>
          </p:cNvPicPr>
          <p:nvPr/>
        </p:nvPicPr>
        <p:blipFill>
          <a:blip r:embed="rId4"/>
          <a:stretch>
            <a:fillRect/>
          </a:stretch>
        </p:blipFill>
        <p:spPr>
          <a:xfrm>
            <a:off x="9076548" y="4472534"/>
            <a:ext cx="3111318" cy="2385465"/>
          </a:xfrm>
          <a:prstGeom prst="rect">
            <a:avLst/>
          </a:prstGeom>
        </p:spPr>
      </p:pic>
      <p:pic>
        <p:nvPicPr>
          <p:cNvPr id="16" name="Picture 15"/>
          <p:cNvPicPr>
            <a:picLocks noChangeAspect="1"/>
          </p:cNvPicPr>
          <p:nvPr/>
        </p:nvPicPr>
        <p:blipFill>
          <a:blip r:embed="rId5"/>
          <a:stretch>
            <a:fillRect/>
          </a:stretch>
        </p:blipFill>
        <p:spPr>
          <a:xfrm>
            <a:off x="0" y="793760"/>
            <a:ext cx="9076548" cy="6074771"/>
          </a:xfrm>
          <a:prstGeom prst="rect">
            <a:avLst/>
          </a:prstGeom>
        </p:spPr>
      </p:pic>
    </p:spTree>
    <p:extLst>
      <p:ext uri="{BB962C8B-B14F-4D97-AF65-F5344CB8AC3E}">
        <p14:creationId xmlns:p14="http://schemas.microsoft.com/office/powerpoint/2010/main" val="2537400782"/>
      </p:ext>
    </p:extLst>
  </p:cSld>
  <p:clrMapOvr>
    <a:masterClrMapping/>
  </p:clrMapOvr>
  <p:transition spd="slow">
    <p:randomBar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728" y="776177"/>
            <a:ext cx="9080205" cy="5996763"/>
          </a:xfrm>
          <a:prstGeom prst="rect">
            <a:avLst/>
          </a:prstGeom>
        </p:spPr>
      </p:pic>
      <p:sp>
        <p:nvSpPr>
          <p:cNvPr id="8" name="Title 1"/>
          <p:cNvSpPr>
            <a:spLocks noGrp="1"/>
          </p:cNvSpPr>
          <p:nvPr>
            <p:ph type="title"/>
          </p:nvPr>
        </p:nvSpPr>
        <p:spPr>
          <a:xfrm>
            <a:off x="935665" y="0"/>
            <a:ext cx="8144540" cy="776177"/>
          </a:xfrm>
          <a:solidFill>
            <a:srgbClr val="002060"/>
          </a:solidFill>
        </p:spPr>
        <p:txBody>
          <a:bodyPr>
            <a:noAutofit/>
          </a:bodyPr>
          <a:lstStyle/>
          <a:p>
            <a:pPr algn="ctr"/>
            <a:r>
              <a:rPr lang="en-US" sz="2400" b="1" u="heavy" spc="-10" dirty="0" err="1" smtClean="0">
                <a:solidFill>
                  <a:schemeClr val="bg1"/>
                </a:solidFill>
                <a:uFill>
                  <a:solidFill>
                    <a:srgbClr val="000000"/>
                  </a:solidFill>
                </a:uFill>
                <a:latin typeface="Calibri"/>
                <a:cs typeface="Calibri"/>
              </a:rPr>
              <a:t>Colour</a:t>
            </a:r>
            <a:r>
              <a:rPr lang="en-US" sz="2400" b="1" u="heavy" spc="-10" dirty="0" smtClean="0">
                <a:solidFill>
                  <a:schemeClr val="bg1"/>
                </a:solidFill>
                <a:uFill>
                  <a:solidFill>
                    <a:srgbClr val="000000"/>
                  </a:solidFill>
                </a:uFill>
                <a:latin typeface="Calibri"/>
                <a:cs typeface="Calibri"/>
              </a:rPr>
              <a:t> Coding &amp; Methods</a:t>
            </a:r>
            <a:r>
              <a:rPr lang="en-US" sz="2400" b="1" u="heavy" spc="15" dirty="0" smtClean="0">
                <a:solidFill>
                  <a:schemeClr val="bg1"/>
                </a:solidFill>
                <a:uFill>
                  <a:solidFill>
                    <a:srgbClr val="000000"/>
                  </a:solidFill>
                </a:uFill>
                <a:latin typeface="Calibri"/>
                <a:cs typeface="Calibri"/>
              </a:rPr>
              <a:t> </a:t>
            </a:r>
            <a:r>
              <a:rPr lang="en-US" sz="2400" b="1" u="heavy" spc="-5" dirty="0" smtClean="0">
                <a:solidFill>
                  <a:schemeClr val="bg1"/>
                </a:solidFill>
                <a:uFill>
                  <a:solidFill>
                    <a:srgbClr val="000000"/>
                  </a:solidFill>
                </a:uFill>
                <a:latin typeface="Calibri"/>
                <a:cs typeface="Calibri"/>
              </a:rPr>
              <a:t>of</a:t>
            </a:r>
            <a:r>
              <a:rPr lang="en-US" sz="2400" b="1" u="heavy" dirty="0" smtClean="0">
                <a:solidFill>
                  <a:schemeClr val="bg1"/>
                </a:solidFill>
                <a:uFill>
                  <a:solidFill>
                    <a:srgbClr val="000000"/>
                  </a:solidFill>
                </a:uFill>
                <a:latin typeface="Calibri"/>
                <a:cs typeface="Calibri"/>
              </a:rPr>
              <a:t> </a:t>
            </a:r>
            <a:r>
              <a:rPr lang="en-US" sz="2400" b="1" u="heavy" spc="-5" dirty="0" smtClean="0">
                <a:solidFill>
                  <a:schemeClr val="bg1"/>
                </a:solidFill>
                <a:uFill>
                  <a:solidFill>
                    <a:srgbClr val="000000"/>
                  </a:solidFill>
                </a:uFill>
                <a:latin typeface="Calibri"/>
                <a:cs typeface="Calibri"/>
              </a:rPr>
              <a:t>disposal</a:t>
            </a:r>
            <a:r>
              <a:rPr lang="en-US" sz="2400" b="1" u="heavy" spc="10" dirty="0" smtClean="0">
                <a:solidFill>
                  <a:schemeClr val="bg1"/>
                </a:solidFill>
                <a:uFill>
                  <a:solidFill>
                    <a:srgbClr val="000000"/>
                  </a:solidFill>
                </a:uFill>
                <a:latin typeface="Calibri"/>
                <a:cs typeface="Calibri"/>
              </a:rPr>
              <a:t> </a:t>
            </a:r>
            <a:r>
              <a:rPr lang="en-US" sz="2400" b="1" u="heavy" spc="-5" dirty="0" smtClean="0">
                <a:solidFill>
                  <a:schemeClr val="bg1"/>
                </a:solidFill>
                <a:uFill>
                  <a:solidFill>
                    <a:srgbClr val="000000"/>
                  </a:solidFill>
                </a:uFill>
                <a:latin typeface="Calibri"/>
                <a:cs typeface="Calibri"/>
              </a:rPr>
              <a:t>of</a:t>
            </a:r>
            <a:r>
              <a:rPr lang="en-US" sz="2400" b="1" u="heavy" spc="5" dirty="0" smtClean="0">
                <a:solidFill>
                  <a:schemeClr val="bg1"/>
                </a:solidFill>
                <a:uFill>
                  <a:solidFill>
                    <a:srgbClr val="000000"/>
                  </a:solidFill>
                </a:uFill>
                <a:latin typeface="Calibri"/>
                <a:cs typeface="Calibri"/>
              </a:rPr>
              <a:t> </a:t>
            </a:r>
            <a:br>
              <a:rPr lang="en-US" sz="2400" b="1" u="heavy" spc="5" dirty="0" smtClean="0">
                <a:solidFill>
                  <a:schemeClr val="bg1"/>
                </a:solidFill>
                <a:uFill>
                  <a:solidFill>
                    <a:srgbClr val="000000"/>
                  </a:solidFill>
                </a:uFill>
                <a:latin typeface="Calibri"/>
                <a:cs typeface="Calibri"/>
              </a:rPr>
            </a:br>
            <a:r>
              <a:rPr lang="en-US" sz="2400" b="1" u="heavy" spc="-10" dirty="0" smtClean="0">
                <a:solidFill>
                  <a:schemeClr val="bg1"/>
                </a:solidFill>
                <a:uFill>
                  <a:solidFill>
                    <a:srgbClr val="000000"/>
                  </a:solidFill>
                </a:uFill>
                <a:latin typeface="Calibri"/>
                <a:cs typeface="Calibri"/>
              </a:rPr>
              <a:t>bio-medical </a:t>
            </a:r>
            <a:r>
              <a:rPr lang="en-US" sz="2400" b="1" spc="-890" dirty="0" smtClean="0">
                <a:solidFill>
                  <a:schemeClr val="bg1"/>
                </a:solidFill>
                <a:latin typeface="Calibri"/>
                <a:cs typeface="Calibri"/>
              </a:rPr>
              <a:t> </a:t>
            </a:r>
            <a:r>
              <a:rPr lang="en-US" sz="2400" b="1" u="heavy" spc="-35" dirty="0" smtClean="0">
                <a:solidFill>
                  <a:schemeClr val="bg1"/>
                </a:solidFill>
                <a:uFill>
                  <a:solidFill>
                    <a:srgbClr val="000000"/>
                  </a:solidFill>
                </a:uFill>
                <a:latin typeface="Calibri"/>
                <a:cs typeface="Calibri"/>
              </a:rPr>
              <a:t>waste</a:t>
            </a:r>
            <a:r>
              <a:rPr lang="en-US" sz="2400" b="1" u="heavy" spc="10" dirty="0" smtClean="0">
                <a:solidFill>
                  <a:schemeClr val="bg1"/>
                </a:solidFill>
                <a:uFill>
                  <a:solidFill>
                    <a:srgbClr val="000000"/>
                  </a:solidFill>
                </a:uFill>
                <a:latin typeface="Calibri"/>
                <a:cs typeface="Calibri"/>
              </a:rPr>
              <a:t> </a:t>
            </a:r>
            <a:r>
              <a:rPr lang="en-US" sz="2400" b="1" u="heavy" spc="-5" dirty="0" smtClean="0">
                <a:solidFill>
                  <a:schemeClr val="bg1"/>
                </a:solidFill>
                <a:uFill>
                  <a:solidFill>
                    <a:srgbClr val="000000"/>
                  </a:solidFill>
                </a:uFill>
                <a:latin typeface="Calibri"/>
                <a:cs typeface="Calibri"/>
              </a:rPr>
              <a:t>and their</a:t>
            </a:r>
            <a:r>
              <a:rPr lang="en-US" sz="2400" b="1" u="heavy" spc="10" dirty="0" smtClean="0">
                <a:solidFill>
                  <a:schemeClr val="bg1"/>
                </a:solidFill>
                <a:uFill>
                  <a:solidFill>
                    <a:srgbClr val="000000"/>
                  </a:solidFill>
                </a:uFill>
                <a:latin typeface="Calibri"/>
                <a:cs typeface="Calibri"/>
              </a:rPr>
              <a:t> </a:t>
            </a:r>
            <a:r>
              <a:rPr lang="en-US" sz="2400" b="1" u="heavy" spc="-20" dirty="0" smtClean="0">
                <a:solidFill>
                  <a:schemeClr val="bg1"/>
                </a:solidFill>
                <a:uFill>
                  <a:solidFill>
                    <a:srgbClr val="000000"/>
                  </a:solidFill>
                </a:uFill>
                <a:latin typeface="Calibri"/>
                <a:cs typeface="Calibri"/>
              </a:rPr>
              <a:t>segregation</a:t>
            </a:r>
            <a:endParaRPr lang="en-US" sz="2400" dirty="0">
              <a:solidFill>
                <a:schemeClr val="bg1"/>
              </a:solidFill>
            </a:endParaRPr>
          </a:p>
        </p:txBody>
      </p:sp>
      <p:pic>
        <p:nvPicPr>
          <p:cNvPr id="3" name="Picture 2"/>
          <p:cNvPicPr>
            <a:picLocks noChangeAspect="1"/>
          </p:cNvPicPr>
          <p:nvPr/>
        </p:nvPicPr>
        <p:blipFill>
          <a:blip r:embed="rId3"/>
          <a:stretch>
            <a:fillRect/>
          </a:stretch>
        </p:blipFill>
        <p:spPr>
          <a:xfrm>
            <a:off x="9080204" y="2682188"/>
            <a:ext cx="3111795" cy="1384504"/>
          </a:xfrm>
          <a:prstGeom prst="rect">
            <a:avLst/>
          </a:prstGeom>
        </p:spPr>
      </p:pic>
      <p:pic>
        <p:nvPicPr>
          <p:cNvPr id="4" name="Picture 3"/>
          <p:cNvPicPr>
            <a:picLocks noChangeAspect="1"/>
          </p:cNvPicPr>
          <p:nvPr/>
        </p:nvPicPr>
        <p:blipFill>
          <a:blip r:embed="rId4"/>
          <a:stretch>
            <a:fillRect/>
          </a:stretch>
        </p:blipFill>
        <p:spPr>
          <a:xfrm>
            <a:off x="9119115" y="4066693"/>
            <a:ext cx="3111795" cy="1321938"/>
          </a:xfrm>
          <a:prstGeom prst="rect">
            <a:avLst/>
          </a:prstGeom>
        </p:spPr>
      </p:pic>
      <p:pic>
        <p:nvPicPr>
          <p:cNvPr id="5" name="Picture 4"/>
          <p:cNvPicPr>
            <a:picLocks noChangeAspect="1"/>
          </p:cNvPicPr>
          <p:nvPr/>
        </p:nvPicPr>
        <p:blipFill>
          <a:blip r:embed="rId5"/>
          <a:stretch>
            <a:fillRect/>
          </a:stretch>
        </p:blipFill>
        <p:spPr>
          <a:xfrm>
            <a:off x="9080204" y="5388631"/>
            <a:ext cx="3111795" cy="1469370"/>
          </a:xfrm>
          <a:prstGeom prst="rect">
            <a:avLst/>
          </a:prstGeom>
        </p:spPr>
      </p:pic>
      <p:pic>
        <p:nvPicPr>
          <p:cNvPr id="7" name="Picture 6"/>
          <p:cNvPicPr>
            <a:picLocks noChangeAspect="1"/>
          </p:cNvPicPr>
          <p:nvPr/>
        </p:nvPicPr>
        <p:blipFill>
          <a:blip r:embed="rId6"/>
          <a:stretch>
            <a:fillRect/>
          </a:stretch>
        </p:blipFill>
        <p:spPr>
          <a:xfrm>
            <a:off x="9080203" y="1"/>
            <a:ext cx="3111796" cy="2691122"/>
          </a:xfrm>
          <a:prstGeom prst="rect">
            <a:avLst/>
          </a:prstGeom>
        </p:spPr>
      </p:pic>
    </p:spTree>
    <p:extLst>
      <p:ext uri="{BB962C8B-B14F-4D97-AF65-F5344CB8AC3E}">
        <p14:creationId xmlns:p14="http://schemas.microsoft.com/office/powerpoint/2010/main" val="195744470"/>
      </p:ext>
    </p:extLst>
  </p:cSld>
  <p:clrMapOvr>
    <a:masterClrMapping/>
  </p:clrMapOvr>
  <p:transition spd="slow">
    <p:randomBar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3974" y="1767652"/>
            <a:ext cx="4403536" cy="4567297"/>
          </a:xfrm>
          <a:prstGeom prst="rect">
            <a:avLst/>
          </a:prstGeom>
          <a:ln w="88900" cap="sq" cmpd="thickThin">
            <a:solidFill>
              <a:srgbClr val="000000"/>
            </a:solidFill>
            <a:prstDash val="solid"/>
            <a:miter lim="800000"/>
          </a:ln>
          <a:effectLst>
            <a:innerShdw blurRad="76200">
              <a:srgbClr val="000000"/>
            </a:innerShdw>
          </a:effectLst>
        </p:spPr>
      </p:pic>
      <p:pic>
        <p:nvPicPr>
          <p:cNvPr id="5" name="Picture 4"/>
          <p:cNvPicPr>
            <a:picLocks noChangeAspect="1"/>
          </p:cNvPicPr>
          <p:nvPr/>
        </p:nvPicPr>
        <p:blipFill>
          <a:blip r:embed="rId3"/>
          <a:stretch>
            <a:fillRect/>
          </a:stretch>
        </p:blipFill>
        <p:spPr>
          <a:xfrm>
            <a:off x="5421806" y="1697314"/>
            <a:ext cx="4925853" cy="4567297"/>
          </a:xfrm>
          <a:prstGeom prst="rect">
            <a:avLst/>
          </a:prstGeom>
          <a:ln w="88900" cap="sq" cmpd="thickThin">
            <a:solidFill>
              <a:srgbClr val="000000"/>
            </a:solidFill>
            <a:prstDash val="solid"/>
            <a:miter lim="800000"/>
          </a:ln>
          <a:effectLst>
            <a:innerShdw blurRad="76200">
              <a:srgbClr val="000000"/>
            </a:innerShdw>
          </a:effectLst>
        </p:spPr>
      </p:pic>
      <p:sp>
        <p:nvSpPr>
          <p:cNvPr id="7" name="Title 1"/>
          <p:cNvSpPr>
            <a:spLocks noGrp="1"/>
          </p:cNvSpPr>
          <p:nvPr>
            <p:ph type="title"/>
          </p:nvPr>
        </p:nvSpPr>
        <p:spPr>
          <a:xfrm>
            <a:off x="373974" y="120296"/>
            <a:ext cx="8596668" cy="823865"/>
          </a:xfrm>
          <a:solidFill>
            <a:srgbClr val="002060"/>
          </a:solidFill>
        </p:spPr>
        <p:txBody>
          <a:bodyPr/>
          <a:lstStyle/>
          <a:p>
            <a:pPr algn="ctr"/>
            <a:r>
              <a:rPr lang="en-US" dirty="0" smtClean="0">
                <a:solidFill>
                  <a:schemeClr val="bg1"/>
                </a:solidFill>
              </a:rPr>
              <a:t>Waste box located PHDU </a:t>
            </a:r>
            <a:endParaRPr lang="en-US" dirty="0">
              <a:solidFill>
                <a:schemeClr val="bg1"/>
              </a:solidFill>
            </a:endParaRPr>
          </a:p>
        </p:txBody>
      </p:sp>
    </p:spTree>
    <p:extLst>
      <p:ext uri="{BB962C8B-B14F-4D97-AF65-F5344CB8AC3E}">
        <p14:creationId xmlns:p14="http://schemas.microsoft.com/office/powerpoint/2010/main" val="885735825"/>
      </p:ext>
    </p:extLst>
  </p:cSld>
  <p:clrMapOvr>
    <a:masterClrMapping/>
  </p:clrMapOvr>
  <p:transition spd="slow">
    <p:randomBar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599" y="175095"/>
            <a:ext cx="7162800" cy="996545"/>
          </a:xfrm>
          <a:solidFill>
            <a:srgbClr val="002060"/>
          </a:solidFill>
        </p:spPr>
        <p:txBody>
          <a:bodyPr/>
          <a:lstStyle/>
          <a:p>
            <a:pPr algn="ctr"/>
            <a:r>
              <a:rPr lang="en-US" dirty="0" smtClean="0">
                <a:solidFill>
                  <a:schemeClr val="bg1"/>
                </a:solidFill>
              </a:rPr>
              <a:t>Container Labeling </a:t>
            </a:r>
            <a:endParaRPr lang="en-US" dirty="0">
              <a:solidFill>
                <a:schemeClr val="bg1"/>
              </a:solidFill>
            </a:endParaRPr>
          </a:p>
        </p:txBody>
      </p:sp>
      <p:pic>
        <p:nvPicPr>
          <p:cNvPr id="5" name="Picture 4"/>
          <p:cNvPicPr>
            <a:picLocks noChangeAspect="1"/>
          </p:cNvPicPr>
          <p:nvPr/>
        </p:nvPicPr>
        <p:blipFill>
          <a:blip r:embed="rId2"/>
          <a:stretch>
            <a:fillRect/>
          </a:stretch>
        </p:blipFill>
        <p:spPr>
          <a:xfrm>
            <a:off x="116732" y="1245140"/>
            <a:ext cx="9029274" cy="5612860"/>
          </a:xfrm>
          <a:prstGeom prst="rect">
            <a:avLst/>
          </a:prstGeom>
        </p:spPr>
      </p:pic>
      <p:pic>
        <p:nvPicPr>
          <p:cNvPr id="6" name="Picture 5"/>
          <p:cNvPicPr>
            <a:picLocks noChangeAspect="1"/>
          </p:cNvPicPr>
          <p:nvPr/>
        </p:nvPicPr>
        <p:blipFill>
          <a:blip r:embed="rId3"/>
          <a:stretch>
            <a:fillRect/>
          </a:stretch>
        </p:blipFill>
        <p:spPr>
          <a:xfrm>
            <a:off x="9146006" y="-77821"/>
            <a:ext cx="3120573" cy="6858000"/>
          </a:xfrm>
          <a:prstGeom prst="rect">
            <a:avLst/>
          </a:prstGeom>
        </p:spPr>
      </p:pic>
    </p:spTree>
    <p:extLst>
      <p:ext uri="{BB962C8B-B14F-4D97-AF65-F5344CB8AC3E}">
        <p14:creationId xmlns:p14="http://schemas.microsoft.com/office/powerpoint/2010/main" val="2275393888"/>
      </p:ext>
    </p:extLst>
  </p:cSld>
  <p:clrMapOvr>
    <a:masterClrMapping/>
  </p:clrMapOvr>
  <p:transition spd="slow">
    <p:randomBar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191639" y="-18107"/>
            <a:ext cx="7162800" cy="1038225"/>
          </a:xfrm>
          <a:prstGeom prst="rect">
            <a:avLst/>
          </a:prstGeom>
        </p:spPr>
      </p:pic>
      <p:pic>
        <p:nvPicPr>
          <p:cNvPr id="7" name="Picture 6"/>
          <p:cNvPicPr>
            <a:picLocks noChangeAspect="1"/>
          </p:cNvPicPr>
          <p:nvPr/>
        </p:nvPicPr>
        <p:blipFill>
          <a:blip r:embed="rId3"/>
          <a:stretch>
            <a:fillRect/>
          </a:stretch>
        </p:blipFill>
        <p:spPr>
          <a:xfrm>
            <a:off x="1191639" y="1129116"/>
            <a:ext cx="7162800" cy="981075"/>
          </a:xfrm>
          <a:prstGeom prst="rect">
            <a:avLst/>
          </a:prstGeom>
        </p:spPr>
      </p:pic>
      <p:pic>
        <p:nvPicPr>
          <p:cNvPr id="8" name="Picture 7"/>
          <p:cNvPicPr>
            <a:picLocks noChangeAspect="1"/>
          </p:cNvPicPr>
          <p:nvPr/>
        </p:nvPicPr>
        <p:blipFill>
          <a:blip r:embed="rId4"/>
          <a:stretch>
            <a:fillRect/>
          </a:stretch>
        </p:blipFill>
        <p:spPr>
          <a:xfrm>
            <a:off x="1149943" y="2219189"/>
            <a:ext cx="7246191" cy="2832645"/>
          </a:xfrm>
          <a:prstGeom prst="rect">
            <a:avLst/>
          </a:prstGeom>
        </p:spPr>
      </p:pic>
      <p:pic>
        <p:nvPicPr>
          <p:cNvPr id="9" name="Picture 8"/>
          <p:cNvPicPr>
            <a:picLocks noChangeAspect="1"/>
          </p:cNvPicPr>
          <p:nvPr/>
        </p:nvPicPr>
        <p:blipFill>
          <a:blip r:embed="rId5"/>
          <a:stretch>
            <a:fillRect/>
          </a:stretch>
        </p:blipFill>
        <p:spPr>
          <a:xfrm>
            <a:off x="1191639" y="5160832"/>
            <a:ext cx="7204495" cy="1114425"/>
          </a:xfrm>
          <a:prstGeom prst="rect">
            <a:avLst/>
          </a:prstGeom>
        </p:spPr>
      </p:pic>
    </p:spTree>
    <p:extLst>
      <p:ext uri="{BB962C8B-B14F-4D97-AF65-F5344CB8AC3E}">
        <p14:creationId xmlns:p14="http://schemas.microsoft.com/office/powerpoint/2010/main" val="4033195681"/>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2674" y="823865"/>
            <a:ext cx="9051376" cy="6034136"/>
          </a:xfrm>
          <a:solidFill>
            <a:srgbClr val="002060"/>
          </a:solidFill>
        </p:spPr>
        <p:txBody>
          <a:bodyPr>
            <a:normAutofit fontScale="62500" lnSpcReduction="20000"/>
          </a:bodyPr>
          <a:lstStyle/>
          <a:p>
            <a:pPr marL="0" indent="0">
              <a:buNone/>
            </a:pPr>
            <a:r>
              <a:rPr lang="en-US" sz="2600" dirty="0" smtClean="0">
                <a:solidFill>
                  <a:schemeClr val="bg1"/>
                </a:solidFill>
              </a:rPr>
              <a:t>                          </a:t>
            </a:r>
            <a:r>
              <a:rPr lang="en-US" sz="3800" b="1" dirty="0" smtClean="0">
                <a:solidFill>
                  <a:schemeClr val="bg1"/>
                </a:solidFill>
              </a:rPr>
              <a:t>Housekeeping </a:t>
            </a:r>
            <a:r>
              <a:rPr lang="en-US" sz="3800" b="1" dirty="0">
                <a:solidFill>
                  <a:schemeClr val="bg1"/>
                </a:solidFill>
              </a:rPr>
              <a:t>services should: </a:t>
            </a:r>
            <a:r>
              <a:rPr lang="en-US" sz="3800" dirty="0">
                <a:solidFill>
                  <a:schemeClr val="bg1"/>
                </a:solidFill>
              </a:rPr>
              <a:t>   </a:t>
            </a:r>
          </a:p>
          <a:p>
            <a:r>
              <a:rPr lang="en-US" dirty="0" smtClean="0">
                <a:solidFill>
                  <a:schemeClr val="bg1"/>
                </a:solidFill>
              </a:rPr>
              <a:t>Pick </a:t>
            </a:r>
            <a:r>
              <a:rPr lang="en-US" dirty="0">
                <a:solidFill>
                  <a:schemeClr val="bg1"/>
                </a:solidFill>
              </a:rPr>
              <a:t>up waste at least once per day and as needed.</a:t>
            </a:r>
            <a:br>
              <a:rPr lang="en-US" dirty="0">
                <a:solidFill>
                  <a:schemeClr val="bg1"/>
                </a:solidFill>
              </a:rPr>
            </a:br>
            <a:endParaRPr lang="en-US" dirty="0" smtClean="0">
              <a:solidFill>
                <a:schemeClr val="bg1"/>
              </a:solidFill>
            </a:endParaRPr>
          </a:p>
          <a:p>
            <a:r>
              <a:rPr lang="en-US" dirty="0" smtClean="0">
                <a:solidFill>
                  <a:schemeClr val="bg1"/>
                </a:solidFill>
              </a:rPr>
              <a:t>Handle </a:t>
            </a:r>
            <a:r>
              <a:rPr lang="en-US" dirty="0">
                <a:solidFill>
                  <a:schemeClr val="bg1"/>
                </a:solidFill>
              </a:rPr>
              <a:t>bags at the top so that the bags do not come in contact with the body.</a:t>
            </a:r>
            <a:br>
              <a:rPr lang="en-US" dirty="0">
                <a:solidFill>
                  <a:schemeClr val="bg1"/>
                </a:solidFill>
              </a:rPr>
            </a:br>
            <a:endParaRPr lang="en-US" dirty="0" smtClean="0">
              <a:solidFill>
                <a:schemeClr val="bg1"/>
              </a:solidFill>
            </a:endParaRPr>
          </a:p>
          <a:p>
            <a:r>
              <a:rPr lang="en-US" dirty="0" smtClean="0">
                <a:solidFill>
                  <a:schemeClr val="bg1"/>
                </a:solidFill>
              </a:rPr>
              <a:t>Do </a:t>
            </a:r>
            <a:r>
              <a:rPr lang="en-US" dirty="0">
                <a:solidFill>
                  <a:schemeClr val="bg1"/>
                </a:solidFill>
              </a:rPr>
              <a:t>not use hands to compress (squeeze) waste in containers/bags.</a:t>
            </a:r>
            <a:br>
              <a:rPr lang="en-US" dirty="0">
                <a:solidFill>
                  <a:schemeClr val="bg1"/>
                </a:solidFill>
              </a:rPr>
            </a:br>
            <a:endParaRPr lang="en-US" dirty="0" smtClean="0">
              <a:solidFill>
                <a:schemeClr val="bg1"/>
              </a:solidFill>
            </a:endParaRPr>
          </a:p>
          <a:p>
            <a:r>
              <a:rPr lang="en-US" dirty="0" smtClean="0">
                <a:solidFill>
                  <a:schemeClr val="bg1"/>
                </a:solidFill>
              </a:rPr>
              <a:t>Tie </a:t>
            </a:r>
            <a:r>
              <a:rPr lang="en-US" dirty="0">
                <a:solidFill>
                  <a:schemeClr val="bg1"/>
                </a:solidFill>
              </a:rPr>
              <a:t>bags securely before placing them in a temporary holding area such as a dirty utility room.</a:t>
            </a:r>
            <a:br>
              <a:rPr lang="en-US" dirty="0">
                <a:solidFill>
                  <a:schemeClr val="bg1"/>
                </a:solidFill>
              </a:rPr>
            </a:br>
            <a:endParaRPr lang="en-US" dirty="0" smtClean="0">
              <a:solidFill>
                <a:schemeClr val="bg1"/>
              </a:solidFill>
            </a:endParaRPr>
          </a:p>
          <a:p>
            <a:r>
              <a:rPr lang="en-US" dirty="0" smtClean="0">
                <a:solidFill>
                  <a:schemeClr val="bg1"/>
                </a:solidFill>
              </a:rPr>
              <a:t>Do </a:t>
            </a:r>
            <a:r>
              <a:rPr lang="en-US" dirty="0">
                <a:solidFill>
                  <a:schemeClr val="bg1"/>
                </a:solidFill>
              </a:rPr>
              <a:t>not store waste bags in hallways or corridors.</a:t>
            </a:r>
            <a:br>
              <a:rPr lang="en-US" dirty="0">
                <a:solidFill>
                  <a:schemeClr val="bg1"/>
                </a:solidFill>
              </a:rPr>
            </a:br>
            <a:endParaRPr lang="en-US" dirty="0" smtClean="0">
              <a:solidFill>
                <a:schemeClr val="bg1"/>
              </a:solidFill>
            </a:endParaRPr>
          </a:p>
          <a:p>
            <a:r>
              <a:rPr lang="en-US" dirty="0" smtClean="0">
                <a:solidFill>
                  <a:schemeClr val="bg1"/>
                </a:solidFill>
              </a:rPr>
              <a:t>Dispose </a:t>
            </a:r>
            <a:r>
              <a:rPr lang="en-US" dirty="0">
                <a:solidFill>
                  <a:schemeClr val="bg1"/>
                </a:solidFill>
              </a:rPr>
              <a:t>sharp box when it is ¾th full.</a:t>
            </a:r>
            <a:br>
              <a:rPr lang="en-US" dirty="0">
                <a:solidFill>
                  <a:schemeClr val="bg1"/>
                </a:solidFill>
              </a:rPr>
            </a:br>
            <a:endParaRPr lang="en-US" dirty="0" smtClean="0">
              <a:solidFill>
                <a:schemeClr val="bg1"/>
              </a:solidFill>
            </a:endParaRPr>
          </a:p>
          <a:p>
            <a:r>
              <a:rPr lang="en-US" dirty="0" smtClean="0">
                <a:solidFill>
                  <a:schemeClr val="bg1"/>
                </a:solidFill>
              </a:rPr>
              <a:t>Fasten </a:t>
            </a:r>
            <a:r>
              <a:rPr lang="en-US" dirty="0">
                <a:solidFill>
                  <a:schemeClr val="bg1"/>
                </a:solidFill>
              </a:rPr>
              <a:t>the cover of a full sharps container securely before removing.</a:t>
            </a:r>
            <a:br>
              <a:rPr lang="en-US" dirty="0">
                <a:solidFill>
                  <a:schemeClr val="bg1"/>
                </a:solidFill>
              </a:rPr>
            </a:br>
            <a:endParaRPr lang="en-US" dirty="0" smtClean="0">
              <a:solidFill>
                <a:schemeClr val="bg1"/>
              </a:solidFill>
            </a:endParaRPr>
          </a:p>
          <a:p>
            <a:r>
              <a:rPr lang="en-US" dirty="0" smtClean="0">
                <a:solidFill>
                  <a:schemeClr val="bg1"/>
                </a:solidFill>
              </a:rPr>
              <a:t>Decontaminate </a:t>
            </a:r>
            <a:r>
              <a:rPr lang="en-US" dirty="0">
                <a:solidFill>
                  <a:schemeClr val="bg1"/>
                </a:solidFill>
              </a:rPr>
              <a:t>disposal bins/containers or frames when visibly soiled and </a:t>
            </a:r>
            <a:r>
              <a:rPr lang="en-US" dirty="0" smtClean="0">
                <a:solidFill>
                  <a:schemeClr val="bg1"/>
                </a:solidFill>
              </a:rPr>
              <a:t>leaned </a:t>
            </a:r>
            <a:r>
              <a:rPr lang="en-US" dirty="0">
                <a:solidFill>
                  <a:schemeClr val="bg1"/>
                </a:solidFill>
              </a:rPr>
              <a:t>weekly with hospital-</a:t>
            </a:r>
            <a:br>
              <a:rPr lang="en-US" dirty="0">
                <a:solidFill>
                  <a:schemeClr val="bg1"/>
                </a:solidFill>
              </a:rPr>
            </a:br>
            <a:r>
              <a:rPr lang="en-US" dirty="0">
                <a:solidFill>
                  <a:schemeClr val="bg1"/>
                </a:solidFill>
              </a:rPr>
              <a:t>approved disinfectant.</a:t>
            </a:r>
            <a:br>
              <a:rPr lang="en-US" dirty="0">
                <a:solidFill>
                  <a:schemeClr val="bg1"/>
                </a:solidFill>
              </a:rPr>
            </a:br>
            <a:endParaRPr lang="en-US" dirty="0" smtClean="0">
              <a:solidFill>
                <a:schemeClr val="bg1"/>
              </a:solidFill>
            </a:endParaRPr>
          </a:p>
          <a:p>
            <a:r>
              <a:rPr lang="en-US" dirty="0" smtClean="0">
                <a:solidFill>
                  <a:schemeClr val="bg1"/>
                </a:solidFill>
              </a:rPr>
              <a:t>Decontaminate </a:t>
            </a:r>
            <a:r>
              <a:rPr lang="en-US" dirty="0">
                <a:solidFill>
                  <a:schemeClr val="bg1"/>
                </a:solidFill>
              </a:rPr>
              <a:t>carts used for transporting waste within the hospital daily using a hospital-approved disinfectant</a:t>
            </a:r>
            <a:br>
              <a:rPr lang="en-US" dirty="0">
                <a:solidFill>
                  <a:schemeClr val="bg1"/>
                </a:solidFill>
              </a:rPr>
            </a:br>
            <a:r>
              <a:rPr lang="en-US" dirty="0">
                <a:solidFill>
                  <a:schemeClr val="bg1"/>
                </a:solidFill>
              </a:rPr>
              <a:t>solution.</a:t>
            </a:r>
            <a:br>
              <a:rPr lang="en-US" dirty="0">
                <a:solidFill>
                  <a:schemeClr val="bg1"/>
                </a:solidFill>
              </a:rPr>
            </a:br>
            <a:endParaRPr lang="en-US" dirty="0" smtClean="0">
              <a:solidFill>
                <a:schemeClr val="bg1"/>
              </a:solidFill>
            </a:endParaRPr>
          </a:p>
          <a:p>
            <a:r>
              <a:rPr lang="en-US" dirty="0" smtClean="0">
                <a:solidFill>
                  <a:schemeClr val="bg1"/>
                </a:solidFill>
              </a:rPr>
              <a:t>Use </a:t>
            </a:r>
            <a:r>
              <a:rPr lang="en-US" dirty="0">
                <a:solidFill>
                  <a:schemeClr val="bg1"/>
                </a:solidFill>
              </a:rPr>
              <a:t>leak-proof carts that are readily cleanable to transport infectious waste from the point of </a:t>
            </a:r>
            <a:r>
              <a:rPr lang="en-US" dirty="0" smtClean="0">
                <a:solidFill>
                  <a:schemeClr val="bg1"/>
                </a:solidFill>
              </a:rPr>
              <a:t>generation </a:t>
            </a:r>
            <a:r>
              <a:rPr lang="en-US" dirty="0">
                <a:solidFill>
                  <a:schemeClr val="bg1"/>
                </a:solidFill>
              </a:rPr>
              <a:t>or</a:t>
            </a:r>
            <a:br>
              <a:rPr lang="en-US" dirty="0">
                <a:solidFill>
                  <a:schemeClr val="bg1"/>
                </a:solidFill>
              </a:rPr>
            </a:br>
            <a:r>
              <a:rPr lang="en-US" dirty="0">
                <a:solidFill>
                  <a:schemeClr val="bg1"/>
                </a:solidFill>
              </a:rPr>
              <a:t>storage to the point of disposal and treatment.</a:t>
            </a:r>
            <a:br>
              <a:rPr lang="en-US" dirty="0">
                <a:solidFill>
                  <a:schemeClr val="bg1"/>
                </a:solidFill>
              </a:rPr>
            </a:br>
            <a:endParaRPr lang="en-US" dirty="0" smtClean="0">
              <a:solidFill>
                <a:schemeClr val="bg1"/>
              </a:solidFill>
            </a:endParaRPr>
          </a:p>
          <a:p>
            <a:r>
              <a:rPr lang="en-US" dirty="0" smtClean="0">
                <a:solidFill>
                  <a:schemeClr val="bg1"/>
                </a:solidFill>
              </a:rPr>
              <a:t> </a:t>
            </a:r>
            <a:r>
              <a:rPr lang="en-US" dirty="0">
                <a:solidFill>
                  <a:schemeClr val="bg1"/>
                </a:solidFill>
              </a:rPr>
              <a:t>Place yellow bags in a holding area for incineration.</a:t>
            </a:r>
            <a:br>
              <a:rPr lang="en-US" dirty="0">
                <a:solidFill>
                  <a:schemeClr val="bg1"/>
                </a:solidFill>
              </a:rPr>
            </a:br>
            <a:endParaRPr lang="en-US" dirty="0" smtClean="0">
              <a:solidFill>
                <a:schemeClr val="bg1"/>
              </a:solidFill>
            </a:endParaRPr>
          </a:p>
          <a:p>
            <a:r>
              <a:rPr lang="en-US" dirty="0" smtClean="0">
                <a:solidFill>
                  <a:schemeClr val="bg1"/>
                </a:solidFill>
              </a:rPr>
              <a:t>Pick </a:t>
            </a:r>
            <a:r>
              <a:rPr lang="en-US" dirty="0">
                <a:solidFill>
                  <a:schemeClr val="bg1"/>
                </a:solidFill>
              </a:rPr>
              <a:t>up and discard broken glass using a mechanical device such as forceps or a brush and dustpan.</a:t>
            </a:r>
            <a:br>
              <a:rPr lang="en-US" dirty="0">
                <a:solidFill>
                  <a:schemeClr val="bg1"/>
                </a:solidFill>
              </a:rPr>
            </a:br>
            <a:endParaRPr lang="en-US" dirty="0" smtClean="0">
              <a:solidFill>
                <a:schemeClr val="bg1"/>
              </a:solidFill>
            </a:endParaRPr>
          </a:p>
          <a:p>
            <a:r>
              <a:rPr lang="en-US" dirty="0" smtClean="0">
                <a:solidFill>
                  <a:schemeClr val="bg1"/>
                </a:solidFill>
              </a:rPr>
              <a:t>Broken </a:t>
            </a:r>
            <a:r>
              <a:rPr lang="en-US" dirty="0">
                <a:solidFill>
                  <a:schemeClr val="bg1"/>
                </a:solidFill>
              </a:rPr>
              <a:t>glass should never be handled with gloved or non-gloved hands. </a:t>
            </a:r>
            <a:endParaRPr lang="en-US" dirty="0" smtClean="0">
              <a:solidFill>
                <a:schemeClr val="bg1"/>
              </a:solidFill>
            </a:endParaRPr>
          </a:p>
          <a:p>
            <a:endParaRPr lang="en-US" dirty="0">
              <a:solidFill>
                <a:schemeClr val="bg1"/>
              </a:solidFill>
            </a:endParaRPr>
          </a:p>
        </p:txBody>
      </p:sp>
      <p:pic>
        <p:nvPicPr>
          <p:cNvPr id="4" name="Picture 3"/>
          <p:cNvPicPr>
            <a:picLocks noChangeAspect="1"/>
          </p:cNvPicPr>
          <p:nvPr/>
        </p:nvPicPr>
        <p:blipFill>
          <a:blip r:embed="rId2"/>
          <a:stretch>
            <a:fillRect/>
          </a:stretch>
        </p:blipFill>
        <p:spPr>
          <a:xfrm>
            <a:off x="1148116" y="-18107"/>
            <a:ext cx="7803672" cy="778598"/>
          </a:xfrm>
          <a:prstGeom prst="rect">
            <a:avLst/>
          </a:prstGeom>
        </p:spPr>
      </p:pic>
    </p:spTree>
    <p:extLst>
      <p:ext uri="{BB962C8B-B14F-4D97-AF65-F5344CB8AC3E}">
        <p14:creationId xmlns:p14="http://schemas.microsoft.com/office/powerpoint/2010/main" val="3864385271"/>
      </p:ext>
    </p:extLst>
  </p:cSld>
  <p:clrMapOvr>
    <a:masterClrMapping/>
  </p:clrMapOvr>
  <p:transition spd="slow">
    <p:randomBar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5643" y="2298301"/>
            <a:ext cx="5019472" cy="4188044"/>
          </a:xfrm>
          <a:prstGeom prst="rect">
            <a:avLst/>
          </a:prstGeom>
        </p:spPr>
      </p:pic>
      <p:pic>
        <p:nvPicPr>
          <p:cNvPr id="6" name="Picture 5"/>
          <p:cNvPicPr>
            <a:picLocks noChangeAspect="1"/>
          </p:cNvPicPr>
          <p:nvPr/>
        </p:nvPicPr>
        <p:blipFill>
          <a:blip r:embed="rId3"/>
          <a:stretch>
            <a:fillRect/>
          </a:stretch>
        </p:blipFill>
        <p:spPr>
          <a:xfrm>
            <a:off x="6167336" y="2298301"/>
            <a:ext cx="4299626" cy="4304776"/>
          </a:xfrm>
          <a:prstGeom prst="rect">
            <a:avLst/>
          </a:prstGeom>
        </p:spPr>
      </p:pic>
      <p:pic>
        <p:nvPicPr>
          <p:cNvPr id="8" name="Picture 7"/>
          <p:cNvPicPr>
            <a:picLocks noChangeAspect="1"/>
          </p:cNvPicPr>
          <p:nvPr/>
        </p:nvPicPr>
        <p:blipFill>
          <a:blip r:embed="rId4"/>
          <a:stretch>
            <a:fillRect/>
          </a:stretch>
        </p:blipFill>
        <p:spPr>
          <a:xfrm>
            <a:off x="1872574" y="119305"/>
            <a:ext cx="6605082" cy="1634248"/>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021774895"/>
      </p:ext>
    </p:extLst>
  </p:cSld>
  <p:clrMapOvr>
    <a:masterClrMapping/>
  </p:clrMapOvr>
  <p:transition spd="slow">
    <p:randomBar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282" y="344032"/>
            <a:ext cx="8596668" cy="823865"/>
          </a:xfrm>
          <a:solidFill>
            <a:srgbClr val="002060"/>
          </a:solidFill>
        </p:spPr>
        <p:txBody>
          <a:bodyPr/>
          <a:lstStyle/>
          <a:p>
            <a:pPr algn="ctr"/>
            <a:r>
              <a:rPr lang="en-US" dirty="0" smtClean="0">
                <a:solidFill>
                  <a:schemeClr val="bg1"/>
                </a:solidFill>
              </a:rPr>
              <a:t>STORAGE &amp; TRANSPORT</a:t>
            </a:r>
            <a:endParaRPr lang="en-US" dirty="0">
              <a:solidFill>
                <a:schemeClr val="bg1"/>
              </a:solidFill>
            </a:endParaRPr>
          </a:p>
        </p:txBody>
      </p:sp>
      <p:sp>
        <p:nvSpPr>
          <p:cNvPr id="3" name="Content Placeholder 2"/>
          <p:cNvSpPr>
            <a:spLocks noGrp="1"/>
          </p:cNvSpPr>
          <p:nvPr>
            <p:ph idx="1"/>
          </p:nvPr>
        </p:nvSpPr>
        <p:spPr>
          <a:xfrm>
            <a:off x="640282" y="1303700"/>
            <a:ext cx="8596668" cy="5572408"/>
          </a:xfrm>
          <a:solidFill>
            <a:srgbClr val="002060"/>
          </a:solidFill>
        </p:spPr>
        <p:txBody>
          <a:bodyPr/>
          <a:lstStyle/>
          <a:p>
            <a:r>
              <a:rPr lang="en-US" b="1" dirty="0">
                <a:solidFill>
                  <a:schemeClr val="bg1"/>
                </a:solidFill>
              </a:rPr>
              <a:t>Storage facility at Royal hospital is outside the building, locked and a sign posted at the entrance.</a:t>
            </a:r>
            <a:br>
              <a:rPr lang="en-US" b="1" dirty="0">
                <a:solidFill>
                  <a:schemeClr val="bg1"/>
                </a:solidFill>
              </a:rPr>
            </a:br>
            <a:endParaRPr lang="en-US" b="1" dirty="0" smtClean="0">
              <a:solidFill>
                <a:schemeClr val="bg1"/>
              </a:solidFill>
            </a:endParaRPr>
          </a:p>
          <a:p>
            <a:r>
              <a:rPr lang="en-US" b="1" dirty="0" smtClean="0">
                <a:solidFill>
                  <a:schemeClr val="bg1"/>
                </a:solidFill>
              </a:rPr>
              <a:t>There </a:t>
            </a:r>
            <a:r>
              <a:rPr lang="en-US" b="1" dirty="0">
                <a:solidFill>
                  <a:schemeClr val="bg1"/>
                </a:solidFill>
              </a:rPr>
              <a:t>is restriction of access to this </a:t>
            </a:r>
            <a:r>
              <a:rPr lang="en-US" b="1" dirty="0" smtClean="0">
                <a:solidFill>
                  <a:schemeClr val="bg1"/>
                </a:solidFill>
              </a:rPr>
              <a:t>area.</a:t>
            </a:r>
          </a:p>
          <a:p>
            <a:r>
              <a:rPr lang="en-US" b="1" dirty="0" smtClean="0">
                <a:solidFill>
                  <a:schemeClr val="bg1"/>
                </a:solidFill>
              </a:rPr>
              <a:t>During </a:t>
            </a:r>
            <a:r>
              <a:rPr lang="en-US" b="1" dirty="0">
                <a:solidFill>
                  <a:schemeClr val="bg1"/>
                </a:solidFill>
              </a:rPr>
              <a:t>movement of wastes segregation must be maintained and the batch of waste managed according to </a:t>
            </a:r>
            <a:r>
              <a:rPr lang="en-US" b="1" dirty="0" smtClean="0">
                <a:solidFill>
                  <a:schemeClr val="bg1"/>
                </a:solidFill>
              </a:rPr>
              <a:t>the</a:t>
            </a:r>
            <a:r>
              <a:rPr lang="en-US" b="1" dirty="0">
                <a:solidFill>
                  <a:schemeClr val="bg1"/>
                </a:solidFill>
              </a:rPr>
              <a:t> </a:t>
            </a:r>
            <a:r>
              <a:rPr lang="en-US" b="1" dirty="0" smtClean="0">
                <a:solidFill>
                  <a:schemeClr val="bg1"/>
                </a:solidFill>
              </a:rPr>
              <a:t>component </a:t>
            </a:r>
            <a:r>
              <a:rPr lang="en-US" b="1" dirty="0">
                <a:solidFill>
                  <a:schemeClr val="bg1"/>
                </a:solidFill>
              </a:rPr>
              <a:t>with the highest level of </a:t>
            </a:r>
            <a:r>
              <a:rPr lang="en-US" b="1" dirty="0" smtClean="0">
                <a:solidFill>
                  <a:schemeClr val="bg1"/>
                </a:solidFill>
              </a:rPr>
              <a:t>risk.</a:t>
            </a:r>
          </a:p>
          <a:p>
            <a:r>
              <a:rPr lang="en-US" b="1" dirty="0" smtClean="0">
                <a:solidFill>
                  <a:schemeClr val="bg1"/>
                </a:solidFill>
              </a:rPr>
              <a:t>The staff </a:t>
            </a:r>
            <a:r>
              <a:rPr lang="en-US" b="1" dirty="0">
                <a:solidFill>
                  <a:schemeClr val="bg1"/>
                </a:solidFill>
              </a:rPr>
              <a:t>should wear </a:t>
            </a:r>
            <a:r>
              <a:rPr lang="en-US" b="1" dirty="0" smtClean="0">
                <a:solidFill>
                  <a:schemeClr val="bg1"/>
                </a:solidFill>
              </a:rPr>
              <a:t>gloves </a:t>
            </a:r>
            <a:r>
              <a:rPr lang="en-US" b="1" dirty="0">
                <a:solidFill>
                  <a:schemeClr val="bg1"/>
                </a:solidFill>
              </a:rPr>
              <a:t>during </a:t>
            </a:r>
            <a:r>
              <a:rPr lang="en-US" b="1" dirty="0" smtClean="0">
                <a:solidFill>
                  <a:schemeClr val="bg1"/>
                </a:solidFill>
              </a:rPr>
              <a:t>transport Waste  </a:t>
            </a:r>
          </a:p>
          <a:p>
            <a:r>
              <a:rPr lang="en-US" b="1" dirty="0">
                <a:solidFill>
                  <a:schemeClr val="bg1"/>
                </a:solidFill>
              </a:rPr>
              <a:t>On-site transport of waste is usually from the initial </a:t>
            </a:r>
            <a:r>
              <a:rPr lang="en-US" b="1" dirty="0" smtClean="0">
                <a:solidFill>
                  <a:schemeClr val="bg1"/>
                </a:solidFill>
              </a:rPr>
              <a:t>storage </a:t>
            </a:r>
            <a:r>
              <a:rPr lang="en-US" b="1" dirty="0">
                <a:solidFill>
                  <a:schemeClr val="bg1"/>
                </a:solidFill>
              </a:rPr>
              <a:t>point to an assembly storage or </a:t>
            </a:r>
            <a:r>
              <a:rPr lang="en-US" b="1" dirty="0" smtClean="0">
                <a:solidFill>
                  <a:schemeClr val="bg1"/>
                </a:solidFill>
              </a:rPr>
              <a:t>treatment </a:t>
            </a:r>
            <a:r>
              <a:rPr lang="en-US" b="1" dirty="0">
                <a:solidFill>
                  <a:schemeClr val="bg1"/>
                </a:solidFill>
              </a:rPr>
              <a:t>area by means </a:t>
            </a:r>
            <a:r>
              <a:rPr lang="en-US" b="1" dirty="0" smtClean="0">
                <a:solidFill>
                  <a:schemeClr val="bg1"/>
                </a:solidFill>
              </a:rPr>
              <a:t>of trolleys</a:t>
            </a:r>
            <a:r>
              <a:rPr lang="en-US" b="1" dirty="0">
                <a:solidFill>
                  <a:schemeClr val="bg1"/>
                </a:solidFill>
              </a:rPr>
              <a:t>, which have a solid base and bounding to contain spills. Trolleys used for the movement of clinical wastes </a:t>
            </a:r>
            <a:r>
              <a:rPr lang="en-US" b="1" dirty="0" smtClean="0">
                <a:solidFill>
                  <a:schemeClr val="bg1"/>
                </a:solidFill>
              </a:rPr>
              <a:t>are designed </a:t>
            </a:r>
            <a:r>
              <a:rPr lang="en-US" b="1" dirty="0">
                <a:solidFill>
                  <a:schemeClr val="bg1"/>
                </a:solidFill>
              </a:rPr>
              <a:t>to prevent leakage, </a:t>
            </a:r>
            <a:r>
              <a:rPr lang="en-US" b="1" dirty="0" smtClean="0">
                <a:solidFill>
                  <a:schemeClr val="bg1"/>
                </a:solidFill>
              </a:rPr>
              <a:t>easily </a:t>
            </a:r>
            <a:r>
              <a:rPr lang="en-US" b="1" dirty="0">
                <a:solidFill>
                  <a:schemeClr val="bg1"/>
                </a:solidFill>
              </a:rPr>
              <a:t>cleaned and minimize manual handling</a:t>
            </a:r>
            <a:br>
              <a:rPr lang="en-US" b="1" dirty="0">
                <a:solidFill>
                  <a:schemeClr val="bg1"/>
                </a:solidFill>
              </a:rPr>
            </a:br>
            <a:endParaRPr lang="en-US" b="1" dirty="0">
              <a:solidFill>
                <a:schemeClr val="bg1"/>
              </a:solidFill>
            </a:endParaRPr>
          </a:p>
          <a:p>
            <a:r>
              <a:rPr lang="en-US" b="1" dirty="0" smtClean="0">
                <a:solidFill>
                  <a:schemeClr val="bg1"/>
                </a:solidFill>
              </a:rPr>
              <a:t>Waste </a:t>
            </a:r>
            <a:r>
              <a:rPr lang="en-US" b="1" dirty="0">
                <a:solidFill>
                  <a:schemeClr val="bg1"/>
                </a:solidFill>
              </a:rPr>
              <a:t>collection rounds should be performed so as to minimize housekeeping hazards associated with the storage </a:t>
            </a:r>
            <a:r>
              <a:rPr lang="en-US" b="1" dirty="0" smtClean="0">
                <a:solidFill>
                  <a:schemeClr val="bg1"/>
                </a:solidFill>
              </a:rPr>
              <a:t>of waste at ‘user’ sites .    </a:t>
            </a:r>
          </a:p>
          <a:p>
            <a:pPr marL="0" indent="0">
              <a:buNone/>
            </a:pPr>
            <a:r>
              <a:rPr lang="en-US" b="1" dirty="0" smtClean="0">
                <a:solidFill>
                  <a:schemeClr val="bg1"/>
                </a:solidFill>
              </a:rPr>
              <a:t>                                                                                                                                                               </a:t>
            </a:r>
            <a:endParaRPr lang="en-US" b="1" dirty="0">
              <a:solidFill>
                <a:schemeClr val="bg1"/>
              </a:solidFill>
            </a:endParaRPr>
          </a:p>
          <a:p>
            <a:pPr marL="0" indent="0">
              <a:buNone/>
            </a:pPr>
            <a:endParaRPr lang="en-US" b="1" dirty="0">
              <a:solidFill>
                <a:schemeClr val="bg1"/>
              </a:solidFill>
            </a:endParaRPr>
          </a:p>
          <a:p>
            <a:pPr marL="0" indent="0">
              <a:buNone/>
            </a:pPr>
            <a:endParaRPr lang="en-US" sz="2400" b="1" dirty="0" smtClean="0">
              <a:solidFill>
                <a:schemeClr val="bg1"/>
              </a:solidFill>
            </a:endParaRPr>
          </a:p>
          <a:p>
            <a:pPr marL="0" indent="0">
              <a:buNone/>
            </a:pPr>
            <a:endParaRPr lang="en-US" b="1" dirty="0" smtClean="0">
              <a:solidFill>
                <a:schemeClr val="bg1"/>
              </a:solidFill>
            </a:endParaRPr>
          </a:p>
        </p:txBody>
      </p:sp>
      <p:pic>
        <p:nvPicPr>
          <p:cNvPr id="4" name="Picture 3"/>
          <p:cNvPicPr>
            <a:picLocks noChangeAspect="1"/>
          </p:cNvPicPr>
          <p:nvPr/>
        </p:nvPicPr>
        <p:blipFill>
          <a:blip r:embed="rId2"/>
          <a:stretch>
            <a:fillRect/>
          </a:stretch>
        </p:blipFill>
        <p:spPr>
          <a:xfrm>
            <a:off x="9236950" y="2679825"/>
            <a:ext cx="2979102" cy="2951429"/>
          </a:xfrm>
          <a:prstGeom prst="rect">
            <a:avLst/>
          </a:prstGeom>
        </p:spPr>
      </p:pic>
    </p:spTree>
    <p:extLst>
      <p:ext uri="{BB962C8B-B14F-4D97-AF65-F5344CB8AC3E}">
        <p14:creationId xmlns:p14="http://schemas.microsoft.com/office/powerpoint/2010/main" val="2392916544"/>
      </p:ext>
    </p:extLst>
  </p:cSld>
  <p:clrMapOvr>
    <a:masterClrMapping/>
  </p:clrMapOvr>
  <p:transition spd="slow">
    <p:randomBar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799" y="0"/>
            <a:ext cx="8596668" cy="706170"/>
          </a:xfrm>
          <a:solidFill>
            <a:srgbClr val="002060"/>
          </a:solidFill>
        </p:spPr>
        <p:txBody>
          <a:bodyPr/>
          <a:lstStyle/>
          <a:p>
            <a:pPr algn="ctr"/>
            <a:r>
              <a:rPr lang="en-US" dirty="0" smtClean="0">
                <a:solidFill>
                  <a:schemeClr val="bg1"/>
                </a:solidFill>
              </a:rPr>
              <a:t>DISPOSEL OF WASTE</a:t>
            </a:r>
            <a:endParaRPr lang="en-US" dirty="0">
              <a:solidFill>
                <a:schemeClr val="bg1"/>
              </a:solidFill>
            </a:endParaRPr>
          </a:p>
        </p:txBody>
      </p:sp>
      <p:pic>
        <p:nvPicPr>
          <p:cNvPr id="6" name="Picture 5"/>
          <p:cNvPicPr>
            <a:picLocks noChangeAspect="1"/>
          </p:cNvPicPr>
          <p:nvPr/>
        </p:nvPicPr>
        <p:blipFill>
          <a:blip r:embed="rId2"/>
          <a:stretch>
            <a:fillRect/>
          </a:stretch>
        </p:blipFill>
        <p:spPr>
          <a:xfrm>
            <a:off x="586799" y="1023990"/>
            <a:ext cx="8445934" cy="5394916"/>
          </a:xfrm>
          <a:prstGeom prst="rect">
            <a:avLst/>
          </a:prstGeom>
        </p:spPr>
      </p:pic>
    </p:spTree>
    <p:extLst>
      <p:ext uri="{BB962C8B-B14F-4D97-AF65-F5344CB8AC3E}">
        <p14:creationId xmlns:p14="http://schemas.microsoft.com/office/powerpoint/2010/main" val="2384928786"/>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716412487"/>
              </p:ext>
            </p:extLst>
          </p:nvPr>
        </p:nvGraphicFramePr>
        <p:xfrm>
          <a:off x="1575303" y="67548"/>
          <a:ext cx="7188451" cy="8300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5"/>
          <p:cNvGraphicFramePr>
            <a:graphicFrameLocks noGrp="1"/>
          </p:cNvGraphicFramePr>
          <p:nvPr>
            <p:ph idx="1"/>
            <p:extLst>
              <p:ext uri="{D42A27DB-BD31-4B8C-83A1-F6EECF244321}">
                <p14:modId xmlns:p14="http://schemas.microsoft.com/office/powerpoint/2010/main" val="307467470"/>
              </p:ext>
            </p:extLst>
          </p:nvPr>
        </p:nvGraphicFramePr>
        <p:xfrm>
          <a:off x="823249" y="1752028"/>
          <a:ext cx="8596668" cy="38807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20296073"/>
      </p:ext>
    </p:extLst>
  </p:cSld>
  <p:clrMapOvr>
    <a:masterClrMapping/>
  </p:clrMapOvr>
  <p:transition spd="slow">
    <p:randomBar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86236" y="78650"/>
            <a:ext cx="9012954" cy="676962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51081200"/>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94985" y="0"/>
            <a:ext cx="7464540" cy="5598405"/>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extLst>
      <p:ext uri="{BB962C8B-B14F-4D97-AF65-F5344CB8AC3E}">
        <p14:creationId xmlns:p14="http://schemas.microsoft.com/office/powerpoint/2010/main" val="1203043644"/>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2751" y="124124"/>
            <a:ext cx="7134131" cy="5599464"/>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extLst>
      <p:ext uri="{BB962C8B-B14F-4D97-AF65-F5344CB8AC3E}">
        <p14:creationId xmlns:p14="http://schemas.microsoft.com/office/powerpoint/2010/main" val="1367479791"/>
      </p:ext>
    </p:extLst>
  </p:cSld>
  <p:clrMapOvr>
    <a:masterClrMapping/>
  </p:clrMapOvr>
  <p:transition spd="slow">
    <p:randomBar dir="vert"/>
  </p:transition>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