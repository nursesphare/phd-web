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defaultTextStyle>
    <a:defPPr defTabSz="914400" hangingPunct="0" indent="0" latinLnBrk="1" lvl="0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</a:defRPr>
    </a:defPPr>
    <a:lvl1pPr defTabSz="457200" hangingPunct="0" indent="0" latinLnBrk="0" lvl="0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j-lt"/>
        <a:ea typeface="+mj-ea"/>
        <a:cs typeface="+mj-cs"/>
        <a:sym typeface="Helvetica"/>
      </a:defRPr>
    </a:lvl1pPr>
    <a:lvl2pPr defTabSz="457200" hangingPunct="0" indent="0" latinLnBrk="0" lvl="1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j-lt"/>
        <a:ea typeface="+mj-ea"/>
        <a:cs typeface="+mj-cs"/>
        <a:sym typeface="Helvetica"/>
      </a:defRPr>
    </a:lvl2pPr>
    <a:lvl3pPr defTabSz="457200" hangingPunct="0" indent="0" latinLnBrk="0" lvl="2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j-lt"/>
        <a:ea typeface="+mj-ea"/>
        <a:cs typeface="+mj-cs"/>
        <a:sym typeface="Helvetica"/>
      </a:defRPr>
    </a:lvl3pPr>
    <a:lvl4pPr defTabSz="457200" hangingPunct="0" indent="0" latinLnBrk="0" lvl="3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j-lt"/>
        <a:ea typeface="+mj-ea"/>
        <a:cs typeface="+mj-cs"/>
        <a:sym typeface="Helvetica"/>
      </a:defRPr>
    </a:lvl4pPr>
    <a:lvl5pPr defTabSz="457200" hangingPunct="0" indent="0" latinLnBrk="0" lvl="4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j-lt"/>
        <a:ea typeface="+mj-ea"/>
        <a:cs typeface="+mj-cs"/>
        <a:sym typeface="Helvetica"/>
      </a:defRPr>
    </a:lvl5pPr>
    <a:lvl6pPr defTabSz="457200" hangingPunct="0" indent="0" latinLnBrk="0" lvl="5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j-lt"/>
        <a:ea typeface="+mj-ea"/>
        <a:cs typeface="+mj-cs"/>
        <a:sym typeface="Helvetica"/>
      </a:defRPr>
    </a:lvl6pPr>
    <a:lvl7pPr defTabSz="457200" hangingPunct="0" indent="0" latinLnBrk="0" lvl="6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j-lt"/>
        <a:ea typeface="+mj-ea"/>
        <a:cs typeface="+mj-cs"/>
        <a:sym typeface="Helvetica"/>
      </a:defRPr>
    </a:lvl7pPr>
    <a:lvl8pPr defTabSz="457200" hangingPunct="0" indent="0" latinLnBrk="0" lvl="7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j-lt"/>
        <a:ea typeface="+mj-ea"/>
        <a:cs typeface="+mj-cs"/>
        <a:sym typeface="Helvetica"/>
      </a:defRPr>
    </a:lvl8pPr>
    <a:lvl9pPr defTabSz="457200" hangingPunct="0" indent="0" latinLnBrk="0" lvl="8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j-lt"/>
        <a:ea typeface="+mj-ea"/>
        <a:cs typeface="+mj-cs"/>
        <a:sym typeface="Helvetica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cap="flat" w="12700">
              <a:solidFill>
                <a:srgbClr val="FFFFFF"/>
              </a:solidFill>
              <a:prstDash val="solid"/>
              <a:round/>
            </a:ln>
          </a:left>
          <a:right>
            <a:ln cap="flat" w="12700">
              <a:solidFill>
                <a:srgbClr val="FFFFFF"/>
              </a:solidFill>
              <a:prstDash val="solid"/>
              <a:round/>
            </a:ln>
          </a:right>
          <a:top>
            <a:ln cap="flat" w="12700">
              <a:solidFill>
                <a:srgbClr val="FFFFFF"/>
              </a:solidFill>
              <a:prstDash val="solid"/>
              <a:round/>
            </a:ln>
          </a:top>
          <a:bottom>
            <a:ln cap="flat" w="12700">
              <a:solidFill>
                <a:srgbClr val="FFFFFF"/>
              </a:solidFill>
              <a:prstDash val="solid"/>
              <a:round/>
            </a:ln>
          </a:bottom>
          <a:insideH>
            <a:ln cap="flat" w="12700">
              <a:solidFill>
                <a:srgbClr val="FFFFFF"/>
              </a:solidFill>
              <a:prstDash val="solid"/>
              <a:round/>
            </a:ln>
          </a:insideH>
          <a:insideV>
            <a:ln cap="flat" w="12700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4CAD2"/>
          </a:solidFill>
        </a:fill>
      </a:tcStyle>
    </a:wholeTbl>
    <a:band2H>
      <a:tcTxStyle/>
      <a:tcStyle>
        <a:tcBdr/>
        <a:fill>
          <a:solidFill>
            <a:srgbClr val="F2E6E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cap="flat" w="12700">
              <a:solidFill>
                <a:srgbClr val="FFFFFF"/>
              </a:solidFill>
              <a:prstDash val="solid"/>
              <a:round/>
            </a:ln>
          </a:left>
          <a:right>
            <a:ln cap="flat" w="12700">
              <a:solidFill>
                <a:srgbClr val="FFFFFF"/>
              </a:solidFill>
              <a:prstDash val="solid"/>
              <a:round/>
            </a:ln>
          </a:right>
          <a:top>
            <a:ln cap="flat" w="12700">
              <a:solidFill>
                <a:srgbClr val="FFFFFF"/>
              </a:solidFill>
              <a:prstDash val="solid"/>
              <a:round/>
            </a:ln>
          </a:top>
          <a:bottom>
            <a:ln cap="flat" w="12700">
              <a:solidFill>
                <a:srgbClr val="FFFFFF"/>
              </a:solidFill>
              <a:prstDash val="solid"/>
              <a:round/>
            </a:ln>
          </a:bottom>
          <a:insideH>
            <a:ln cap="flat" w="12700">
              <a:solidFill>
                <a:srgbClr val="FFFFFF"/>
              </a:solidFill>
              <a:prstDash val="solid"/>
              <a:round/>
            </a:ln>
          </a:insideH>
          <a:insideV>
            <a:ln cap="flat" w="12700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cap="flat" w="12700">
              <a:solidFill>
                <a:srgbClr val="FFFFFF"/>
              </a:solidFill>
              <a:prstDash val="solid"/>
              <a:round/>
            </a:ln>
          </a:left>
          <a:right>
            <a:ln cap="flat" w="12700">
              <a:solidFill>
                <a:srgbClr val="FFFFFF"/>
              </a:solidFill>
              <a:prstDash val="solid"/>
              <a:round/>
            </a:ln>
          </a:right>
          <a:top>
            <a:ln cap="flat" w="38100">
              <a:solidFill>
                <a:srgbClr val="FFFFFF"/>
              </a:solidFill>
              <a:prstDash val="solid"/>
              <a:round/>
            </a:ln>
          </a:top>
          <a:bottom>
            <a:ln cap="flat" w="12700">
              <a:solidFill>
                <a:srgbClr val="FFFFFF"/>
              </a:solidFill>
              <a:prstDash val="solid"/>
              <a:round/>
            </a:ln>
          </a:bottom>
          <a:insideH>
            <a:ln cap="flat" w="12700">
              <a:solidFill>
                <a:srgbClr val="FFFFFF"/>
              </a:solidFill>
              <a:prstDash val="solid"/>
              <a:round/>
            </a:ln>
          </a:insideH>
          <a:insideV>
            <a:ln cap="flat" w="12700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cap="flat" w="12700">
              <a:solidFill>
                <a:srgbClr val="FFFFFF"/>
              </a:solidFill>
              <a:prstDash val="solid"/>
              <a:round/>
            </a:ln>
          </a:left>
          <a:right>
            <a:ln cap="flat" w="12700">
              <a:solidFill>
                <a:srgbClr val="FFFFFF"/>
              </a:solidFill>
              <a:prstDash val="solid"/>
              <a:round/>
            </a:ln>
          </a:right>
          <a:top>
            <a:ln cap="flat" w="12700">
              <a:solidFill>
                <a:srgbClr val="FFFFFF"/>
              </a:solidFill>
              <a:prstDash val="solid"/>
              <a:round/>
            </a:ln>
          </a:top>
          <a:bottom>
            <a:ln cap="flat" w="38100">
              <a:solidFill>
                <a:srgbClr val="FFFFFF"/>
              </a:solidFill>
              <a:prstDash val="solid"/>
              <a:round/>
            </a:ln>
          </a:bottom>
          <a:insideH>
            <a:ln cap="flat" w="12700">
              <a:solidFill>
                <a:srgbClr val="FFFFFF"/>
              </a:solidFill>
              <a:prstDash val="solid"/>
              <a:round/>
            </a:ln>
          </a:insideH>
          <a:insideV>
            <a:ln cap="flat" w="12700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3" name="Shape 29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347017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entury Gothic"/>
      </a:defRPr>
    </a:lvl1pPr>
    <a:lvl2pPr indent="228600" defTabSz="457200" latinLnBrk="0">
      <a:defRPr sz="1200">
        <a:latin typeface="+mn-lt"/>
        <a:ea typeface="+mn-ea"/>
        <a:cs typeface="+mn-cs"/>
        <a:sym typeface="Century Gothic"/>
      </a:defRPr>
    </a:lvl2pPr>
    <a:lvl3pPr indent="457200" defTabSz="457200" latinLnBrk="0">
      <a:defRPr sz="1200">
        <a:latin typeface="+mn-lt"/>
        <a:ea typeface="+mn-ea"/>
        <a:cs typeface="+mn-cs"/>
        <a:sym typeface="Century Gothic"/>
      </a:defRPr>
    </a:lvl3pPr>
    <a:lvl4pPr indent="685800" defTabSz="457200" latinLnBrk="0">
      <a:defRPr sz="1200">
        <a:latin typeface="+mn-lt"/>
        <a:ea typeface="+mn-ea"/>
        <a:cs typeface="+mn-cs"/>
        <a:sym typeface="Century Gothic"/>
      </a:defRPr>
    </a:lvl4pPr>
    <a:lvl5pPr indent="914400" defTabSz="457200" latinLnBrk="0">
      <a:defRPr sz="1200">
        <a:latin typeface="+mn-lt"/>
        <a:ea typeface="+mn-ea"/>
        <a:cs typeface="+mn-cs"/>
        <a:sym typeface="Century Gothic"/>
      </a:defRPr>
    </a:lvl5pPr>
    <a:lvl6pPr indent="1143000" defTabSz="457200" latinLnBrk="0">
      <a:defRPr sz="1200">
        <a:latin typeface="+mn-lt"/>
        <a:ea typeface="+mn-ea"/>
        <a:cs typeface="+mn-cs"/>
        <a:sym typeface="Century Gothic"/>
      </a:defRPr>
    </a:lvl6pPr>
    <a:lvl7pPr indent="1371600" defTabSz="457200" latinLnBrk="0">
      <a:defRPr sz="1200">
        <a:latin typeface="+mn-lt"/>
        <a:ea typeface="+mn-ea"/>
        <a:cs typeface="+mn-cs"/>
        <a:sym typeface="Century Gothic"/>
      </a:defRPr>
    </a:lvl7pPr>
    <a:lvl8pPr indent="1600200" defTabSz="457200" latinLnBrk="0">
      <a:defRPr sz="1200">
        <a:latin typeface="+mn-lt"/>
        <a:ea typeface="+mn-ea"/>
        <a:cs typeface="+mn-cs"/>
        <a:sym typeface="Century Gothic"/>
      </a:defRPr>
    </a:lvl8pPr>
    <a:lvl9pPr indent="1828800" defTabSz="457200" latinLnBrk="0">
      <a:defRPr sz="1200">
        <a:latin typeface="+mn-lt"/>
        <a:ea typeface="+mn-ea"/>
        <a:cs typeface="+mn-cs"/>
        <a:sym typeface="Century Gothic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6"/>
          <p:cNvGrpSpPr/>
          <p:nvPr/>
        </p:nvGrpSpPr>
        <p:grpSpPr>
          <a:xfrm>
            <a:off x="-4" y="0"/>
            <a:ext cx="12192006" cy="6858001"/>
            <a:chOff x="-2" y="0"/>
            <a:chExt cx="12192005" cy="6858000"/>
          </a:xfrm>
        </p:grpSpPr>
        <p:sp>
          <p:nvSpPr>
            <p:cNvPr id="22" name="Rectangle 8"/>
            <p:cNvSpPr/>
            <p:nvPr/>
          </p:nvSpPr>
          <p:spPr>
            <a:xfrm>
              <a:off x="-2" y="0"/>
              <a:ext cx="12192003" cy="6858000"/>
            </a:xfrm>
            <a:prstGeom prst="rect">
              <a:avLst/>
            </a:prstGeom>
            <a:blipFill rotWithShape="1">
              <a:blip r:embed="rId2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3" name="Freeform 5"/>
            <p:cNvSpPr/>
            <p:nvPr/>
          </p:nvSpPr>
          <p:spPr>
            <a:xfrm>
              <a:off x="-3" y="1585"/>
              <a:ext cx="12192006" cy="68564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  <a:moveTo>
                    <a:pt x="20745" y="20100"/>
                  </a:moveTo>
                  <a:lnTo>
                    <a:pt x="844" y="20100"/>
                  </a:lnTo>
                  <a:lnTo>
                    <a:pt x="844" y="1480"/>
                  </a:lnTo>
                  <a:lnTo>
                    <a:pt x="20745" y="1480"/>
                  </a:lnTo>
                  <a:lnTo>
                    <a:pt x="20745" y="201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</p:grpSp>
      <p:sp>
        <p:nvSpPr>
          <p:cNvPr id="25" name="Title Text"/>
          <p:cNvSpPr txBox="1">
            <a:spLocks noGrp="1"/>
          </p:cNvSpPr>
          <p:nvPr>
            <p:ph type="title"/>
          </p:nvPr>
        </p:nvSpPr>
        <p:spPr>
          <a:xfrm>
            <a:off x="1154954" y="2099733"/>
            <a:ext cx="8825660" cy="2677651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t>Title Text</a:t>
            </a:r>
          </a:p>
        </p:txBody>
      </p:sp>
      <p:sp>
        <p:nvSpPr>
          <p:cNvPr id="2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4777380"/>
            <a:ext cx="8825660" cy="861423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cap="all">
                <a:solidFill>
                  <a:srgbClr val="EF53A5"/>
                </a:solidFill>
              </a:defRPr>
            </a:lvl1pPr>
            <a:lvl2pPr marL="0" indent="0">
              <a:buClrTx/>
              <a:buSzTx/>
              <a:buNone/>
              <a:defRPr cap="all">
                <a:solidFill>
                  <a:srgbClr val="EF53A5"/>
                </a:solidFill>
              </a:defRPr>
            </a:lvl2pPr>
            <a:lvl3pPr marL="0" indent="0">
              <a:buClrTx/>
              <a:buSzTx/>
              <a:buNone/>
              <a:defRPr cap="all">
                <a:solidFill>
                  <a:srgbClr val="EF53A5"/>
                </a:solidFill>
              </a:defRPr>
            </a:lvl3pPr>
            <a:lvl4pPr marL="0" indent="0">
              <a:buClrTx/>
              <a:buSzTx/>
              <a:buNone/>
              <a:defRPr cap="all">
                <a:solidFill>
                  <a:srgbClr val="EF53A5"/>
                </a:solidFill>
              </a:defRPr>
            </a:lvl4pPr>
            <a:lvl5pPr marL="0" indent="0">
              <a:buClrTx/>
              <a:buSzTx/>
              <a:buNone/>
              <a:defRPr cap="all">
                <a:solidFill>
                  <a:srgbClr val="EF53A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" name="Rectangle 10"/>
          <p:cNvSpPr/>
          <p:nvPr/>
        </p:nvSpPr>
        <p:spPr>
          <a:xfrm>
            <a:off x="10437810" y="0"/>
            <a:ext cx="685803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entury Gothic"/>
              </a:defRPr>
            </a:pPr>
            <a:endParaRPr/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7"/>
          <p:cNvGrpSpPr/>
          <p:nvPr/>
        </p:nvGrpSpPr>
        <p:grpSpPr>
          <a:xfrm>
            <a:off x="-6" y="0"/>
            <a:ext cx="12192007" cy="6858001"/>
            <a:chOff x="-3" y="0"/>
            <a:chExt cx="12192005" cy="6858000"/>
          </a:xfrm>
        </p:grpSpPr>
        <p:sp>
          <p:nvSpPr>
            <p:cNvPr id="44" name="Rectangle 13"/>
            <p:cNvSpPr/>
            <p:nvPr/>
          </p:nvSpPr>
          <p:spPr>
            <a:xfrm>
              <a:off x="-3" y="0"/>
              <a:ext cx="12192004" cy="6858000"/>
            </a:xfrm>
            <a:prstGeom prst="rect">
              <a:avLst/>
            </a:prstGeom>
            <a:blipFill rotWithShape="1">
              <a:blip r:embed="rId2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45" name="Oval 16"/>
            <p:cNvSpPr/>
            <p:nvPr/>
          </p:nvSpPr>
          <p:spPr>
            <a:xfrm>
              <a:off x="-4" y="2667000"/>
              <a:ext cx="4191005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36000">
                  <a:schemeClr val="accent5">
                    <a:alpha val="10000"/>
                  </a:schemeClr>
                </a:gs>
                <a:gs pos="75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46" name="Oval 17"/>
            <p:cNvSpPr/>
            <p:nvPr/>
          </p:nvSpPr>
          <p:spPr>
            <a:xfrm>
              <a:off x="-4" y="2895600"/>
              <a:ext cx="2362205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3600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47" name="Oval 18"/>
            <p:cNvSpPr/>
            <p:nvPr/>
          </p:nvSpPr>
          <p:spPr>
            <a:xfrm>
              <a:off x="8609010" y="5867400"/>
              <a:ext cx="990605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66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48" name="Oval 19"/>
            <p:cNvSpPr/>
            <p:nvPr/>
          </p:nvSpPr>
          <p:spPr>
            <a:xfrm>
              <a:off x="8609010" y="1676400"/>
              <a:ext cx="2819405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36000">
                  <a:schemeClr val="accent5">
                    <a:alpha val="6000"/>
                  </a:schemeClr>
                </a:gs>
                <a:gs pos="69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49" name="Oval 20"/>
            <p:cNvSpPr/>
            <p:nvPr/>
          </p:nvSpPr>
          <p:spPr>
            <a:xfrm>
              <a:off x="7999410" y="8462"/>
              <a:ext cx="1600205" cy="1600203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73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50" name="Rectangle 9"/>
            <p:cNvSpPr/>
            <p:nvPr/>
          </p:nvSpPr>
          <p:spPr>
            <a:xfrm>
              <a:off x="7289800" y="402163"/>
              <a:ext cx="4478865" cy="605367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51" name="Freeform 5"/>
            <p:cNvSpPr/>
            <p:nvPr/>
          </p:nvSpPr>
          <p:spPr>
            <a:xfrm rot="16200000">
              <a:off x="3787242" y="2801720"/>
              <a:ext cx="6053673" cy="1254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519"/>
                  </a:lnTo>
                  <a:lnTo>
                    <a:pt x="21600" y="21600"/>
                  </a:lnTo>
                  <a:lnTo>
                    <a:pt x="21600" y="19"/>
                  </a:lnTo>
                  <a:lnTo>
                    <a:pt x="21110" y="421"/>
                  </a:lnTo>
                  <a:lnTo>
                    <a:pt x="20622" y="805"/>
                  </a:lnTo>
                  <a:lnTo>
                    <a:pt x="20131" y="1180"/>
                  </a:lnTo>
                  <a:lnTo>
                    <a:pt x="19639" y="1501"/>
                  </a:lnTo>
                  <a:lnTo>
                    <a:pt x="19148" y="1825"/>
                  </a:lnTo>
                  <a:lnTo>
                    <a:pt x="18656" y="2128"/>
                  </a:lnTo>
                  <a:lnTo>
                    <a:pt x="18170" y="2387"/>
                  </a:lnTo>
                  <a:lnTo>
                    <a:pt x="17677" y="2633"/>
                  </a:lnTo>
                  <a:lnTo>
                    <a:pt x="17187" y="2857"/>
                  </a:lnTo>
                  <a:lnTo>
                    <a:pt x="16705" y="3051"/>
                  </a:lnTo>
                  <a:lnTo>
                    <a:pt x="16217" y="3245"/>
                  </a:lnTo>
                  <a:lnTo>
                    <a:pt x="15736" y="3407"/>
                  </a:lnTo>
                  <a:lnTo>
                    <a:pt x="15254" y="3534"/>
                  </a:lnTo>
                  <a:lnTo>
                    <a:pt x="14774" y="3667"/>
                  </a:lnTo>
                  <a:lnTo>
                    <a:pt x="14299" y="3777"/>
                  </a:lnTo>
                  <a:lnTo>
                    <a:pt x="13828" y="3856"/>
                  </a:lnTo>
                  <a:lnTo>
                    <a:pt x="13357" y="3923"/>
                  </a:lnTo>
                  <a:lnTo>
                    <a:pt x="12891" y="3988"/>
                  </a:lnTo>
                  <a:lnTo>
                    <a:pt x="12431" y="4018"/>
                  </a:lnTo>
                  <a:lnTo>
                    <a:pt x="11971" y="4050"/>
                  </a:lnTo>
                  <a:lnTo>
                    <a:pt x="11517" y="4066"/>
                  </a:lnTo>
                  <a:lnTo>
                    <a:pt x="11068" y="4050"/>
                  </a:lnTo>
                  <a:lnTo>
                    <a:pt x="10623" y="4050"/>
                  </a:lnTo>
                  <a:lnTo>
                    <a:pt x="10182" y="4018"/>
                  </a:lnTo>
                  <a:lnTo>
                    <a:pt x="9750" y="3969"/>
                  </a:lnTo>
                  <a:lnTo>
                    <a:pt x="9323" y="3923"/>
                  </a:lnTo>
                  <a:lnTo>
                    <a:pt x="8904" y="3872"/>
                  </a:lnTo>
                  <a:lnTo>
                    <a:pt x="8487" y="3794"/>
                  </a:lnTo>
                  <a:lnTo>
                    <a:pt x="8076" y="3710"/>
                  </a:lnTo>
                  <a:lnTo>
                    <a:pt x="7674" y="3634"/>
                  </a:lnTo>
                  <a:lnTo>
                    <a:pt x="6890" y="3421"/>
                  </a:lnTo>
                  <a:lnTo>
                    <a:pt x="6139" y="3194"/>
                  </a:lnTo>
                  <a:lnTo>
                    <a:pt x="5417" y="2957"/>
                  </a:lnTo>
                  <a:lnTo>
                    <a:pt x="4735" y="2695"/>
                  </a:lnTo>
                  <a:lnTo>
                    <a:pt x="4082" y="2422"/>
                  </a:lnTo>
                  <a:lnTo>
                    <a:pt x="3478" y="2128"/>
                  </a:lnTo>
                  <a:lnTo>
                    <a:pt x="2910" y="1839"/>
                  </a:lnTo>
                  <a:lnTo>
                    <a:pt x="2387" y="1550"/>
                  </a:lnTo>
                  <a:lnTo>
                    <a:pt x="1907" y="1277"/>
                  </a:lnTo>
                  <a:lnTo>
                    <a:pt x="1482" y="1018"/>
                  </a:lnTo>
                  <a:lnTo>
                    <a:pt x="1097" y="772"/>
                  </a:lnTo>
                  <a:lnTo>
                    <a:pt x="773" y="567"/>
                  </a:lnTo>
                  <a:lnTo>
                    <a:pt x="501" y="373"/>
                  </a:lnTo>
                  <a:lnTo>
                    <a:pt x="127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52" name="Freeform 5"/>
            <p:cNvSpPr/>
            <p:nvPr/>
          </p:nvSpPr>
          <p:spPr>
            <a:xfrm rot="15922489">
              <a:off x="4698343" y="1826083"/>
              <a:ext cx="3299409" cy="440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1" extrusionOk="0">
                  <a:moveTo>
                    <a:pt x="184" y="10323"/>
                  </a:moveTo>
                  <a:cubicBezTo>
                    <a:pt x="3750" y="15945"/>
                    <a:pt x="16252" y="21600"/>
                    <a:pt x="21509" y="21571"/>
                  </a:cubicBezTo>
                  <a:cubicBezTo>
                    <a:pt x="21576" y="7983"/>
                    <a:pt x="21533" y="13589"/>
                    <a:pt x="21600" y="0"/>
                  </a:cubicBezTo>
                  <a:lnTo>
                    <a:pt x="20881" y="832"/>
                  </a:lnTo>
                  <a:lnTo>
                    <a:pt x="20161" y="1631"/>
                  </a:lnTo>
                  <a:lnTo>
                    <a:pt x="19442" y="2405"/>
                  </a:lnTo>
                  <a:lnTo>
                    <a:pt x="18721" y="3070"/>
                  </a:lnTo>
                  <a:lnTo>
                    <a:pt x="17999" y="3739"/>
                  </a:lnTo>
                  <a:lnTo>
                    <a:pt x="17278" y="4366"/>
                  </a:lnTo>
                  <a:lnTo>
                    <a:pt x="16565" y="4901"/>
                  </a:lnTo>
                  <a:lnTo>
                    <a:pt x="15839" y="5402"/>
                  </a:lnTo>
                  <a:lnTo>
                    <a:pt x="15120" y="5871"/>
                  </a:lnTo>
                  <a:lnTo>
                    <a:pt x="14414" y="6270"/>
                  </a:lnTo>
                  <a:lnTo>
                    <a:pt x="13694" y="6670"/>
                  </a:lnTo>
                  <a:lnTo>
                    <a:pt x="12988" y="7008"/>
                  </a:lnTo>
                  <a:lnTo>
                    <a:pt x="12282" y="7273"/>
                  </a:lnTo>
                  <a:lnTo>
                    <a:pt x="11575" y="7542"/>
                  </a:lnTo>
                  <a:lnTo>
                    <a:pt x="10878" y="7771"/>
                  </a:lnTo>
                  <a:lnTo>
                    <a:pt x="10189" y="7942"/>
                  </a:lnTo>
                  <a:lnTo>
                    <a:pt x="9495" y="8072"/>
                  </a:lnTo>
                  <a:lnTo>
                    <a:pt x="8811" y="8207"/>
                  </a:lnTo>
                  <a:lnTo>
                    <a:pt x="8135" y="8272"/>
                  </a:lnTo>
                  <a:lnTo>
                    <a:pt x="7461" y="8342"/>
                  </a:lnTo>
                  <a:lnTo>
                    <a:pt x="6793" y="8370"/>
                  </a:lnTo>
                  <a:lnTo>
                    <a:pt x="6132" y="8342"/>
                  </a:lnTo>
                  <a:lnTo>
                    <a:pt x="5480" y="8342"/>
                  </a:lnTo>
                  <a:lnTo>
                    <a:pt x="4834" y="8272"/>
                  </a:lnTo>
                  <a:lnTo>
                    <a:pt x="4197" y="8170"/>
                  </a:lnTo>
                  <a:lnTo>
                    <a:pt x="3570" y="8072"/>
                  </a:lnTo>
                  <a:lnTo>
                    <a:pt x="2955" y="7971"/>
                  </a:lnTo>
                  <a:lnTo>
                    <a:pt x="2344" y="7807"/>
                  </a:lnTo>
                  <a:lnTo>
                    <a:pt x="1741" y="7636"/>
                  </a:lnTo>
                  <a:lnTo>
                    <a:pt x="1151" y="7473"/>
                  </a:lnTo>
                  <a:lnTo>
                    <a:pt x="0" y="7037"/>
                  </a:lnTo>
                  <a:cubicBezTo>
                    <a:pt x="60" y="8134"/>
                    <a:pt x="123" y="9226"/>
                    <a:pt x="184" y="10323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53" name="Freeform 5"/>
            <p:cNvSpPr/>
            <p:nvPr/>
          </p:nvSpPr>
          <p:spPr>
            <a:xfrm>
              <a:off x="-2" y="1585"/>
              <a:ext cx="12192004" cy="68564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  <a:moveTo>
                    <a:pt x="20745" y="20100"/>
                  </a:moveTo>
                  <a:lnTo>
                    <a:pt x="844" y="20100"/>
                  </a:lnTo>
                  <a:lnTo>
                    <a:pt x="844" y="1480"/>
                  </a:lnTo>
                  <a:lnTo>
                    <a:pt x="20745" y="1480"/>
                  </a:lnTo>
                  <a:lnTo>
                    <a:pt x="20745" y="201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</p:grpSp>
      <p:sp>
        <p:nvSpPr>
          <p:cNvPr id="55" name="Title Text"/>
          <p:cNvSpPr txBox="1">
            <a:spLocks noGrp="1"/>
          </p:cNvSpPr>
          <p:nvPr>
            <p:ph type="title"/>
          </p:nvPr>
        </p:nvSpPr>
        <p:spPr>
          <a:xfrm>
            <a:off x="1154954" y="2677645"/>
            <a:ext cx="4351026" cy="2283826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895558" y="2677641"/>
            <a:ext cx="3757549" cy="2283827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2000" cap="all">
                <a:solidFill>
                  <a:srgbClr val="EF53A5"/>
                </a:solidFill>
              </a:defRPr>
            </a:lvl1pPr>
            <a:lvl2pPr marL="0" indent="0">
              <a:buClrTx/>
              <a:buSzTx/>
              <a:buNone/>
              <a:defRPr sz="2000" cap="all">
                <a:solidFill>
                  <a:srgbClr val="EF53A5"/>
                </a:solidFill>
              </a:defRPr>
            </a:lvl2pPr>
            <a:lvl3pPr marL="0" indent="0">
              <a:buClrTx/>
              <a:buSzTx/>
              <a:buNone/>
              <a:defRPr sz="2000" cap="all">
                <a:solidFill>
                  <a:srgbClr val="EF53A5"/>
                </a:solidFill>
              </a:defRPr>
            </a:lvl3pPr>
            <a:lvl4pPr marL="0" indent="0">
              <a:buClrTx/>
              <a:buSzTx/>
              <a:buNone/>
              <a:defRPr sz="2000" cap="all">
                <a:solidFill>
                  <a:srgbClr val="EF53A5"/>
                </a:solidFill>
              </a:defRPr>
            </a:lvl4pPr>
            <a:lvl5pPr marL="0" indent="0">
              <a:buClrTx/>
              <a:buSzTx/>
              <a:buNone/>
              <a:defRPr sz="2000" cap="all">
                <a:solidFill>
                  <a:srgbClr val="EF53A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Rectangle 15"/>
          <p:cNvSpPr/>
          <p:nvPr/>
        </p:nvSpPr>
        <p:spPr>
          <a:xfrm>
            <a:off x="10437810" y="0"/>
            <a:ext cx="685803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entury Gothic"/>
              </a:defRPr>
            </a:pPr>
            <a:endParaRPr/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2603500"/>
            <a:ext cx="4825159" cy="341630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2603500"/>
            <a:ext cx="4825159" cy="57626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lvl1pPr>
            <a:lvl2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lvl2pPr>
            <a:lvl3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lvl3pPr>
            <a:lvl4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lvl4pPr>
            <a:lvl5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208712" y="2603500"/>
            <a:ext cx="4825162" cy="576263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6"/>
          <p:cNvSpPr/>
          <p:nvPr/>
        </p:nvSpPr>
        <p:spPr>
          <a:xfrm>
            <a:off x="10437810" y="0"/>
            <a:ext cx="685803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entury Gothic"/>
              </a:defRPr>
            </a:pPr>
            <a:endParaRPr/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8"/>
          <p:cNvGrpSpPr/>
          <p:nvPr/>
        </p:nvGrpSpPr>
        <p:grpSpPr>
          <a:xfrm>
            <a:off x="-6" y="0"/>
            <a:ext cx="12192007" cy="6858001"/>
            <a:chOff x="-3" y="0"/>
            <a:chExt cx="12192005" cy="6858000"/>
          </a:xfrm>
        </p:grpSpPr>
        <p:sp>
          <p:nvSpPr>
            <p:cNvPr id="100" name="Rectangle 13"/>
            <p:cNvSpPr/>
            <p:nvPr/>
          </p:nvSpPr>
          <p:spPr>
            <a:xfrm>
              <a:off x="-3" y="0"/>
              <a:ext cx="12192004" cy="6858000"/>
            </a:xfrm>
            <a:prstGeom prst="rect">
              <a:avLst/>
            </a:prstGeom>
            <a:blipFill rotWithShape="1">
              <a:blip r:embed="rId2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01" name="Oval 16"/>
            <p:cNvSpPr/>
            <p:nvPr/>
          </p:nvSpPr>
          <p:spPr>
            <a:xfrm>
              <a:off x="-4" y="2667000"/>
              <a:ext cx="4191005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36000">
                  <a:schemeClr val="accent5">
                    <a:alpha val="10000"/>
                  </a:schemeClr>
                </a:gs>
                <a:gs pos="75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02" name="Oval 18"/>
            <p:cNvSpPr/>
            <p:nvPr/>
          </p:nvSpPr>
          <p:spPr>
            <a:xfrm>
              <a:off x="-4" y="2895600"/>
              <a:ext cx="2362205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3600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03" name="Oval 19"/>
            <p:cNvSpPr/>
            <p:nvPr/>
          </p:nvSpPr>
          <p:spPr>
            <a:xfrm>
              <a:off x="8609010" y="5867400"/>
              <a:ext cx="990605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66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04" name="Oval 20"/>
            <p:cNvSpPr/>
            <p:nvPr/>
          </p:nvSpPr>
          <p:spPr>
            <a:xfrm>
              <a:off x="8609010" y="1676400"/>
              <a:ext cx="2819405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36000">
                  <a:schemeClr val="accent5">
                    <a:alpha val="6000"/>
                  </a:schemeClr>
                </a:gs>
                <a:gs pos="69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05" name="Oval 21"/>
            <p:cNvSpPr/>
            <p:nvPr/>
          </p:nvSpPr>
          <p:spPr>
            <a:xfrm>
              <a:off x="7999410" y="8462"/>
              <a:ext cx="1600205" cy="1600203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73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06" name="Rectangle 10"/>
            <p:cNvSpPr/>
            <p:nvPr/>
          </p:nvSpPr>
          <p:spPr>
            <a:xfrm>
              <a:off x="5713411" y="402163"/>
              <a:ext cx="6055254" cy="605367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07" name="Freeform 5"/>
            <p:cNvSpPr/>
            <p:nvPr/>
          </p:nvSpPr>
          <p:spPr>
            <a:xfrm rot="15922489">
              <a:off x="3140476" y="1826083"/>
              <a:ext cx="3299409" cy="440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1" extrusionOk="0">
                  <a:moveTo>
                    <a:pt x="184" y="10323"/>
                  </a:moveTo>
                  <a:cubicBezTo>
                    <a:pt x="3750" y="15945"/>
                    <a:pt x="16252" y="21600"/>
                    <a:pt x="21509" y="21571"/>
                  </a:cubicBezTo>
                  <a:cubicBezTo>
                    <a:pt x="21576" y="7983"/>
                    <a:pt x="21533" y="13589"/>
                    <a:pt x="21600" y="0"/>
                  </a:cubicBezTo>
                  <a:lnTo>
                    <a:pt x="20881" y="832"/>
                  </a:lnTo>
                  <a:lnTo>
                    <a:pt x="20161" y="1631"/>
                  </a:lnTo>
                  <a:lnTo>
                    <a:pt x="19442" y="2405"/>
                  </a:lnTo>
                  <a:lnTo>
                    <a:pt x="18721" y="3070"/>
                  </a:lnTo>
                  <a:lnTo>
                    <a:pt x="17999" y="3739"/>
                  </a:lnTo>
                  <a:lnTo>
                    <a:pt x="17278" y="4366"/>
                  </a:lnTo>
                  <a:lnTo>
                    <a:pt x="16565" y="4901"/>
                  </a:lnTo>
                  <a:lnTo>
                    <a:pt x="15839" y="5402"/>
                  </a:lnTo>
                  <a:lnTo>
                    <a:pt x="15120" y="5871"/>
                  </a:lnTo>
                  <a:lnTo>
                    <a:pt x="14414" y="6270"/>
                  </a:lnTo>
                  <a:lnTo>
                    <a:pt x="13694" y="6670"/>
                  </a:lnTo>
                  <a:lnTo>
                    <a:pt x="12988" y="7008"/>
                  </a:lnTo>
                  <a:lnTo>
                    <a:pt x="12282" y="7273"/>
                  </a:lnTo>
                  <a:lnTo>
                    <a:pt x="11575" y="7542"/>
                  </a:lnTo>
                  <a:lnTo>
                    <a:pt x="10878" y="7771"/>
                  </a:lnTo>
                  <a:lnTo>
                    <a:pt x="10189" y="7942"/>
                  </a:lnTo>
                  <a:lnTo>
                    <a:pt x="9495" y="8072"/>
                  </a:lnTo>
                  <a:lnTo>
                    <a:pt x="8811" y="8207"/>
                  </a:lnTo>
                  <a:lnTo>
                    <a:pt x="8135" y="8272"/>
                  </a:lnTo>
                  <a:lnTo>
                    <a:pt x="7461" y="8342"/>
                  </a:lnTo>
                  <a:lnTo>
                    <a:pt x="6793" y="8370"/>
                  </a:lnTo>
                  <a:lnTo>
                    <a:pt x="6132" y="8342"/>
                  </a:lnTo>
                  <a:lnTo>
                    <a:pt x="5480" y="8342"/>
                  </a:lnTo>
                  <a:lnTo>
                    <a:pt x="4834" y="8272"/>
                  </a:lnTo>
                  <a:lnTo>
                    <a:pt x="4197" y="8170"/>
                  </a:lnTo>
                  <a:lnTo>
                    <a:pt x="3570" y="8072"/>
                  </a:lnTo>
                  <a:lnTo>
                    <a:pt x="2955" y="7971"/>
                  </a:lnTo>
                  <a:lnTo>
                    <a:pt x="2344" y="7807"/>
                  </a:lnTo>
                  <a:lnTo>
                    <a:pt x="1741" y="7636"/>
                  </a:lnTo>
                  <a:lnTo>
                    <a:pt x="1151" y="7473"/>
                  </a:lnTo>
                  <a:lnTo>
                    <a:pt x="0" y="7037"/>
                  </a:lnTo>
                  <a:cubicBezTo>
                    <a:pt x="60" y="8134"/>
                    <a:pt x="123" y="9226"/>
                    <a:pt x="184" y="10323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08" name="Freeform 5"/>
            <p:cNvSpPr/>
            <p:nvPr/>
          </p:nvSpPr>
          <p:spPr>
            <a:xfrm rot="16200000">
              <a:off x="2229374" y="2801720"/>
              <a:ext cx="6053673" cy="1254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519"/>
                  </a:lnTo>
                  <a:lnTo>
                    <a:pt x="21600" y="21600"/>
                  </a:lnTo>
                  <a:lnTo>
                    <a:pt x="21600" y="19"/>
                  </a:lnTo>
                  <a:lnTo>
                    <a:pt x="21110" y="421"/>
                  </a:lnTo>
                  <a:lnTo>
                    <a:pt x="20622" y="805"/>
                  </a:lnTo>
                  <a:lnTo>
                    <a:pt x="20131" y="1180"/>
                  </a:lnTo>
                  <a:lnTo>
                    <a:pt x="19639" y="1501"/>
                  </a:lnTo>
                  <a:lnTo>
                    <a:pt x="19148" y="1825"/>
                  </a:lnTo>
                  <a:lnTo>
                    <a:pt x="18656" y="2128"/>
                  </a:lnTo>
                  <a:lnTo>
                    <a:pt x="18170" y="2387"/>
                  </a:lnTo>
                  <a:lnTo>
                    <a:pt x="17677" y="2633"/>
                  </a:lnTo>
                  <a:lnTo>
                    <a:pt x="17187" y="2857"/>
                  </a:lnTo>
                  <a:lnTo>
                    <a:pt x="16705" y="3051"/>
                  </a:lnTo>
                  <a:lnTo>
                    <a:pt x="16217" y="3245"/>
                  </a:lnTo>
                  <a:lnTo>
                    <a:pt x="15736" y="3407"/>
                  </a:lnTo>
                  <a:lnTo>
                    <a:pt x="15254" y="3534"/>
                  </a:lnTo>
                  <a:lnTo>
                    <a:pt x="14774" y="3667"/>
                  </a:lnTo>
                  <a:lnTo>
                    <a:pt x="14299" y="3777"/>
                  </a:lnTo>
                  <a:lnTo>
                    <a:pt x="13828" y="3856"/>
                  </a:lnTo>
                  <a:lnTo>
                    <a:pt x="13357" y="3923"/>
                  </a:lnTo>
                  <a:lnTo>
                    <a:pt x="12891" y="3988"/>
                  </a:lnTo>
                  <a:lnTo>
                    <a:pt x="12431" y="4018"/>
                  </a:lnTo>
                  <a:lnTo>
                    <a:pt x="11971" y="4050"/>
                  </a:lnTo>
                  <a:lnTo>
                    <a:pt x="11517" y="4066"/>
                  </a:lnTo>
                  <a:lnTo>
                    <a:pt x="11068" y="4050"/>
                  </a:lnTo>
                  <a:lnTo>
                    <a:pt x="10623" y="4050"/>
                  </a:lnTo>
                  <a:lnTo>
                    <a:pt x="10182" y="4018"/>
                  </a:lnTo>
                  <a:lnTo>
                    <a:pt x="9750" y="3969"/>
                  </a:lnTo>
                  <a:lnTo>
                    <a:pt x="9323" y="3923"/>
                  </a:lnTo>
                  <a:lnTo>
                    <a:pt x="8904" y="3872"/>
                  </a:lnTo>
                  <a:lnTo>
                    <a:pt x="8487" y="3794"/>
                  </a:lnTo>
                  <a:lnTo>
                    <a:pt x="8076" y="3710"/>
                  </a:lnTo>
                  <a:lnTo>
                    <a:pt x="7674" y="3634"/>
                  </a:lnTo>
                  <a:lnTo>
                    <a:pt x="6890" y="3421"/>
                  </a:lnTo>
                  <a:lnTo>
                    <a:pt x="6139" y="3194"/>
                  </a:lnTo>
                  <a:lnTo>
                    <a:pt x="5417" y="2957"/>
                  </a:lnTo>
                  <a:lnTo>
                    <a:pt x="4735" y="2695"/>
                  </a:lnTo>
                  <a:lnTo>
                    <a:pt x="4082" y="2422"/>
                  </a:lnTo>
                  <a:lnTo>
                    <a:pt x="3478" y="2128"/>
                  </a:lnTo>
                  <a:lnTo>
                    <a:pt x="2910" y="1839"/>
                  </a:lnTo>
                  <a:lnTo>
                    <a:pt x="2387" y="1550"/>
                  </a:lnTo>
                  <a:lnTo>
                    <a:pt x="1907" y="1277"/>
                  </a:lnTo>
                  <a:lnTo>
                    <a:pt x="1482" y="1018"/>
                  </a:lnTo>
                  <a:lnTo>
                    <a:pt x="1097" y="772"/>
                  </a:lnTo>
                  <a:lnTo>
                    <a:pt x="773" y="567"/>
                  </a:lnTo>
                  <a:lnTo>
                    <a:pt x="501" y="373"/>
                  </a:lnTo>
                  <a:lnTo>
                    <a:pt x="127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09" name="Freeform 5"/>
            <p:cNvSpPr/>
            <p:nvPr/>
          </p:nvSpPr>
          <p:spPr>
            <a:xfrm>
              <a:off x="-2" y="1585"/>
              <a:ext cx="12192004" cy="68564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  <a:moveTo>
                    <a:pt x="20745" y="20100"/>
                  </a:moveTo>
                  <a:lnTo>
                    <a:pt x="844" y="20100"/>
                  </a:lnTo>
                  <a:lnTo>
                    <a:pt x="844" y="1480"/>
                  </a:lnTo>
                  <a:lnTo>
                    <a:pt x="20745" y="1480"/>
                  </a:lnTo>
                  <a:lnTo>
                    <a:pt x="20745" y="201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</p:grpSp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11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81145" y="1447800"/>
            <a:ext cx="5190070" cy="4572000"/>
          </a:xfrm>
          <a:prstGeom prst="rect">
            <a:avLst/>
          </a:prstGeom>
        </p:spPr>
        <p:txBody>
          <a:bodyPr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1154954" y="3129277"/>
            <a:ext cx="2793159" cy="2895602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4" name="Rectangle 15"/>
          <p:cNvSpPr/>
          <p:nvPr/>
        </p:nvSpPr>
        <p:spPr>
          <a:xfrm>
            <a:off x="10437810" y="0"/>
            <a:ext cx="685803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entury Gothic"/>
              </a:defRPr>
            </a:pPr>
            <a:endParaRPr/>
          </a:p>
        </p:txBody>
      </p:sp>
      <p:sp>
        <p:nvSpPr>
          <p:cNvPr id="1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8"/>
          <p:cNvGrpSpPr/>
          <p:nvPr/>
        </p:nvGrpSpPr>
        <p:grpSpPr>
          <a:xfrm>
            <a:off x="-6" y="0"/>
            <a:ext cx="12192007" cy="6858001"/>
            <a:chOff x="-3" y="0"/>
            <a:chExt cx="12192005" cy="6858000"/>
          </a:xfrm>
        </p:grpSpPr>
        <p:sp>
          <p:nvSpPr>
            <p:cNvPr id="122" name="Rectangle 13"/>
            <p:cNvSpPr/>
            <p:nvPr/>
          </p:nvSpPr>
          <p:spPr>
            <a:xfrm>
              <a:off x="-3" y="0"/>
              <a:ext cx="12192004" cy="6858000"/>
            </a:xfrm>
            <a:prstGeom prst="rect">
              <a:avLst/>
            </a:prstGeom>
            <a:blipFill rotWithShape="1">
              <a:blip r:embed="rId2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23" name="Oval 16"/>
            <p:cNvSpPr/>
            <p:nvPr/>
          </p:nvSpPr>
          <p:spPr>
            <a:xfrm>
              <a:off x="-4" y="2667000"/>
              <a:ext cx="4191005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36000">
                  <a:schemeClr val="accent5">
                    <a:alpha val="10000"/>
                  </a:schemeClr>
                </a:gs>
                <a:gs pos="75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24" name="Oval 17"/>
            <p:cNvSpPr/>
            <p:nvPr/>
          </p:nvSpPr>
          <p:spPr>
            <a:xfrm>
              <a:off x="-4" y="2895600"/>
              <a:ext cx="2362205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3600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25" name="Oval 18"/>
            <p:cNvSpPr/>
            <p:nvPr/>
          </p:nvSpPr>
          <p:spPr>
            <a:xfrm>
              <a:off x="8609010" y="5867400"/>
              <a:ext cx="990605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66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26" name="Oval 19"/>
            <p:cNvSpPr/>
            <p:nvPr/>
          </p:nvSpPr>
          <p:spPr>
            <a:xfrm>
              <a:off x="8609010" y="1676400"/>
              <a:ext cx="2819405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36000">
                  <a:schemeClr val="accent5">
                    <a:alpha val="6000"/>
                  </a:schemeClr>
                </a:gs>
                <a:gs pos="69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27" name="Oval 20"/>
            <p:cNvSpPr/>
            <p:nvPr/>
          </p:nvSpPr>
          <p:spPr>
            <a:xfrm>
              <a:off x="7999410" y="8462"/>
              <a:ext cx="1600205" cy="1600203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73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28" name="Rectangle 10"/>
            <p:cNvSpPr/>
            <p:nvPr/>
          </p:nvSpPr>
          <p:spPr>
            <a:xfrm>
              <a:off x="6172199" y="402163"/>
              <a:ext cx="5596466" cy="605367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29" name="Freeform 5"/>
            <p:cNvSpPr/>
            <p:nvPr/>
          </p:nvSpPr>
          <p:spPr>
            <a:xfrm rot="15922489">
              <a:off x="4203586" y="1826083"/>
              <a:ext cx="3299409" cy="440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1" extrusionOk="0">
                  <a:moveTo>
                    <a:pt x="184" y="10323"/>
                  </a:moveTo>
                  <a:cubicBezTo>
                    <a:pt x="3750" y="15945"/>
                    <a:pt x="16252" y="21600"/>
                    <a:pt x="21509" y="21571"/>
                  </a:cubicBezTo>
                  <a:cubicBezTo>
                    <a:pt x="21576" y="7983"/>
                    <a:pt x="21533" y="13589"/>
                    <a:pt x="21600" y="0"/>
                  </a:cubicBezTo>
                  <a:lnTo>
                    <a:pt x="20881" y="832"/>
                  </a:lnTo>
                  <a:lnTo>
                    <a:pt x="20161" y="1631"/>
                  </a:lnTo>
                  <a:lnTo>
                    <a:pt x="19442" y="2405"/>
                  </a:lnTo>
                  <a:lnTo>
                    <a:pt x="18721" y="3070"/>
                  </a:lnTo>
                  <a:lnTo>
                    <a:pt x="17999" y="3739"/>
                  </a:lnTo>
                  <a:lnTo>
                    <a:pt x="17278" y="4366"/>
                  </a:lnTo>
                  <a:lnTo>
                    <a:pt x="16565" y="4901"/>
                  </a:lnTo>
                  <a:lnTo>
                    <a:pt x="15839" y="5402"/>
                  </a:lnTo>
                  <a:lnTo>
                    <a:pt x="15120" y="5871"/>
                  </a:lnTo>
                  <a:lnTo>
                    <a:pt x="14414" y="6270"/>
                  </a:lnTo>
                  <a:lnTo>
                    <a:pt x="13694" y="6670"/>
                  </a:lnTo>
                  <a:lnTo>
                    <a:pt x="12988" y="7008"/>
                  </a:lnTo>
                  <a:lnTo>
                    <a:pt x="12282" y="7273"/>
                  </a:lnTo>
                  <a:lnTo>
                    <a:pt x="11575" y="7542"/>
                  </a:lnTo>
                  <a:lnTo>
                    <a:pt x="10878" y="7771"/>
                  </a:lnTo>
                  <a:lnTo>
                    <a:pt x="10189" y="7942"/>
                  </a:lnTo>
                  <a:lnTo>
                    <a:pt x="9495" y="8072"/>
                  </a:lnTo>
                  <a:lnTo>
                    <a:pt x="8811" y="8207"/>
                  </a:lnTo>
                  <a:lnTo>
                    <a:pt x="8135" y="8272"/>
                  </a:lnTo>
                  <a:lnTo>
                    <a:pt x="7461" y="8342"/>
                  </a:lnTo>
                  <a:lnTo>
                    <a:pt x="6793" y="8370"/>
                  </a:lnTo>
                  <a:lnTo>
                    <a:pt x="6132" y="8342"/>
                  </a:lnTo>
                  <a:lnTo>
                    <a:pt x="5480" y="8342"/>
                  </a:lnTo>
                  <a:lnTo>
                    <a:pt x="4834" y="8272"/>
                  </a:lnTo>
                  <a:lnTo>
                    <a:pt x="4197" y="8170"/>
                  </a:lnTo>
                  <a:lnTo>
                    <a:pt x="3570" y="8072"/>
                  </a:lnTo>
                  <a:lnTo>
                    <a:pt x="2955" y="7971"/>
                  </a:lnTo>
                  <a:lnTo>
                    <a:pt x="2344" y="7807"/>
                  </a:lnTo>
                  <a:lnTo>
                    <a:pt x="1741" y="7636"/>
                  </a:lnTo>
                  <a:lnTo>
                    <a:pt x="1151" y="7473"/>
                  </a:lnTo>
                  <a:lnTo>
                    <a:pt x="0" y="7037"/>
                  </a:lnTo>
                  <a:cubicBezTo>
                    <a:pt x="60" y="8134"/>
                    <a:pt x="123" y="9226"/>
                    <a:pt x="184" y="10323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30" name="Freeform 5"/>
            <p:cNvSpPr/>
            <p:nvPr/>
          </p:nvSpPr>
          <p:spPr>
            <a:xfrm rot="16200000">
              <a:off x="3295429" y="2801720"/>
              <a:ext cx="6053673" cy="1254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519"/>
                  </a:lnTo>
                  <a:lnTo>
                    <a:pt x="21600" y="21600"/>
                  </a:lnTo>
                  <a:lnTo>
                    <a:pt x="21600" y="19"/>
                  </a:lnTo>
                  <a:lnTo>
                    <a:pt x="21110" y="421"/>
                  </a:lnTo>
                  <a:lnTo>
                    <a:pt x="20622" y="805"/>
                  </a:lnTo>
                  <a:lnTo>
                    <a:pt x="20131" y="1180"/>
                  </a:lnTo>
                  <a:lnTo>
                    <a:pt x="19639" y="1501"/>
                  </a:lnTo>
                  <a:lnTo>
                    <a:pt x="19148" y="1825"/>
                  </a:lnTo>
                  <a:lnTo>
                    <a:pt x="18656" y="2128"/>
                  </a:lnTo>
                  <a:lnTo>
                    <a:pt x="18170" y="2387"/>
                  </a:lnTo>
                  <a:lnTo>
                    <a:pt x="17677" y="2633"/>
                  </a:lnTo>
                  <a:lnTo>
                    <a:pt x="17187" y="2857"/>
                  </a:lnTo>
                  <a:lnTo>
                    <a:pt x="16705" y="3051"/>
                  </a:lnTo>
                  <a:lnTo>
                    <a:pt x="16217" y="3245"/>
                  </a:lnTo>
                  <a:lnTo>
                    <a:pt x="15736" y="3407"/>
                  </a:lnTo>
                  <a:lnTo>
                    <a:pt x="15254" y="3534"/>
                  </a:lnTo>
                  <a:lnTo>
                    <a:pt x="14774" y="3667"/>
                  </a:lnTo>
                  <a:lnTo>
                    <a:pt x="14299" y="3777"/>
                  </a:lnTo>
                  <a:lnTo>
                    <a:pt x="13828" y="3856"/>
                  </a:lnTo>
                  <a:lnTo>
                    <a:pt x="13357" y="3923"/>
                  </a:lnTo>
                  <a:lnTo>
                    <a:pt x="12891" y="3988"/>
                  </a:lnTo>
                  <a:lnTo>
                    <a:pt x="12431" y="4018"/>
                  </a:lnTo>
                  <a:lnTo>
                    <a:pt x="11971" y="4050"/>
                  </a:lnTo>
                  <a:lnTo>
                    <a:pt x="11517" y="4066"/>
                  </a:lnTo>
                  <a:lnTo>
                    <a:pt x="11068" y="4050"/>
                  </a:lnTo>
                  <a:lnTo>
                    <a:pt x="10623" y="4050"/>
                  </a:lnTo>
                  <a:lnTo>
                    <a:pt x="10182" y="4018"/>
                  </a:lnTo>
                  <a:lnTo>
                    <a:pt x="9750" y="3969"/>
                  </a:lnTo>
                  <a:lnTo>
                    <a:pt x="9323" y="3923"/>
                  </a:lnTo>
                  <a:lnTo>
                    <a:pt x="8904" y="3872"/>
                  </a:lnTo>
                  <a:lnTo>
                    <a:pt x="8487" y="3794"/>
                  </a:lnTo>
                  <a:lnTo>
                    <a:pt x="8076" y="3710"/>
                  </a:lnTo>
                  <a:lnTo>
                    <a:pt x="7674" y="3634"/>
                  </a:lnTo>
                  <a:lnTo>
                    <a:pt x="6890" y="3421"/>
                  </a:lnTo>
                  <a:lnTo>
                    <a:pt x="6139" y="3194"/>
                  </a:lnTo>
                  <a:lnTo>
                    <a:pt x="5417" y="2957"/>
                  </a:lnTo>
                  <a:lnTo>
                    <a:pt x="4735" y="2695"/>
                  </a:lnTo>
                  <a:lnTo>
                    <a:pt x="4082" y="2422"/>
                  </a:lnTo>
                  <a:lnTo>
                    <a:pt x="3478" y="2128"/>
                  </a:lnTo>
                  <a:lnTo>
                    <a:pt x="2910" y="1839"/>
                  </a:lnTo>
                  <a:lnTo>
                    <a:pt x="2387" y="1550"/>
                  </a:lnTo>
                  <a:lnTo>
                    <a:pt x="1907" y="1277"/>
                  </a:lnTo>
                  <a:lnTo>
                    <a:pt x="1482" y="1018"/>
                  </a:lnTo>
                  <a:lnTo>
                    <a:pt x="1097" y="772"/>
                  </a:lnTo>
                  <a:lnTo>
                    <a:pt x="773" y="567"/>
                  </a:lnTo>
                  <a:lnTo>
                    <a:pt x="501" y="373"/>
                  </a:lnTo>
                  <a:lnTo>
                    <a:pt x="127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31" name="Freeform 5"/>
            <p:cNvSpPr/>
            <p:nvPr/>
          </p:nvSpPr>
          <p:spPr>
            <a:xfrm>
              <a:off x="-2" y="1585"/>
              <a:ext cx="12192004" cy="68564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  <a:moveTo>
                    <a:pt x="20745" y="20100"/>
                  </a:moveTo>
                  <a:lnTo>
                    <a:pt x="844" y="20100"/>
                  </a:lnTo>
                  <a:lnTo>
                    <a:pt x="844" y="1480"/>
                  </a:lnTo>
                  <a:lnTo>
                    <a:pt x="20745" y="1480"/>
                  </a:lnTo>
                  <a:lnTo>
                    <a:pt x="20745" y="201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</p:grpSp>
      <p:sp>
        <p:nvSpPr>
          <p:cNvPr id="133" name="Title Text"/>
          <p:cNvSpPr txBox="1">
            <a:spLocks noGrp="1"/>
          </p:cNvSpPr>
          <p:nvPr>
            <p:ph type="title"/>
          </p:nvPr>
        </p:nvSpPr>
        <p:spPr>
          <a:xfrm>
            <a:off x="1154954" y="1693333"/>
            <a:ext cx="3865137" cy="1735667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34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6547870" y="1143000"/>
            <a:ext cx="3227194" cy="4572000"/>
          </a:xfrm>
          <a:prstGeom prst="rect">
            <a:avLst/>
          </a:prstGeom>
          <a:effectLst>
            <a:outerShdw blurRad="50800" dist="50800" dir="5400000" rotWithShape="0">
              <a:srgbClr val="000000">
                <a:alpha val="43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3657600"/>
            <a:ext cx="3859213" cy="137160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1400">
                <a:solidFill>
                  <a:srgbClr val="EF53A5"/>
                </a:solidFill>
              </a:defRPr>
            </a:lvl1pPr>
            <a:lvl2pPr marL="0" indent="0">
              <a:buClrTx/>
              <a:buSzTx/>
              <a:buNone/>
              <a:defRPr sz="1400">
                <a:solidFill>
                  <a:srgbClr val="EF53A5"/>
                </a:solidFill>
              </a:defRPr>
            </a:lvl2pPr>
            <a:lvl3pPr marL="0" indent="0">
              <a:buClrTx/>
              <a:buSzTx/>
              <a:buNone/>
              <a:defRPr sz="1400">
                <a:solidFill>
                  <a:srgbClr val="EF53A5"/>
                </a:solidFill>
              </a:defRPr>
            </a:lvl3pPr>
            <a:lvl4pPr marL="0" indent="0">
              <a:buClrTx/>
              <a:buSzTx/>
              <a:buNone/>
              <a:defRPr sz="1400">
                <a:solidFill>
                  <a:srgbClr val="EF53A5"/>
                </a:solidFill>
              </a:defRPr>
            </a:lvl4pPr>
            <a:lvl5pPr marL="0" indent="0">
              <a:buClrTx/>
              <a:buSzTx/>
              <a:buNone/>
              <a:defRPr sz="1400">
                <a:solidFill>
                  <a:srgbClr val="EF53A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6" name="Rectangle 15"/>
          <p:cNvSpPr/>
          <p:nvPr/>
        </p:nvSpPr>
        <p:spPr>
          <a:xfrm>
            <a:off x="10437810" y="0"/>
            <a:ext cx="685803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entury Gothic"/>
              </a:defRPr>
            </a:pPr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roup 8"/>
          <p:cNvGrpSpPr/>
          <p:nvPr/>
        </p:nvGrpSpPr>
        <p:grpSpPr>
          <a:xfrm>
            <a:off x="-6" y="0"/>
            <a:ext cx="12192007" cy="6858001"/>
            <a:chOff x="-3" y="0"/>
            <a:chExt cx="12192005" cy="6858000"/>
          </a:xfrm>
        </p:grpSpPr>
        <p:sp>
          <p:nvSpPr>
            <p:cNvPr id="144" name="Rectangle 12"/>
            <p:cNvSpPr/>
            <p:nvPr/>
          </p:nvSpPr>
          <p:spPr>
            <a:xfrm>
              <a:off x="-3" y="0"/>
              <a:ext cx="12192004" cy="6858000"/>
            </a:xfrm>
            <a:prstGeom prst="rect">
              <a:avLst/>
            </a:prstGeom>
            <a:blipFill rotWithShape="1">
              <a:blip r:embed="rId2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45" name="Oval 16"/>
            <p:cNvSpPr/>
            <p:nvPr/>
          </p:nvSpPr>
          <p:spPr>
            <a:xfrm>
              <a:off x="-4" y="2667000"/>
              <a:ext cx="4191005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36000">
                  <a:schemeClr val="accent5">
                    <a:alpha val="10000"/>
                  </a:schemeClr>
                </a:gs>
                <a:gs pos="75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46" name="Oval 17"/>
            <p:cNvSpPr/>
            <p:nvPr/>
          </p:nvSpPr>
          <p:spPr>
            <a:xfrm>
              <a:off x="-4" y="2895600"/>
              <a:ext cx="2362205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3600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47" name="Oval 18"/>
            <p:cNvSpPr/>
            <p:nvPr/>
          </p:nvSpPr>
          <p:spPr>
            <a:xfrm>
              <a:off x="8609010" y="5867400"/>
              <a:ext cx="990605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66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48" name="Oval 19"/>
            <p:cNvSpPr/>
            <p:nvPr/>
          </p:nvSpPr>
          <p:spPr>
            <a:xfrm>
              <a:off x="8609010" y="1676400"/>
              <a:ext cx="2819405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36000">
                  <a:schemeClr val="accent5">
                    <a:alpha val="6000"/>
                  </a:schemeClr>
                </a:gs>
                <a:gs pos="69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49" name="Oval 20"/>
            <p:cNvSpPr/>
            <p:nvPr/>
          </p:nvSpPr>
          <p:spPr>
            <a:xfrm>
              <a:off x="7999410" y="8462"/>
              <a:ext cx="1600205" cy="1600203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73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50" name="Freeform 5"/>
            <p:cNvSpPr/>
            <p:nvPr/>
          </p:nvSpPr>
          <p:spPr>
            <a:xfrm rot="10371525">
              <a:off x="263764" y="4438266"/>
              <a:ext cx="3299411" cy="440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1" extrusionOk="0">
                  <a:moveTo>
                    <a:pt x="184" y="10323"/>
                  </a:moveTo>
                  <a:cubicBezTo>
                    <a:pt x="3750" y="15945"/>
                    <a:pt x="16252" y="21600"/>
                    <a:pt x="21509" y="21571"/>
                  </a:cubicBezTo>
                  <a:cubicBezTo>
                    <a:pt x="21576" y="7983"/>
                    <a:pt x="21533" y="13589"/>
                    <a:pt x="21600" y="0"/>
                  </a:cubicBezTo>
                  <a:lnTo>
                    <a:pt x="20881" y="832"/>
                  </a:lnTo>
                  <a:lnTo>
                    <a:pt x="20161" y="1631"/>
                  </a:lnTo>
                  <a:lnTo>
                    <a:pt x="19442" y="2405"/>
                  </a:lnTo>
                  <a:lnTo>
                    <a:pt x="18721" y="3070"/>
                  </a:lnTo>
                  <a:lnTo>
                    <a:pt x="17999" y="3739"/>
                  </a:lnTo>
                  <a:lnTo>
                    <a:pt x="17278" y="4366"/>
                  </a:lnTo>
                  <a:lnTo>
                    <a:pt x="16565" y="4901"/>
                  </a:lnTo>
                  <a:lnTo>
                    <a:pt x="15839" y="5402"/>
                  </a:lnTo>
                  <a:lnTo>
                    <a:pt x="15120" y="5871"/>
                  </a:lnTo>
                  <a:lnTo>
                    <a:pt x="14414" y="6270"/>
                  </a:lnTo>
                  <a:lnTo>
                    <a:pt x="13694" y="6670"/>
                  </a:lnTo>
                  <a:lnTo>
                    <a:pt x="12988" y="7008"/>
                  </a:lnTo>
                  <a:lnTo>
                    <a:pt x="12282" y="7273"/>
                  </a:lnTo>
                  <a:lnTo>
                    <a:pt x="11575" y="7542"/>
                  </a:lnTo>
                  <a:lnTo>
                    <a:pt x="10878" y="7771"/>
                  </a:lnTo>
                  <a:lnTo>
                    <a:pt x="10189" y="7942"/>
                  </a:lnTo>
                  <a:lnTo>
                    <a:pt x="9495" y="8072"/>
                  </a:lnTo>
                  <a:lnTo>
                    <a:pt x="8811" y="8207"/>
                  </a:lnTo>
                  <a:lnTo>
                    <a:pt x="8135" y="8272"/>
                  </a:lnTo>
                  <a:lnTo>
                    <a:pt x="7461" y="8342"/>
                  </a:lnTo>
                  <a:lnTo>
                    <a:pt x="6793" y="8370"/>
                  </a:lnTo>
                  <a:lnTo>
                    <a:pt x="6132" y="8342"/>
                  </a:lnTo>
                  <a:lnTo>
                    <a:pt x="5480" y="8342"/>
                  </a:lnTo>
                  <a:lnTo>
                    <a:pt x="4834" y="8272"/>
                  </a:lnTo>
                  <a:lnTo>
                    <a:pt x="4197" y="8170"/>
                  </a:lnTo>
                  <a:lnTo>
                    <a:pt x="3570" y="8072"/>
                  </a:lnTo>
                  <a:lnTo>
                    <a:pt x="2955" y="7971"/>
                  </a:lnTo>
                  <a:lnTo>
                    <a:pt x="2344" y="7807"/>
                  </a:lnTo>
                  <a:lnTo>
                    <a:pt x="1741" y="7636"/>
                  </a:lnTo>
                  <a:lnTo>
                    <a:pt x="1151" y="7473"/>
                  </a:lnTo>
                  <a:lnTo>
                    <a:pt x="0" y="7037"/>
                  </a:lnTo>
                  <a:cubicBezTo>
                    <a:pt x="60" y="8134"/>
                    <a:pt x="123" y="9226"/>
                    <a:pt x="184" y="10323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51" name="Freeform 5"/>
            <p:cNvSpPr/>
            <p:nvPr/>
          </p:nvSpPr>
          <p:spPr>
            <a:xfrm rot="10800000">
              <a:off x="459502" y="321127"/>
              <a:ext cx="11277605" cy="45339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8"/>
                  </a:lnTo>
                  <a:lnTo>
                    <a:pt x="21110" y="197"/>
                  </a:lnTo>
                  <a:lnTo>
                    <a:pt x="20621" y="378"/>
                  </a:lnTo>
                  <a:lnTo>
                    <a:pt x="20131" y="552"/>
                  </a:lnTo>
                  <a:lnTo>
                    <a:pt x="19639" y="703"/>
                  </a:lnTo>
                  <a:lnTo>
                    <a:pt x="19149" y="855"/>
                  </a:lnTo>
                  <a:lnTo>
                    <a:pt x="18657" y="998"/>
                  </a:lnTo>
                  <a:lnTo>
                    <a:pt x="18170" y="1119"/>
                  </a:lnTo>
                  <a:lnTo>
                    <a:pt x="17678" y="1233"/>
                  </a:lnTo>
                  <a:lnTo>
                    <a:pt x="17188" y="1339"/>
                  </a:lnTo>
                  <a:lnTo>
                    <a:pt x="16705" y="1429"/>
                  </a:lnTo>
                  <a:lnTo>
                    <a:pt x="16218" y="1520"/>
                  </a:lnTo>
                  <a:lnTo>
                    <a:pt x="15735" y="1596"/>
                  </a:lnTo>
                  <a:lnTo>
                    <a:pt x="14774" y="1717"/>
                  </a:lnTo>
                  <a:lnTo>
                    <a:pt x="14300" y="1770"/>
                  </a:lnTo>
                  <a:lnTo>
                    <a:pt x="13828" y="1808"/>
                  </a:lnTo>
                  <a:lnTo>
                    <a:pt x="13357" y="1838"/>
                  </a:lnTo>
                  <a:lnTo>
                    <a:pt x="12892" y="1868"/>
                  </a:lnTo>
                  <a:lnTo>
                    <a:pt x="12430" y="1883"/>
                  </a:lnTo>
                  <a:lnTo>
                    <a:pt x="11971" y="1898"/>
                  </a:lnTo>
                  <a:lnTo>
                    <a:pt x="11518" y="1906"/>
                  </a:lnTo>
                  <a:lnTo>
                    <a:pt x="11068" y="1898"/>
                  </a:lnTo>
                  <a:lnTo>
                    <a:pt x="10624" y="1898"/>
                  </a:lnTo>
                  <a:lnTo>
                    <a:pt x="10183" y="1883"/>
                  </a:lnTo>
                  <a:lnTo>
                    <a:pt x="9751" y="1861"/>
                  </a:lnTo>
                  <a:lnTo>
                    <a:pt x="9322" y="1838"/>
                  </a:lnTo>
                  <a:lnTo>
                    <a:pt x="8903" y="1815"/>
                  </a:lnTo>
                  <a:lnTo>
                    <a:pt x="8486" y="1777"/>
                  </a:lnTo>
                  <a:lnTo>
                    <a:pt x="8076" y="1739"/>
                  </a:lnTo>
                  <a:lnTo>
                    <a:pt x="7674" y="1702"/>
                  </a:lnTo>
                  <a:lnTo>
                    <a:pt x="6890" y="1603"/>
                  </a:lnTo>
                  <a:lnTo>
                    <a:pt x="6139" y="1497"/>
                  </a:lnTo>
                  <a:lnTo>
                    <a:pt x="5418" y="1384"/>
                  </a:lnTo>
                  <a:lnTo>
                    <a:pt x="4734" y="1263"/>
                  </a:lnTo>
                  <a:lnTo>
                    <a:pt x="4083" y="1134"/>
                  </a:lnTo>
                  <a:lnTo>
                    <a:pt x="3478" y="998"/>
                  </a:lnTo>
                  <a:lnTo>
                    <a:pt x="2910" y="862"/>
                  </a:lnTo>
                  <a:lnTo>
                    <a:pt x="2387" y="726"/>
                  </a:lnTo>
                  <a:lnTo>
                    <a:pt x="1906" y="597"/>
                  </a:lnTo>
                  <a:lnTo>
                    <a:pt x="1481" y="476"/>
                  </a:lnTo>
                  <a:lnTo>
                    <a:pt x="1098" y="363"/>
                  </a:lnTo>
                  <a:lnTo>
                    <a:pt x="772" y="265"/>
                  </a:lnTo>
                  <a:lnTo>
                    <a:pt x="502" y="174"/>
                  </a:lnTo>
                  <a:lnTo>
                    <a:pt x="128" y="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52" name="Freeform 5"/>
            <p:cNvSpPr/>
            <p:nvPr/>
          </p:nvSpPr>
          <p:spPr>
            <a:xfrm>
              <a:off x="-2" y="1585"/>
              <a:ext cx="12192004" cy="68564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  <a:moveTo>
                    <a:pt x="20745" y="20100"/>
                  </a:moveTo>
                  <a:lnTo>
                    <a:pt x="844" y="20100"/>
                  </a:lnTo>
                  <a:lnTo>
                    <a:pt x="844" y="1480"/>
                  </a:lnTo>
                  <a:lnTo>
                    <a:pt x="20745" y="1480"/>
                  </a:lnTo>
                  <a:lnTo>
                    <a:pt x="20745" y="201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</p:grpSp>
      <p:sp>
        <p:nvSpPr>
          <p:cNvPr id="154" name="Title Text"/>
          <p:cNvSpPr txBox="1">
            <a:spLocks noGrp="1"/>
          </p:cNvSpPr>
          <p:nvPr>
            <p:ph type="title"/>
          </p:nvPr>
        </p:nvSpPr>
        <p:spPr>
          <a:xfrm>
            <a:off x="1154954" y="4969926"/>
            <a:ext cx="8825659" cy="566741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155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154954" y="685800"/>
            <a:ext cx="8825659" cy="3429000"/>
          </a:xfrm>
          <a:prstGeom prst="rect">
            <a:avLst/>
          </a:prstGeom>
          <a:effectLst>
            <a:outerShdw blurRad="50800" dist="50800" dir="5400000" rotWithShape="0">
              <a:srgbClr val="000000">
                <a:alpha val="43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5536665"/>
            <a:ext cx="8825659" cy="493715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1200">
                <a:solidFill>
                  <a:srgbClr val="EF53A5"/>
                </a:solidFill>
              </a:defRPr>
            </a:lvl1pPr>
            <a:lvl2pPr marL="0" indent="0">
              <a:buClrTx/>
              <a:buSzTx/>
              <a:buNone/>
              <a:defRPr sz="1200">
                <a:solidFill>
                  <a:srgbClr val="EF53A5"/>
                </a:solidFill>
              </a:defRPr>
            </a:lvl2pPr>
            <a:lvl3pPr marL="0" indent="0">
              <a:buClrTx/>
              <a:buSzTx/>
              <a:buNone/>
              <a:defRPr sz="1200">
                <a:solidFill>
                  <a:srgbClr val="EF53A5"/>
                </a:solidFill>
              </a:defRPr>
            </a:lvl3pPr>
            <a:lvl4pPr marL="0" indent="0">
              <a:buClrTx/>
              <a:buSzTx/>
              <a:buNone/>
              <a:defRPr sz="1200">
                <a:solidFill>
                  <a:srgbClr val="EF53A5"/>
                </a:solidFill>
              </a:defRPr>
            </a:lvl4pPr>
            <a:lvl5pPr marL="0" indent="0">
              <a:buClrTx/>
              <a:buSzTx/>
              <a:buNone/>
              <a:defRPr sz="1200">
                <a:solidFill>
                  <a:srgbClr val="EF53A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7" name="Rectangle 15"/>
          <p:cNvSpPr/>
          <p:nvPr/>
        </p:nvSpPr>
        <p:spPr>
          <a:xfrm>
            <a:off x="10437810" y="0"/>
            <a:ext cx="685803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entury Gothic"/>
              </a:defRPr>
            </a:pPr>
            <a:endParaRPr/>
          </a:p>
        </p:txBody>
      </p:sp>
      <p:sp>
        <p:nvSpPr>
          <p:cNvPr id="1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6"/>
          <p:cNvGrpSpPr/>
          <p:nvPr/>
        </p:nvGrpSpPr>
        <p:grpSpPr>
          <a:xfrm>
            <a:off x="-6" y="0"/>
            <a:ext cx="12192007" cy="6858001"/>
            <a:chOff x="-3" y="0"/>
            <a:chExt cx="12192005" cy="6858000"/>
          </a:xfrm>
        </p:grpSpPr>
        <p:sp>
          <p:nvSpPr>
            <p:cNvPr id="165" name="Rectangle 10"/>
            <p:cNvSpPr/>
            <p:nvPr/>
          </p:nvSpPr>
          <p:spPr>
            <a:xfrm>
              <a:off x="-3" y="0"/>
              <a:ext cx="12192004" cy="6858000"/>
            </a:xfrm>
            <a:prstGeom prst="rect">
              <a:avLst/>
            </a:prstGeom>
            <a:blipFill rotWithShape="1">
              <a:blip r:embed="rId2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66" name="Oval 13"/>
            <p:cNvSpPr/>
            <p:nvPr/>
          </p:nvSpPr>
          <p:spPr>
            <a:xfrm>
              <a:off x="-4" y="2667000"/>
              <a:ext cx="4191005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36000">
                  <a:schemeClr val="accent5">
                    <a:alpha val="10000"/>
                  </a:schemeClr>
                </a:gs>
                <a:gs pos="75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67" name="Oval 14"/>
            <p:cNvSpPr/>
            <p:nvPr/>
          </p:nvSpPr>
          <p:spPr>
            <a:xfrm>
              <a:off x="-4" y="2895600"/>
              <a:ext cx="2362205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3600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68" name="Oval 15"/>
            <p:cNvSpPr/>
            <p:nvPr/>
          </p:nvSpPr>
          <p:spPr>
            <a:xfrm>
              <a:off x="8609010" y="5867400"/>
              <a:ext cx="990605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66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69" name="Oval 17"/>
            <p:cNvSpPr/>
            <p:nvPr/>
          </p:nvSpPr>
          <p:spPr>
            <a:xfrm>
              <a:off x="8609010" y="1676400"/>
              <a:ext cx="2819405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36000">
                  <a:schemeClr val="accent5">
                    <a:alpha val="6000"/>
                  </a:schemeClr>
                </a:gs>
                <a:gs pos="69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70" name="Oval 18"/>
            <p:cNvSpPr/>
            <p:nvPr/>
          </p:nvSpPr>
          <p:spPr>
            <a:xfrm>
              <a:off x="7999410" y="8462"/>
              <a:ext cx="1600205" cy="1600203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73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71" name="Freeform 5"/>
            <p:cNvSpPr/>
            <p:nvPr/>
          </p:nvSpPr>
          <p:spPr>
            <a:xfrm rot="21010067">
              <a:off x="8490949" y="2714874"/>
              <a:ext cx="3299410" cy="440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1" extrusionOk="0">
                  <a:moveTo>
                    <a:pt x="184" y="10323"/>
                  </a:moveTo>
                  <a:cubicBezTo>
                    <a:pt x="3750" y="15945"/>
                    <a:pt x="16252" y="21600"/>
                    <a:pt x="21509" y="21571"/>
                  </a:cubicBezTo>
                  <a:cubicBezTo>
                    <a:pt x="21576" y="7983"/>
                    <a:pt x="21533" y="13589"/>
                    <a:pt x="21600" y="0"/>
                  </a:cubicBezTo>
                  <a:lnTo>
                    <a:pt x="20881" y="832"/>
                  </a:lnTo>
                  <a:lnTo>
                    <a:pt x="20161" y="1631"/>
                  </a:lnTo>
                  <a:lnTo>
                    <a:pt x="19442" y="2405"/>
                  </a:lnTo>
                  <a:lnTo>
                    <a:pt x="18721" y="3070"/>
                  </a:lnTo>
                  <a:lnTo>
                    <a:pt x="17999" y="3739"/>
                  </a:lnTo>
                  <a:lnTo>
                    <a:pt x="17278" y="4366"/>
                  </a:lnTo>
                  <a:lnTo>
                    <a:pt x="16565" y="4901"/>
                  </a:lnTo>
                  <a:lnTo>
                    <a:pt x="15839" y="5402"/>
                  </a:lnTo>
                  <a:lnTo>
                    <a:pt x="15120" y="5871"/>
                  </a:lnTo>
                  <a:lnTo>
                    <a:pt x="14414" y="6270"/>
                  </a:lnTo>
                  <a:lnTo>
                    <a:pt x="13694" y="6670"/>
                  </a:lnTo>
                  <a:lnTo>
                    <a:pt x="12988" y="7008"/>
                  </a:lnTo>
                  <a:lnTo>
                    <a:pt x="12282" y="7273"/>
                  </a:lnTo>
                  <a:lnTo>
                    <a:pt x="11575" y="7542"/>
                  </a:lnTo>
                  <a:lnTo>
                    <a:pt x="10878" y="7771"/>
                  </a:lnTo>
                  <a:lnTo>
                    <a:pt x="10189" y="7942"/>
                  </a:lnTo>
                  <a:lnTo>
                    <a:pt x="9495" y="8072"/>
                  </a:lnTo>
                  <a:lnTo>
                    <a:pt x="8811" y="8207"/>
                  </a:lnTo>
                  <a:lnTo>
                    <a:pt x="8135" y="8272"/>
                  </a:lnTo>
                  <a:lnTo>
                    <a:pt x="7461" y="8342"/>
                  </a:lnTo>
                  <a:lnTo>
                    <a:pt x="6793" y="8370"/>
                  </a:lnTo>
                  <a:lnTo>
                    <a:pt x="6132" y="8342"/>
                  </a:lnTo>
                  <a:lnTo>
                    <a:pt x="5480" y="8342"/>
                  </a:lnTo>
                  <a:lnTo>
                    <a:pt x="4834" y="8272"/>
                  </a:lnTo>
                  <a:lnTo>
                    <a:pt x="4197" y="8170"/>
                  </a:lnTo>
                  <a:lnTo>
                    <a:pt x="3570" y="8072"/>
                  </a:lnTo>
                  <a:lnTo>
                    <a:pt x="2955" y="7971"/>
                  </a:lnTo>
                  <a:lnTo>
                    <a:pt x="2344" y="7807"/>
                  </a:lnTo>
                  <a:lnTo>
                    <a:pt x="1741" y="7636"/>
                  </a:lnTo>
                  <a:lnTo>
                    <a:pt x="1151" y="7473"/>
                  </a:lnTo>
                  <a:lnTo>
                    <a:pt x="0" y="7037"/>
                  </a:lnTo>
                  <a:cubicBezTo>
                    <a:pt x="60" y="8134"/>
                    <a:pt x="123" y="9226"/>
                    <a:pt x="184" y="10323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72" name="Freeform 5"/>
            <p:cNvSpPr/>
            <p:nvPr/>
          </p:nvSpPr>
          <p:spPr>
            <a:xfrm>
              <a:off x="455611" y="2801316"/>
              <a:ext cx="11277605" cy="3602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597"/>
                  </a:lnTo>
                  <a:lnTo>
                    <a:pt x="21600" y="21600"/>
                  </a:lnTo>
                  <a:lnTo>
                    <a:pt x="21600" y="11"/>
                  </a:lnTo>
                  <a:lnTo>
                    <a:pt x="21110" y="247"/>
                  </a:lnTo>
                  <a:lnTo>
                    <a:pt x="20622" y="476"/>
                  </a:lnTo>
                  <a:lnTo>
                    <a:pt x="20131" y="696"/>
                  </a:lnTo>
                  <a:lnTo>
                    <a:pt x="19639" y="886"/>
                  </a:lnTo>
                  <a:lnTo>
                    <a:pt x="19148" y="1076"/>
                  </a:lnTo>
                  <a:lnTo>
                    <a:pt x="18656" y="1256"/>
                  </a:lnTo>
                  <a:lnTo>
                    <a:pt x="18170" y="1408"/>
                  </a:lnTo>
                  <a:lnTo>
                    <a:pt x="17677" y="1552"/>
                  </a:lnTo>
                  <a:lnTo>
                    <a:pt x="17187" y="1685"/>
                  </a:lnTo>
                  <a:lnTo>
                    <a:pt x="16705" y="1800"/>
                  </a:lnTo>
                  <a:lnTo>
                    <a:pt x="16217" y="1914"/>
                  </a:lnTo>
                  <a:lnTo>
                    <a:pt x="15736" y="2009"/>
                  </a:lnTo>
                  <a:lnTo>
                    <a:pt x="15254" y="2085"/>
                  </a:lnTo>
                  <a:lnTo>
                    <a:pt x="14774" y="2161"/>
                  </a:lnTo>
                  <a:lnTo>
                    <a:pt x="14299" y="2226"/>
                  </a:lnTo>
                  <a:lnTo>
                    <a:pt x="13828" y="2275"/>
                  </a:lnTo>
                  <a:lnTo>
                    <a:pt x="13357" y="2313"/>
                  </a:lnTo>
                  <a:lnTo>
                    <a:pt x="12891" y="2351"/>
                  </a:lnTo>
                  <a:lnTo>
                    <a:pt x="11971" y="2389"/>
                  </a:lnTo>
                  <a:lnTo>
                    <a:pt x="11517" y="2398"/>
                  </a:lnTo>
                  <a:lnTo>
                    <a:pt x="11068" y="2389"/>
                  </a:lnTo>
                  <a:lnTo>
                    <a:pt x="10623" y="2389"/>
                  </a:lnTo>
                  <a:lnTo>
                    <a:pt x="10182" y="2370"/>
                  </a:lnTo>
                  <a:lnTo>
                    <a:pt x="9750" y="2340"/>
                  </a:lnTo>
                  <a:lnTo>
                    <a:pt x="9323" y="2313"/>
                  </a:lnTo>
                  <a:lnTo>
                    <a:pt x="8904" y="2283"/>
                  </a:lnTo>
                  <a:lnTo>
                    <a:pt x="8487" y="2237"/>
                  </a:lnTo>
                  <a:lnTo>
                    <a:pt x="8076" y="2188"/>
                  </a:lnTo>
                  <a:lnTo>
                    <a:pt x="7674" y="2142"/>
                  </a:lnTo>
                  <a:lnTo>
                    <a:pt x="6890" y="2017"/>
                  </a:lnTo>
                  <a:lnTo>
                    <a:pt x="6139" y="1884"/>
                  </a:lnTo>
                  <a:lnTo>
                    <a:pt x="5417" y="1742"/>
                  </a:lnTo>
                  <a:lnTo>
                    <a:pt x="4735" y="1590"/>
                  </a:lnTo>
                  <a:lnTo>
                    <a:pt x="4082" y="1427"/>
                  </a:lnTo>
                  <a:lnTo>
                    <a:pt x="3478" y="1256"/>
                  </a:lnTo>
                  <a:lnTo>
                    <a:pt x="2910" y="1085"/>
                  </a:lnTo>
                  <a:lnTo>
                    <a:pt x="2387" y="913"/>
                  </a:lnTo>
                  <a:lnTo>
                    <a:pt x="1907" y="753"/>
                  </a:lnTo>
                  <a:lnTo>
                    <a:pt x="1482" y="601"/>
                  </a:lnTo>
                  <a:lnTo>
                    <a:pt x="1097" y="457"/>
                  </a:lnTo>
                  <a:lnTo>
                    <a:pt x="773" y="334"/>
                  </a:lnTo>
                  <a:lnTo>
                    <a:pt x="501" y="220"/>
                  </a:lnTo>
                  <a:lnTo>
                    <a:pt x="127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73" name="Freeform 5"/>
            <p:cNvSpPr/>
            <p:nvPr/>
          </p:nvSpPr>
          <p:spPr>
            <a:xfrm>
              <a:off x="-2" y="1585"/>
              <a:ext cx="12192004" cy="68564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  <a:moveTo>
                    <a:pt x="20745" y="20100"/>
                  </a:moveTo>
                  <a:lnTo>
                    <a:pt x="844" y="20100"/>
                  </a:lnTo>
                  <a:lnTo>
                    <a:pt x="844" y="1480"/>
                  </a:lnTo>
                  <a:lnTo>
                    <a:pt x="20745" y="1480"/>
                  </a:lnTo>
                  <a:lnTo>
                    <a:pt x="20745" y="201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</p:grpSp>
      <p:sp>
        <p:nvSpPr>
          <p:cNvPr id="175" name="Title Text"/>
          <p:cNvSpPr txBox="1">
            <a:spLocks noGrp="1"/>
          </p:cNvSpPr>
          <p:nvPr>
            <p:ph type="title"/>
          </p:nvPr>
        </p:nvSpPr>
        <p:spPr>
          <a:xfrm>
            <a:off x="1148797" y="1063416"/>
            <a:ext cx="8831817" cy="1372988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1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154954" y="3543300"/>
            <a:ext cx="8825659" cy="2476500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</a:lvl1pPr>
            <a:lvl2pPr marL="0" indent="0">
              <a:buClrTx/>
              <a:buSzTx/>
              <a:buNone/>
            </a:lvl2pPr>
            <a:lvl3pPr marL="0" indent="0">
              <a:buClrTx/>
              <a:buSzTx/>
              <a:buNone/>
            </a:lvl3pPr>
            <a:lvl4pPr marL="0" indent="0">
              <a:buClrTx/>
              <a:buSzTx/>
              <a:buNone/>
            </a:lvl4pPr>
            <a:lvl5pPr marL="0" indent="0">
              <a:buClrTx/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7" name="Rectangle 12"/>
          <p:cNvSpPr/>
          <p:nvPr/>
        </p:nvSpPr>
        <p:spPr>
          <a:xfrm>
            <a:off x="10437810" y="0"/>
            <a:ext cx="685803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entury Gothic"/>
              </a:defRPr>
            </a:pPr>
            <a:endParaRPr/>
          </a:p>
        </p:txBody>
      </p:sp>
      <p:sp>
        <p:nvSpPr>
          <p:cNvPr id="1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roup 2"/>
          <p:cNvGrpSpPr/>
          <p:nvPr/>
        </p:nvGrpSpPr>
        <p:grpSpPr>
          <a:xfrm>
            <a:off x="-6" y="0"/>
            <a:ext cx="12192007" cy="6858001"/>
            <a:chOff x="-3" y="0"/>
            <a:chExt cx="12192005" cy="6858000"/>
          </a:xfrm>
        </p:grpSpPr>
        <p:sp>
          <p:nvSpPr>
            <p:cNvPr id="185" name="Rectangle 16"/>
            <p:cNvSpPr/>
            <p:nvPr/>
          </p:nvSpPr>
          <p:spPr>
            <a:xfrm>
              <a:off x="-3" y="0"/>
              <a:ext cx="12192004" cy="6858000"/>
            </a:xfrm>
            <a:prstGeom prst="rect">
              <a:avLst/>
            </a:prstGeom>
            <a:blipFill rotWithShape="1">
              <a:blip r:embed="rId2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86" name="Oval 19"/>
            <p:cNvSpPr/>
            <p:nvPr/>
          </p:nvSpPr>
          <p:spPr>
            <a:xfrm>
              <a:off x="-4" y="2667000"/>
              <a:ext cx="4191005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36000">
                  <a:schemeClr val="accent5">
                    <a:alpha val="10000"/>
                  </a:schemeClr>
                </a:gs>
                <a:gs pos="75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87" name="Oval 21"/>
            <p:cNvSpPr/>
            <p:nvPr/>
          </p:nvSpPr>
          <p:spPr>
            <a:xfrm>
              <a:off x="-4" y="2895600"/>
              <a:ext cx="2362205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3600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88" name="Oval 22"/>
            <p:cNvSpPr/>
            <p:nvPr/>
          </p:nvSpPr>
          <p:spPr>
            <a:xfrm>
              <a:off x="8609010" y="5867400"/>
              <a:ext cx="990605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66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89" name="Oval 23"/>
            <p:cNvSpPr/>
            <p:nvPr/>
          </p:nvSpPr>
          <p:spPr>
            <a:xfrm>
              <a:off x="8609010" y="1676400"/>
              <a:ext cx="2819405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36000">
                  <a:schemeClr val="accent5">
                    <a:alpha val="6000"/>
                  </a:schemeClr>
                </a:gs>
                <a:gs pos="69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90" name="Oval 24"/>
            <p:cNvSpPr/>
            <p:nvPr/>
          </p:nvSpPr>
          <p:spPr>
            <a:xfrm>
              <a:off x="7999410" y="8462"/>
              <a:ext cx="1600205" cy="1600203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73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91" name="Freeform 5"/>
            <p:cNvSpPr/>
            <p:nvPr/>
          </p:nvSpPr>
          <p:spPr>
            <a:xfrm rot="21010067">
              <a:off x="8490949" y="4185117"/>
              <a:ext cx="3299410" cy="440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1" extrusionOk="0">
                  <a:moveTo>
                    <a:pt x="184" y="10323"/>
                  </a:moveTo>
                  <a:cubicBezTo>
                    <a:pt x="3750" y="15945"/>
                    <a:pt x="16252" y="21600"/>
                    <a:pt x="21509" y="21571"/>
                  </a:cubicBezTo>
                  <a:cubicBezTo>
                    <a:pt x="21576" y="7983"/>
                    <a:pt x="21533" y="13589"/>
                    <a:pt x="21600" y="0"/>
                  </a:cubicBezTo>
                  <a:lnTo>
                    <a:pt x="20881" y="832"/>
                  </a:lnTo>
                  <a:lnTo>
                    <a:pt x="20161" y="1631"/>
                  </a:lnTo>
                  <a:lnTo>
                    <a:pt x="19442" y="2405"/>
                  </a:lnTo>
                  <a:lnTo>
                    <a:pt x="18721" y="3070"/>
                  </a:lnTo>
                  <a:lnTo>
                    <a:pt x="17999" y="3739"/>
                  </a:lnTo>
                  <a:lnTo>
                    <a:pt x="17278" y="4366"/>
                  </a:lnTo>
                  <a:lnTo>
                    <a:pt x="16565" y="4901"/>
                  </a:lnTo>
                  <a:lnTo>
                    <a:pt x="15839" y="5402"/>
                  </a:lnTo>
                  <a:lnTo>
                    <a:pt x="15120" y="5871"/>
                  </a:lnTo>
                  <a:lnTo>
                    <a:pt x="14414" y="6270"/>
                  </a:lnTo>
                  <a:lnTo>
                    <a:pt x="13694" y="6670"/>
                  </a:lnTo>
                  <a:lnTo>
                    <a:pt x="12988" y="7008"/>
                  </a:lnTo>
                  <a:lnTo>
                    <a:pt x="12282" y="7273"/>
                  </a:lnTo>
                  <a:lnTo>
                    <a:pt x="11575" y="7542"/>
                  </a:lnTo>
                  <a:lnTo>
                    <a:pt x="10878" y="7771"/>
                  </a:lnTo>
                  <a:lnTo>
                    <a:pt x="10189" y="7942"/>
                  </a:lnTo>
                  <a:lnTo>
                    <a:pt x="9495" y="8072"/>
                  </a:lnTo>
                  <a:lnTo>
                    <a:pt x="8811" y="8207"/>
                  </a:lnTo>
                  <a:lnTo>
                    <a:pt x="8135" y="8272"/>
                  </a:lnTo>
                  <a:lnTo>
                    <a:pt x="7461" y="8342"/>
                  </a:lnTo>
                  <a:lnTo>
                    <a:pt x="6793" y="8370"/>
                  </a:lnTo>
                  <a:lnTo>
                    <a:pt x="6132" y="8342"/>
                  </a:lnTo>
                  <a:lnTo>
                    <a:pt x="5480" y="8342"/>
                  </a:lnTo>
                  <a:lnTo>
                    <a:pt x="4834" y="8272"/>
                  </a:lnTo>
                  <a:lnTo>
                    <a:pt x="4197" y="8170"/>
                  </a:lnTo>
                  <a:lnTo>
                    <a:pt x="3570" y="8072"/>
                  </a:lnTo>
                  <a:lnTo>
                    <a:pt x="2955" y="7971"/>
                  </a:lnTo>
                  <a:lnTo>
                    <a:pt x="2344" y="7807"/>
                  </a:lnTo>
                  <a:lnTo>
                    <a:pt x="1741" y="7636"/>
                  </a:lnTo>
                  <a:lnTo>
                    <a:pt x="1151" y="7473"/>
                  </a:lnTo>
                  <a:lnTo>
                    <a:pt x="0" y="7037"/>
                  </a:lnTo>
                  <a:cubicBezTo>
                    <a:pt x="60" y="8134"/>
                    <a:pt x="123" y="9226"/>
                    <a:pt x="184" y="10323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92" name="Freeform 5"/>
            <p:cNvSpPr/>
            <p:nvPr/>
          </p:nvSpPr>
          <p:spPr>
            <a:xfrm>
              <a:off x="455611" y="4241801"/>
              <a:ext cx="11277605" cy="2337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519"/>
                  </a:lnTo>
                  <a:lnTo>
                    <a:pt x="21600" y="21600"/>
                  </a:lnTo>
                  <a:lnTo>
                    <a:pt x="21600" y="19"/>
                  </a:lnTo>
                  <a:lnTo>
                    <a:pt x="21110" y="421"/>
                  </a:lnTo>
                  <a:lnTo>
                    <a:pt x="20622" y="805"/>
                  </a:lnTo>
                  <a:lnTo>
                    <a:pt x="20131" y="1180"/>
                  </a:lnTo>
                  <a:lnTo>
                    <a:pt x="19639" y="1501"/>
                  </a:lnTo>
                  <a:lnTo>
                    <a:pt x="19148" y="1825"/>
                  </a:lnTo>
                  <a:lnTo>
                    <a:pt x="18656" y="2128"/>
                  </a:lnTo>
                  <a:lnTo>
                    <a:pt x="18170" y="2387"/>
                  </a:lnTo>
                  <a:lnTo>
                    <a:pt x="17677" y="2633"/>
                  </a:lnTo>
                  <a:lnTo>
                    <a:pt x="17187" y="2857"/>
                  </a:lnTo>
                  <a:lnTo>
                    <a:pt x="16705" y="3051"/>
                  </a:lnTo>
                  <a:lnTo>
                    <a:pt x="16217" y="3245"/>
                  </a:lnTo>
                  <a:lnTo>
                    <a:pt x="15736" y="3407"/>
                  </a:lnTo>
                  <a:lnTo>
                    <a:pt x="15254" y="3534"/>
                  </a:lnTo>
                  <a:lnTo>
                    <a:pt x="14774" y="3667"/>
                  </a:lnTo>
                  <a:lnTo>
                    <a:pt x="14299" y="3777"/>
                  </a:lnTo>
                  <a:lnTo>
                    <a:pt x="13828" y="3856"/>
                  </a:lnTo>
                  <a:lnTo>
                    <a:pt x="13357" y="3923"/>
                  </a:lnTo>
                  <a:lnTo>
                    <a:pt x="12891" y="3988"/>
                  </a:lnTo>
                  <a:lnTo>
                    <a:pt x="12431" y="4018"/>
                  </a:lnTo>
                  <a:lnTo>
                    <a:pt x="11971" y="4050"/>
                  </a:lnTo>
                  <a:lnTo>
                    <a:pt x="11517" y="4066"/>
                  </a:lnTo>
                  <a:lnTo>
                    <a:pt x="11068" y="4050"/>
                  </a:lnTo>
                  <a:lnTo>
                    <a:pt x="10623" y="4050"/>
                  </a:lnTo>
                  <a:lnTo>
                    <a:pt x="10182" y="4018"/>
                  </a:lnTo>
                  <a:lnTo>
                    <a:pt x="9750" y="3969"/>
                  </a:lnTo>
                  <a:lnTo>
                    <a:pt x="9323" y="3923"/>
                  </a:lnTo>
                  <a:lnTo>
                    <a:pt x="8904" y="3872"/>
                  </a:lnTo>
                  <a:lnTo>
                    <a:pt x="8487" y="3794"/>
                  </a:lnTo>
                  <a:lnTo>
                    <a:pt x="8076" y="3710"/>
                  </a:lnTo>
                  <a:lnTo>
                    <a:pt x="7674" y="3634"/>
                  </a:lnTo>
                  <a:lnTo>
                    <a:pt x="6890" y="3421"/>
                  </a:lnTo>
                  <a:lnTo>
                    <a:pt x="6139" y="3194"/>
                  </a:lnTo>
                  <a:lnTo>
                    <a:pt x="5417" y="2956"/>
                  </a:lnTo>
                  <a:lnTo>
                    <a:pt x="4735" y="2695"/>
                  </a:lnTo>
                  <a:lnTo>
                    <a:pt x="4082" y="2422"/>
                  </a:lnTo>
                  <a:lnTo>
                    <a:pt x="3478" y="2128"/>
                  </a:lnTo>
                  <a:lnTo>
                    <a:pt x="2910" y="1839"/>
                  </a:lnTo>
                  <a:lnTo>
                    <a:pt x="2387" y="1550"/>
                  </a:lnTo>
                  <a:lnTo>
                    <a:pt x="1907" y="1277"/>
                  </a:lnTo>
                  <a:lnTo>
                    <a:pt x="1482" y="1018"/>
                  </a:lnTo>
                  <a:lnTo>
                    <a:pt x="1097" y="772"/>
                  </a:lnTo>
                  <a:lnTo>
                    <a:pt x="773" y="567"/>
                  </a:lnTo>
                  <a:lnTo>
                    <a:pt x="501" y="373"/>
                  </a:lnTo>
                  <a:lnTo>
                    <a:pt x="127" y="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93" name="Freeform 5"/>
            <p:cNvSpPr/>
            <p:nvPr/>
          </p:nvSpPr>
          <p:spPr>
            <a:xfrm>
              <a:off x="-2" y="1585"/>
              <a:ext cx="12192004" cy="68564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  <a:moveTo>
                    <a:pt x="20745" y="20100"/>
                  </a:moveTo>
                  <a:lnTo>
                    <a:pt x="844" y="20100"/>
                  </a:lnTo>
                  <a:lnTo>
                    <a:pt x="844" y="1480"/>
                  </a:lnTo>
                  <a:lnTo>
                    <a:pt x="20745" y="1480"/>
                  </a:lnTo>
                  <a:lnTo>
                    <a:pt x="20745" y="201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</p:grpSp>
      <p:sp>
        <p:nvSpPr>
          <p:cNvPr id="195" name="TextBox 15"/>
          <p:cNvSpPr txBox="1"/>
          <p:nvPr/>
        </p:nvSpPr>
        <p:spPr>
          <a:xfrm>
            <a:off x="881564" y="607335"/>
            <a:ext cx="801916" cy="1448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9600">
                <a:solidFill>
                  <a:srgbClr val="EF53A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“</a:t>
            </a:r>
          </a:p>
        </p:txBody>
      </p:sp>
      <p:sp>
        <p:nvSpPr>
          <p:cNvPr id="196" name="TextBox 12"/>
          <p:cNvSpPr txBox="1"/>
          <p:nvPr/>
        </p:nvSpPr>
        <p:spPr>
          <a:xfrm>
            <a:off x="9884457" y="2613786"/>
            <a:ext cx="652766" cy="1448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9600">
                <a:solidFill>
                  <a:srgbClr val="EF53A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”</a:t>
            </a:r>
          </a:p>
        </p:txBody>
      </p:sp>
      <p:sp>
        <p:nvSpPr>
          <p:cNvPr id="197" name="Title Text"/>
          <p:cNvSpPr txBox="1">
            <a:spLocks noGrp="1"/>
          </p:cNvSpPr>
          <p:nvPr>
            <p:ph type="title"/>
          </p:nvPr>
        </p:nvSpPr>
        <p:spPr>
          <a:xfrm>
            <a:off x="1581876" y="982134"/>
            <a:ext cx="8453909" cy="2696632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1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945944" y="3678766"/>
            <a:ext cx="7731222" cy="342177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1400" cap="small">
                <a:solidFill>
                  <a:srgbClr val="EF53A5"/>
                </a:solidFill>
              </a:defRPr>
            </a:lvl1pPr>
            <a:lvl2pPr marL="0" indent="0">
              <a:buClrTx/>
              <a:buSzTx/>
              <a:buNone/>
              <a:defRPr sz="1400" cap="small">
                <a:solidFill>
                  <a:srgbClr val="EF53A5"/>
                </a:solidFill>
              </a:defRPr>
            </a:lvl2pPr>
            <a:lvl3pPr marL="0" indent="0">
              <a:buClrTx/>
              <a:buSzTx/>
              <a:buNone/>
              <a:defRPr sz="1400" cap="small">
                <a:solidFill>
                  <a:srgbClr val="EF53A5"/>
                </a:solidFill>
              </a:defRPr>
            </a:lvl3pPr>
            <a:lvl4pPr marL="0" indent="0">
              <a:buClrTx/>
              <a:buSzTx/>
              <a:buNone/>
              <a:defRPr sz="1400" cap="small">
                <a:solidFill>
                  <a:srgbClr val="EF53A5"/>
                </a:solidFill>
              </a:defRPr>
            </a:lvl4pPr>
            <a:lvl5pPr marL="0" indent="0">
              <a:buClrTx/>
              <a:buSzTx/>
              <a:buNone/>
              <a:defRPr sz="1400" cap="small">
                <a:solidFill>
                  <a:srgbClr val="EF53A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1154954" y="5029198"/>
            <a:ext cx="9244897" cy="997859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200" name="Rectangle 18"/>
          <p:cNvSpPr/>
          <p:nvPr/>
        </p:nvSpPr>
        <p:spPr>
          <a:xfrm>
            <a:off x="10437810" y="0"/>
            <a:ext cx="685803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entury Gothic"/>
              </a:defRPr>
            </a:pPr>
            <a:endParaRPr/>
          </a:p>
        </p:txBody>
      </p:sp>
      <p:sp>
        <p:nvSpPr>
          <p:cNvPr id="2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roup 8"/>
          <p:cNvGrpSpPr/>
          <p:nvPr/>
        </p:nvGrpSpPr>
        <p:grpSpPr>
          <a:xfrm>
            <a:off x="-6" y="0"/>
            <a:ext cx="12192007" cy="6858001"/>
            <a:chOff x="-3" y="0"/>
            <a:chExt cx="12192005" cy="6858000"/>
          </a:xfrm>
        </p:grpSpPr>
        <p:sp>
          <p:nvSpPr>
            <p:cNvPr id="208" name="Rectangle 10"/>
            <p:cNvSpPr/>
            <p:nvPr/>
          </p:nvSpPr>
          <p:spPr>
            <a:xfrm>
              <a:off x="-3" y="0"/>
              <a:ext cx="12192004" cy="6858000"/>
            </a:xfrm>
            <a:prstGeom prst="rect">
              <a:avLst/>
            </a:prstGeom>
            <a:blipFill rotWithShape="1">
              <a:blip r:embed="rId2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09" name="Oval 14"/>
            <p:cNvSpPr/>
            <p:nvPr/>
          </p:nvSpPr>
          <p:spPr>
            <a:xfrm>
              <a:off x="-4" y="2667000"/>
              <a:ext cx="4191005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36000">
                  <a:schemeClr val="accent5">
                    <a:alpha val="10000"/>
                  </a:schemeClr>
                </a:gs>
                <a:gs pos="75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10" name="Oval 15"/>
            <p:cNvSpPr/>
            <p:nvPr/>
          </p:nvSpPr>
          <p:spPr>
            <a:xfrm>
              <a:off x="-4" y="2895600"/>
              <a:ext cx="2362205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3600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11" name="Oval 16"/>
            <p:cNvSpPr/>
            <p:nvPr/>
          </p:nvSpPr>
          <p:spPr>
            <a:xfrm>
              <a:off x="8609010" y="5867400"/>
              <a:ext cx="990605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66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12" name="Oval 17"/>
            <p:cNvSpPr/>
            <p:nvPr/>
          </p:nvSpPr>
          <p:spPr>
            <a:xfrm>
              <a:off x="8609010" y="1676400"/>
              <a:ext cx="2819405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36000">
                  <a:schemeClr val="accent5">
                    <a:alpha val="6000"/>
                  </a:schemeClr>
                </a:gs>
                <a:gs pos="69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13" name="Oval 18"/>
            <p:cNvSpPr/>
            <p:nvPr/>
          </p:nvSpPr>
          <p:spPr>
            <a:xfrm>
              <a:off x="7999410" y="8462"/>
              <a:ext cx="1600205" cy="1600203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73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14" name="Freeform 5"/>
            <p:cNvSpPr/>
            <p:nvPr/>
          </p:nvSpPr>
          <p:spPr>
            <a:xfrm rot="21010067">
              <a:off x="8490949" y="4193583"/>
              <a:ext cx="3299410" cy="440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1" extrusionOk="0">
                  <a:moveTo>
                    <a:pt x="184" y="10323"/>
                  </a:moveTo>
                  <a:cubicBezTo>
                    <a:pt x="3750" y="15945"/>
                    <a:pt x="16252" y="21600"/>
                    <a:pt x="21509" y="21571"/>
                  </a:cubicBezTo>
                  <a:cubicBezTo>
                    <a:pt x="21576" y="7983"/>
                    <a:pt x="21533" y="13589"/>
                    <a:pt x="21600" y="0"/>
                  </a:cubicBezTo>
                  <a:lnTo>
                    <a:pt x="20881" y="832"/>
                  </a:lnTo>
                  <a:lnTo>
                    <a:pt x="20161" y="1631"/>
                  </a:lnTo>
                  <a:lnTo>
                    <a:pt x="19442" y="2405"/>
                  </a:lnTo>
                  <a:lnTo>
                    <a:pt x="18721" y="3070"/>
                  </a:lnTo>
                  <a:lnTo>
                    <a:pt x="17999" y="3739"/>
                  </a:lnTo>
                  <a:lnTo>
                    <a:pt x="17278" y="4366"/>
                  </a:lnTo>
                  <a:lnTo>
                    <a:pt x="16565" y="4901"/>
                  </a:lnTo>
                  <a:lnTo>
                    <a:pt x="15839" y="5402"/>
                  </a:lnTo>
                  <a:lnTo>
                    <a:pt x="15120" y="5871"/>
                  </a:lnTo>
                  <a:lnTo>
                    <a:pt x="14414" y="6270"/>
                  </a:lnTo>
                  <a:lnTo>
                    <a:pt x="13694" y="6670"/>
                  </a:lnTo>
                  <a:lnTo>
                    <a:pt x="12988" y="7008"/>
                  </a:lnTo>
                  <a:lnTo>
                    <a:pt x="12282" y="7273"/>
                  </a:lnTo>
                  <a:lnTo>
                    <a:pt x="11575" y="7542"/>
                  </a:lnTo>
                  <a:lnTo>
                    <a:pt x="10878" y="7771"/>
                  </a:lnTo>
                  <a:lnTo>
                    <a:pt x="10189" y="7942"/>
                  </a:lnTo>
                  <a:lnTo>
                    <a:pt x="9495" y="8072"/>
                  </a:lnTo>
                  <a:lnTo>
                    <a:pt x="8811" y="8207"/>
                  </a:lnTo>
                  <a:lnTo>
                    <a:pt x="8135" y="8272"/>
                  </a:lnTo>
                  <a:lnTo>
                    <a:pt x="7461" y="8342"/>
                  </a:lnTo>
                  <a:lnTo>
                    <a:pt x="6793" y="8370"/>
                  </a:lnTo>
                  <a:lnTo>
                    <a:pt x="6132" y="8342"/>
                  </a:lnTo>
                  <a:lnTo>
                    <a:pt x="5480" y="8342"/>
                  </a:lnTo>
                  <a:lnTo>
                    <a:pt x="4834" y="8272"/>
                  </a:lnTo>
                  <a:lnTo>
                    <a:pt x="4197" y="8170"/>
                  </a:lnTo>
                  <a:lnTo>
                    <a:pt x="3570" y="8072"/>
                  </a:lnTo>
                  <a:lnTo>
                    <a:pt x="2955" y="7971"/>
                  </a:lnTo>
                  <a:lnTo>
                    <a:pt x="2344" y="7807"/>
                  </a:lnTo>
                  <a:lnTo>
                    <a:pt x="1741" y="7636"/>
                  </a:lnTo>
                  <a:lnTo>
                    <a:pt x="1151" y="7473"/>
                  </a:lnTo>
                  <a:lnTo>
                    <a:pt x="0" y="7037"/>
                  </a:lnTo>
                  <a:cubicBezTo>
                    <a:pt x="60" y="8134"/>
                    <a:pt x="123" y="9226"/>
                    <a:pt x="184" y="10323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15" name="Freeform 5"/>
            <p:cNvSpPr/>
            <p:nvPr/>
          </p:nvSpPr>
          <p:spPr>
            <a:xfrm>
              <a:off x="455611" y="4241801"/>
              <a:ext cx="11277605" cy="2337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519"/>
                  </a:lnTo>
                  <a:lnTo>
                    <a:pt x="21600" y="21600"/>
                  </a:lnTo>
                  <a:lnTo>
                    <a:pt x="21600" y="19"/>
                  </a:lnTo>
                  <a:lnTo>
                    <a:pt x="21110" y="421"/>
                  </a:lnTo>
                  <a:lnTo>
                    <a:pt x="20622" y="805"/>
                  </a:lnTo>
                  <a:lnTo>
                    <a:pt x="20131" y="1180"/>
                  </a:lnTo>
                  <a:lnTo>
                    <a:pt x="19639" y="1501"/>
                  </a:lnTo>
                  <a:lnTo>
                    <a:pt x="19148" y="1825"/>
                  </a:lnTo>
                  <a:lnTo>
                    <a:pt x="18656" y="2128"/>
                  </a:lnTo>
                  <a:lnTo>
                    <a:pt x="18170" y="2387"/>
                  </a:lnTo>
                  <a:lnTo>
                    <a:pt x="17677" y="2633"/>
                  </a:lnTo>
                  <a:lnTo>
                    <a:pt x="17187" y="2857"/>
                  </a:lnTo>
                  <a:lnTo>
                    <a:pt x="16705" y="3051"/>
                  </a:lnTo>
                  <a:lnTo>
                    <a:pt x="16217" y="3245"/>
                  </a:lnTo>
                  <a:lnTo>
                    <a:pt x="15736" y="3407"/>
                  </a:lnTo>
                  <a:lnTo>
                    <a:pt x="15254" y="3534"/>
                  </a:lnTo>
                  <a:lnTo>
                    <a:pt x="14774" y="3667"/>
                  </a:lnTo>
                  <a:lnTo>
                    <a:pt x="14299" y="3777"/>
                  </a:lnTo>
                  <a:lnTo>
                    <a:pt x="13828" y="3856"/>
                  </a:lnTo>
                  <a:lnTo>
                    <a:pt x="13357" y="3923"/>
                  </a:lnTo>
                  <a:lnTo>
                    <a:pt x="12891" y="3988"/>
                  </a:lnTo>
                  <a:lnTo>
                    <a:pt x="12431" y="4018"/>
                  </a:lnTo>
                  <a:lnTo>
                    <a:pt x="11971" y="4050"/>
                  </a:lnTo>
                  <a:lnTo>
                    <a:pt x="11517" y="4066"/>
                  </a:lnTo>
                  <a:lnTo>
                    <a:pt x="11068" y="4050"/>
                  </a:lnTo>
                  <a:lnTo>
                    <a:pt x="10623" y="4050"/>
                  </a:lnTo>
                  <a:lnTo>
                    <a:pt x="10182" y="4018"/>
                  </a:lnTo>
                  <a:lnTo>
                    <a:pt x="9750" y="3969"/>
                  </a:lnTo>
                  <a:lnTo>
                    <a:pt x="9323" y="3923"/>
                  </a:lnTo>
                  <a:lnTo>
                    <a:pt x="8904" y="3872"/>
                  </a:lnTo>
                  <a:lnTo>
                    <a:pt x="8487" y="3794"/>
                  </a:lnTo>
                  <a:lnTo>
                    <a:pt x="8076" y="3710"/>
                  </a:lnTo>
                  <a:lnTo>
                    <a:pt x="7674" y="3634"/>
                  </a:lnTo>
                  <a:lnTo>
                    <a:pt x="6890" y="3421"/>
                  </a:lnTo>
                  <a:lnTo>
                    <a:pt x="6139" y="3194"/>
                  </a:lnTo>
                  <a:lnTo>
                    <a:pt x="5417" y="2956"/>
                  </a:lnTo>
                  <a:lnTo>
                    <a:pt x="4735" y="2695"/>
                  </a:lnTo>
                  <a:lnTo>
                    <a:pt x="4082" y="2422"/>
                  </a:lnTo>
                  <a:lnTo>
                    <a:pt x="3478" y="2128"/>
                  </a:lnTo>
                  <a:lnTo>
                    <a:pt x="2910" y="1839"/>
                  </a:lnTo>
                  <a:lnTo>
                    <a:pt x="2387" y="1550"/>
                  </a:lnTo>
                  <a:lnTo>
                    <a:pt x="1907" y="1277"/>
                  </a:lnTo>
                  <a:lnTo>
                    <a:pt x="1482" y="1018"/>
                  </a:lnTo>
                  <a:lnTo>
                    <a:pt x="1097" y="772"/>
                  </a:lnTo>
                  <a:lnTo>
                    <a:pt x="773" y="567"/>
                  </a:lnTo>
                  <a:lnTo>
                    <a:pt x="501" y="373"/>
                  </a:lnTo>
                  <a:lnTo>
                    <a:pt x="127" y="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16" name="Freeform 5"/>
            <p:cNvSpPr/>
            <p:nvPr/>
          </p:nvSpPr>
          <p:spPr>
            <a:xfrm>
              <a:off x="-2" y="1585"/>
              <a:ext cx="12192004" cy="68564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  <a:moveTo>
                    <a:pt x="20745" y="20100"/>
                  </a:moveTo>
                  <a:lnTo>
                    <a:pt x="844" y="20100"/>
                  </a:lnTo>
                  <a:lnTo>
                    <a:pt x="844" y="1480"/>
                  </a:lnTo>
                  <a:lnTo>
                    <a:pt x="20745" y="1480"/>
                  </a:lnTo>
                  <a:lnTo>
                    <a:pt x="20745" y="201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</p:grpSp>
      <p:sp>
        <p:nvSpPr>
          <p:cNvPr id="218" name="Title Text"/>
          <p:cNvSpPr txBox="1">
            <a:spLocks noGrp="1"/>
          </p:cNvSpPr>
          <p:nvPr>
            <p:ph type="title"/>
          </p:nvPr>
        </p:nvSpPr>
        <p:spPr>
          <a:xfrm>
            <a:off x="1154954" y="2370664"/>
            <a:ext cx="8825660" cy="1822518"/>
          </a:xfrm>
          <a:prstGeom prst="rect">
            <a:avLst/>
          </a:prstGeom>
        </p:spPr>
        <p:txBody>
          <a:bodyPr anchor="b"/>
          <a:lstStyle>
            <a:lvl1pPr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21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5024966"/>
            <a:ext cx="8825659" cy="860403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2000">
                <a:solidFill>
                  <a:srgbClr val="EF53A5"/>
                </a:solidFill>
              </a:defRPr>
            </a:lvl1pPr>
            <a:lvl2pPr marL="0" indent="0">
              <a:buClrTx/>
              <a:buSzTx/>
              <a:buNone/>
              <a:defRPr sz="2000">
                <a:solidFill>
                  <a:srgbClr val="EF53A5"/>
                </a:solidFill>
              </a:defRPr>
            </a:lvl2pPr>
            <a:lvl3pPr marL="0" indent="0">
              <a:buClrTx/>
              <a:buSzTx/>
              <a:buNone/>
              <a:defRPr sz="2000">
                <a:solidFill>
                  <a:srgbClr val="EF53A5"/>
                </a:solidFill>
              </a:defRPr>
            </a:lvl3pPr>
            <a:lvl4pPr marL="0" indent="0">
              <a:buClrTx/>
              <a:buSzTx/>
              <a:buNone/>
              <a:defRPr sz="2000">
                <a:solidFill>
                  <a:srgbClr val="EF53A5"/>
                </a:solidFill>
              </a:defRPr>
            </a:lvl4pPr>
            <a:lvl5pPr marL="0" indent="0">
              <a:buClrTx/>
              <a:buSzTx/>
              <a:buNone/>
              <a:defRPr sz="2000">
                <a:solidFill>
                  <a:srgbClr val="EF53A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0" name="Rectangle 13"/>
          <p:cNvSpPr/>
          <p:nvPr/>
        </p:nvSpPr>
        <p:spPr>
          <a:xfrm>
            <a:off x="10437810" y="0"/>
            <a:ext cx="685803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entury Gothic"/>
              </a:defRPr>
            </a:pPr>
            <a:endParaRPr/>
          </a:p>
        </p:txBody>
      </p:sp>
      <p:sp>
        <p:nvSpPr>
          <p:cNvPr id="2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itle Text"/>
          <p:cNvSpPr txBox="1">
            <a:spLocks noGrp="1"/>
          </p:cNvSpPr>
          <p:nvPr>
            <p:ph type="title"/>
          </p:nvPr>
        </p:nvSpPr>
        <p:spPr>
          <a:xfrm>
            <a:off x="1154954" y="973667"/>
            <a:ext cx="8825659" cy="70696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2603500"/>
            <a:ext cx="3141879" cy="576265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>
                <a:solidFill>
                  <a:srgbClr val="EF53A5"/>
                </a:solidFill>
              </a:defRPr>
            </a:lvl1pPr>
            <a:lvl2pPr marL="0" indent="0">
              <a:buClrTx/>
              <a:buSzTx/>
              <a:buNone/>
              <a:defRPr sz="2400">
                <a:solidFill>
                  <a:srgbClr val="EF53A5"/>
                </a:solidFill>
              </a:defRPr>
            </a:lvl2pPr>
            <a:lvl3pPr marL="0" indent="0">
              <a:buClrTx/>
              <a:buSzTx/>
              <a:buNone/>
              <a:defRPr sz="2400">
                <a:solidFill>
                  <a:srgbClr val="EF53A5"/>
                </a:solidFill>
              </a:defRPr>
            </a:lvl3pPr>
            <a:lvl4pPr marL="0" indent="0">
              <a:buClrTx/>
              <a:buSzTx/>
              <a:buNone/>
              <a:defRPr sz="2400">
                <a:solidFill>
                  <a:srgbClr val="EF53A5"/>
                </a:solidFill>
              </a:defRPr>
            </a:lvl4pPr>
            <a:lvl5pPr marL="0" indent="0">
              <a:buClrTx/>
              <a:buSzTx/>
              <a:buNone/>
              <a:defRPr sz="2400">
                <a:solidFill>
                  <a:srgbClr val="EF53A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0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1154951" y="3179764"/>
            <a:ext cx="3141883" cy="284729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1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4512721" y="2603500"/>
            <a:ext cx="3147012" cy="576263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232" name="Text Placeholder 3"/>
          <p:cNvSpPr>
            <a:spLocks noGrp="1"/>
          </p:cNvSpPr>
          <p:nvPr>
            <p:ph type="body" sz="quarter" idx="23"/>
          </p:nvPr>
        </p:nvSpPr>
        <p:spPr>
          <a:xfrm>
            <a:off x="4512721" y="3179763"/>
            <a:ext cx="3147012" cy="284729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3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7888134" y="2603500"/>
            <a:ext cx="3145733" cy="576263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234" name="Text Placeholder 3"/>
          <p:cNvSpPr>
            <a:spLocks noGrp="1"/>
          </p:cNvSpPr>
          <p:nvPr>
            <p:ph type="body" sz="quarter" idx="25"/>
          </p:nvPr>
        </p:nvSpPr>
        <p:spPr>
          <a:xfrm>
            <a:off x="7888329" y="3179759"/>
            <a:ext cx="3145539" cy="284729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5" name="Straight Connector 16"/>
          <p:cNvSpPr/>
          <p:nvPr/>
        </p:nvSpPr>
        <p:spPr>
          <a:xfrm flipH="1">
            <a:off x="4403969" y="2569630"/>
            <a:ext cx="5" cy="3492500"/>
          </a:xfrm>
          <a:prstGeom prst="line">
            <a:avLst/>
          </a:prstGeom>
          <a:ln w="12700" cap="rnd">
            <a:solidFill>
              <a:schemeClr val="accent1">
                <a:alpha val="40000"/>
              </a:schemeClr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36" name="Straight Connector 17"/>
          <p:cNvSpPr/>
          <p:nvPr/>
        </p:nvSpPr>
        <p:spPr>
          <a:xfrm>
            <a:off x="7772398" y="2569630"/>
            <a:ext cx="5" cy="3492500"/>
          </a:xfrm>
          <a:prstGeom prst="line">
            <a:avLst/>
          </a:prstGeom>
          <a:ln w="12700" cap="rnd">
            <a:solidFill>
              <a:schemeClr val="accent1">
                <a:alpha val="40000"/>
              </a:schemeClr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 Text"/>
          <p:cNvSpPr txBox="1">
            <a:spLocks noGrp="1"/>
          </p:cNvSpPr>
          <p:nvPr>
            <p:ph type="title"/>
          </p:nvPr>
        </p:nvSpPr>
        <p:spPr>
          <a:xfrm>
            <a:off x="1154954" y="973667"/>
            <a:ext cx="8825659" cy="70696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4532843"/>
            <a:ext cx="3050440" cy="576265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>
                <a:solidFill>
                  <a:srgbClr val="EF53A5"/>
                </a:solidFill>
              </a:defRPr>
            </a:lvl1pPr>
            <a:lvl2pPr marL="0" indent="0">
              <a:buClrTx/>
              <a:buSzTx/>
              <a:buNone/>
              <a:defRPr sz="2400">
                <a:solidFill>
                  <a:srgbClr val="EF53A5"/>
                </a:solidFill>
              </a:defRPr>
            </a:lvl2pPr>
            <a:lvl3pPr marL="0" indent="0">
              <a:buClrTx/>
              <a:buSzTx/>
              <a:buNone/>
              <a:defRPr sz="2400">
                <a:solidFill>
                  <a:srgbClr val="EF53A5"/>
                </a:solidFill>
              </a:defRPr>
            </a:lvl3pPr>
            <a:lvl4pPr marL="0" indent="0">
              <a:buClrTx/>
              <a:buSzTx/>
              <a:buNone/>
              <a:defRPr sz="2400">
                <a:solidFill>
                  <a:srgbClr val="EF53A5"/>
                </a:solidFill>
              </a:defRPr>
            </a:lvl4pPr>
            <a:lvl5pPr marL="0" indent="0">
              <a:buClrTx/>
              <a:buSzTx/>
              <a:buNone/>
              <a:defRPr sz="2400">
                <a:solidFill>
                  <a:srgbClr val="EF53A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6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334551" y="2603500"/>
            <a:ext cx="2691247" cy="1591511"/>
          </a:xfrm>
          <a:prstGeom prst="rect">
            <a:avLst/>
          </a:prstGeom>
          <a:effectLst>
            <a:outerShdw blurRad="50800" dist="50800" dir="5400000" rotWithShape="0">
              <a:srgbClr val="000000">
                <a:alpha val="43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7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1154954" y="5109104"/>
            <a:ext cx="3050440" cy="91795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8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4568864" y="4532843"/>
            <a:ext cx="3050441" cy="576266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249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4748462" y="2603500"/>
            <a:ext cx="2691246" cy="1591511"/>
          </a:xfrm>
          <a:prstGeom prst="rect">
            <a:avLst/>
          </a:prstGeom>
          <a:effectLst>
            <a:outerShdw blurRad="50800" dist="50800" dir="5400000" rotWithShape="0">
              <a:srgbClr val="000000">
                <a:alpha val="43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50" name="Text Placeholder 3"/>
          <p:cNvSpPr>
            <a:spLocks noGrp="1"/>
          </p:cNvSpPr>
          <p:nvPr>
            <p:ph type="body" sz="quarter" idx="25"/>
          </p:nvPr>
        </p:nvSpPr>
        <p:spPr>
          <a:xfrm>
            <a:off x="4570171" y="5109104"/>
            <a:ext cx="3050441" cy="91795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1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7982773" y="4532845"/>
            <a:ext cx="3051099" cy="576265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252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8163031" y="2603500"/>
            <a:ext cx="2691245" cy="1591511"/>
          </a:xfrm>
          <a:prstGeom prst="rect">
            <a:avLst/>
          </a:prstGeom>
          <a:effectLst>
            <a:outerShdw blurRad="50800" dist="50800" dir="5400000" rotWithShape="0">
              <a:srgbClr val="000000">
                <a:alpha val="43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53" name="Text Placeholder 3"/>
          <p:cNvSpPr>
            <a:spLocks noGrp="1"/>
          </p:cNvSpPr>
          <p:nvPr>
            <p:ph type="body" sz="quarter" idx="28"/>
          </p:nvPr>
        </p:nvSpPr>
        <p:spPr>
          <a:xfrm>
            <a:off x="7982773" y="5109104"/>
            <a:ext cx="3051099" cy="91795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" name="Straight Connector 42"/>
          <p:cNvSpPr/>
          <p:nvPr/>
        </p:nvSpPr>
        <p:spPr>
          <a:xfrm flipH="1">
            <a:off x="4405829" y="2569630"/>
            <a:ext cx="5" cy="3492500"/>
          </a:xfrm>
          <a:prstGeom prst="line">
            <a:avLst/>
          </a:prstGeom>
          <a:ln w="12700" cap="rnd">
            <a:solidFill>
              <a:schemeClr val="accent1">
                <a:alpha val="40000"/>
              </a:schemeClr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55" name="Straight Connector 43"/>
          <p:cNvSpPr/>
          <p:nvPr/>
        </p:nvSpPr>
        <p:spPr>
          <a:xfrm>
            <a:off x="7797800" y="2569630"/>
            <a:ext cx="4" cy="3492500"/>
          </a:xfrm>
          <a:prstGeom prst="line">
            <a:avLst/>
          </a:prstGeom>
          <a:ln w="12700" cap="rnd">
            <a:solidFill>
              <a:schemeClr val="accent1">
                <a:alpha val="40000"/>
              </a:schemeClr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Text"/>
          <p:cNvSpPr txBox="1">
            <a:spLocks noGrp="1"/>
          </p:cNvSpPr>
          <p:nvPr>
            <p:ph type="title"/>
          </p:nvPr>
        </p:nvSpPr>
        <p:spPr>
          <a:xfrm>
            <a:off x="1154954" y="973667"/>
            <a:ext cx="8825659" cy="70696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roup 8"/>
          <p:cNvGrpSpPr/>
          <p:nvPr/>
        </p:nvGrpSpPr>
        <p:grpSpPr>
          <a:xfrm>
            <a:off x="-6" y="0"/>
            <a:ext cx="12192007" cy="6858001"/>
            <a:chOff x="-3" y="0"/>
            <a:chExt cx="12192005" cy="6858000"/>
          </a:xfrm>
        </p:grpSpPr>
        <p:sp>
          <p:nvSpPr>
            <p:cNvPr id="272" name="Rectangle 11"/>
            <p:cNvSpPr/>
            <p:nvPr/>
          </p:nvSpPr>
          <p:spPr>
            <a:xfrm>
              <a:off x="-3" y="0"/>
              <a:ext cx="12192004" cy="6858000"/>
            </a:xfrm>
            <a:prstGeom prst="rect">
              <a:avLst/>
            </a:prstGeom>
            <a:blipFill rotWithShape="1">
              <a:blip r:embed="rId2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73" name="Oval 14"/>
            <p:cNvSpPr/>
            <p:nvPr/>
          </p:nvSpPr>
          <p:spPr>
            <a:xfrm>
              <a:off x="-4" y="2667000"/>
              <a:ext cx="4191005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36000">
                  <a:schemeClr val="accent5">
                    <a:alpha val="10000"/>
                  </a:schemeClr>
                </a:gs>
                <a:gs pos="75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74" name="Oval 15"/>
            <p:cNvSpPr/>
            <p:nvPr/>
          </p:nvSpPr>
          <p:spPr>
            <a:xfrm>
              <a:off x="-4" y="2895600"/>
              <a:ext cx="2362205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3600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75" name="Oval 17"/>
            <p:cNvSpPr/>
            <p:nvPr/>
          </p:nvSpPr>
          <p:spPr>
            <a:xfrm>
              <a:off x="8609010" y="5867400"/>
              <a:ext cx="990605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66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76" name="Oval 18"/>
            <p:cNvSpPr/>
            <p:nvPr/>
          </p:nvSpPr>
          <p:spPr>
            <a:xfrm>
              <a:off x="8609010" y="1676400"/>
              <a:ext cx="2819405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36000">
                  <a:schemeClr val="accent5">
                    <a:alpha val="6000"/>
                  </a:schemeClr>
                </a:gs>
                <a:gs pos="69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77" name="Oval 19"/>
            <p:cNvSpPr/>
            <p:nvPr/>
          </p:nvSpPr>
          <p:spPr>
            <a:xfrm>
              <a:off x="7999410" y="8462"/>
              <a:ext cx="1600205" cy="1600203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73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78" name="Rectangle 6"/>
            <p:cNvSpPr/>
            <p:nvPr/>
          </p:nvSpPr>
          <p:spPr>
            <a:xfrm>
              <a:off x="414863" y="402163"/>
              <a:ext cx="6510870" cy="605367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79" name="Freeform 5"/>
            <p:cNvSpPr/>
            <p:nvPr/>
          </p:nvSpPr>
          <p:spPr>
            <a:xfrm rot="5101749">
              <a:off x="6294744" y="4577743"/>
              <a:ext cx="3299409" cy="440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1" extrusionOk="0">
                  <a:moveTo>
                    <a:pt x="184" y="10323"/>
                  </a:moveTo>
                  <a:cubicBezTo>
                    <a:pt x="3750" y="15945"/>
                    <a:pt x="16252" y="21600"/>
                    <a:pt x="21509" y="21571"/>
                  </a:cubicBezTo>
                  <a:cubicBezTo>
                    <a:pt x="21576" y="7983"/>
                    <a:pt x="21533" y="13589"/>
                    <a:pt x="21600" y="0"/>
                  </a:cubicBezTo>
                  <a:lnTo>
                    <a:pt x="20881" y="832"/>
                  </a:lnTo>
                  <a:lnTo>
                    <a:pt x="20161" y="1631"/>
                  </a:lnTo>
                  <a:lnTo>
                    <a:pt x="19442" y="2405"/>
                  </a:lnTo>
                  <a:lnTo>
                    <a:pt x="18721" y="3070"/>
                  </a:lnTo>
                  <a:lnTo>
                    <a:pt x="17999" y="3739"/>
                  </a:lnTo>
                  <a:lnTo>
                    <a:pt x="17278" y="4366"/>
                  </a:lnTo>
                  <a:lnTo>
                    <a:pt x="16565" y="4901"/>
                  </a:lnTo>
                  <a:lnTo>
                    <a:pt x="15839" y="5402"/>
                  </a:lnTo>
                  <a:lnTo>
                    <a:pt x="15120" y="5871"/>
                  </a:lnTo>
                  <a:lnTo>
                    <a:pt x="14414" y="6270"/>
                  </a:lnTo>
                  <a:lnTo>
                    <a:pt x="13694" y="6670"/>
                  </a:lnTo>
                  <a:lnTo>
                    <a:pt x="12988" y="7008"/>
                  </a:lnTo>
                  <a:lnTo>
                    <a:pt x="12282" y="7273"/>
                  </a:lnTo>
                  <a:lnTo>
                    <a:pt x="11575" y="7542"/>
                  </a:lnTo>
                  <a:lnTo>
                    <a:pt x="10878" y="7771"/>
                  </a:lnTo>
                  <a:lnTo>
                    <a:pt x="10189" y="7942"/>
                  </a:lnTo>
                  <a:lnTo>
                    <a:pt x="9495" y="8072"/>
                  </a:lnTo>
                  <a:lnTo>
                    <a:pt x="8811" y="8207"/>
                  </a:lnTo>
                  <a:lnTo>
                    <a:pt x="8135" y="8272"/>
                  </a:lnTo>
                  <a:lnTo>
                    <a:pt x="7461" y="8342"/>
                  </a:lnTo>
                  <a:lnTo>
                    <a:pt x="6793" y="8370"/>
                  </a:lnTo>
                  <a:lnTo>
                    <a:pt x="6132" y="8342"/>
                  </a:lnTo>
                  <a:lnTo>
                    <a:pt x="5480" y="8342"/>
                  </a:lnTo>
                  <a:lnTo>
                    <a:pt x="4834" y="8272"/>
                  </a:lnTo>
                  <a:lnTo>
                    <a:pt x="4197" y="8170"/>
                  </a:lnTo>
                  <a:lnTo>
                    <a:pt x="3570" y="8072"/>
                  </a:lnTo>
                  <a:lnTo>
                    <a:pt x="2955" y="7971"/>
                  </a:lnTo>
                  <a:lnTo>
                    <a:pt x="2344" y="7807"/>
                  </a:lnTo>
                  <a:lnTo>
                    <a:pt x="1741" y="7636"/>
                  </a:lnTo>
                  <a:lnTo>
                    <a:pt x="1151" y="7473"/>
                  </a:lnTo>
                  <a:lnTo>
                    <a:pt x="0" y="7037"/>
                  </a:lnTo>
                  <a:cubicBezTo>
                    <a:pt x="60" y="8134"/>
                    <a:pt x="123" y="9226"/>
                    <a:pt x="184" y="10323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80" name="Freeform 5"/>
            <p:cNvSpPr/>
            <p:nvPr/>
          </p:nvSpPr>
          <p:spPr>
            <a:xfrm rot="5400000">
              <a:off x="4449229" y="2801720"/>
              <a:ext cx="6053673" cy="1254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519"/>
                  </a:lnTo>
                  <a:lnTo>
                    <a:pt x="21600" y="21600"/>
                  </a:lnTo>
                  <a:lnTo>
                    <a:pt x="21600" y="19"/>
                  </a:lnTo>
                  <a:lnTo>
                    <a:pt x="21110" y="421"/>
                  </a:lnTo>
                  <a:lnTo>
                    <a:pt x="20622" y="805"/>
                  </a:lnTo>
                  <a:lnTo>
                    <a:pt x="20131" y="1180"/>
                  </a:lnTo>
                  <a:lnTo>
                    <a:pt x="19639" y="1501"/>
                  </a:lnTo>
                  <a:lnTo>
                    <a:pt x="19148" y="1825"/>
                  </a:lnTo>
                  <a:lnTo>
                    <a:pt x="18656" y="2128"/>
                  </a:lnTo>
                  <a:lnTo>
                    <a:pt x="18170" y="2387"/>
                  </a:lnTo>
                  <a:lnTo>
                    <a:pt x="17677" y="2633"/>
                  </a:lnTo>
                  <a:lnTo>
                    <a:pt x="17187" y="2857"/>
                  </a:lnTo>
                  <a:lnTo>
                    <a:pt x="16705" y="3051"/>
                  </a:lnTo>
                  <a:lnTo>
                    <a:pt x="16217" y="3245"/>
                  </a:lnTo>
                  <a:lnTo>
                    <a:pt x="15736" y="3407"/>
                  </a:lnTo>
                  <a:lnTo>
                    <a:pt x="15254" y="3534"/>
                  </a:lnTo>
                  <a:lnTo>
                    <a:pt x="14774" y="3667"/>
                  </a:lnTo>
                  <a:lnTo>
                    <a:pt x="14299" y="3777"/>
                  </a:lnTo>
                  <a:lnTo>
                    <a:pt x="13828" y="3856"/>
                  </a:lnTo>
                  <a:lnTo>
                    <a:pt x="13357" y="3923"/>
                  </a:lnTo>
                  <a:lnTo>
                    <a:pt x="12891" y="3988"/>
                  </a:lnTo>
                  <a:lnTo>
                    <a:pt x="12431" y="4018"/>
                  </a:lnTo>
                  <a:lnTo>
                    <a:pt x="11971" y="4050"/>
                  </a:lnTo>
                  <a:lnTo>
                    <a:pt x="11517" y="4066"/>
                  </a:lnTo>
                  <a:lnTo>
                    <a:pt x="11068" y="4050"/>
                  </a:lnTo>
                  <a:lnTo>
                    <a:pt x="10623" y="4050"/>
                  </a:lnTo>
                  <a:lnTo>
                    <a:pt x="10182" y="4018"/>
                  </a:lnTo>
                  <a:lnTo>
                    <a:pt x="9750" y="3969"/>
                  </a:lnTo>
                  <a:lnTo>
                    <a:pt x="9323" y="3923"/>
                  </a:lnTo>
                  <a:lnTo>
                    <a:pt x="8904" y="3872"/>
                  </a:lnTo>
                  <a:lnTo>
                    <a:pt x="8487" y="3794"/>
                  </a:lnTo>
                  <a:lnTo>
                    <a:pt x="8076" y="3710"/>
                  </a:lnTo>
                  <a:lnTo>
                    <a:pt x="7674" y="3634"/>
                  </a:lnTo>
                  <a:lnTo>
                    <a:pt x="6890" y="3421"/>
                  </a:lnTo>
                  <a:lnTo>
                    <a:pt x="6139" y="3194"/>
                  </a:lnTo>
                  <a:lnTo>
                    <a:pt x="5417" y="2957"/>
                  </a:lnTo>
                  <a:lnTo>
                    <a:pt x="4735" y="2695"/>
                  </a:lnTo>
                  <a:lnTo>
                    <a:pt x="4082" y="2422"/>
                  </a:lnTo>
                  <a:lnTo>
                    <a:pt x="3478" y="2128"/>
                  </a:lnTo>
                  <a:lnTo>
                    <a:pt x="2910" y="1839"/>
                  </a:lnTo>
                  <a:lnTo>
                    <a:pt x="2387" y="1550"/>
                  </a:lnTo>
                  <a:lnTo>
                    <a:pt x="1907" y="1277"/>
                  </a:lnTo>
                  <a:lnTo>
                    <a:pt x="1482" y="1018"/>
                  </a:lnTo>
                  <a:lnTo>
                    <a:pt x="1097" y="772"/>
                  </a:lnTo>
                  <a:lnTo>
                    <a:pt x="773" y="567"/>
                  </a:lnTo>
                  <a:lnTo>
                    <a:pt x="501" y="373"/>
                  </a:lnTo>
                  <a:lnTo>
                    <a:pt x="127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281" name="Freeform 5"/>
            <p:cNvSpPr/>
            <p:nvPr/>
          </p:nvSpPr>
          <p:spPr>
            <a:xfrm>
              <a:off x="-2" y="1585"/>
              <a:ext cx="12192004" cy="68564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  <a:moveTo>
                    <a:pt x="20745" y="20100"/>
                  </a:moveTo>
                  <a:lnTo>
                    <a:pt x="844" y="20100"/>
                  </a:lnTo>
                  <a:lnTo>
                    <a:pt x="844" y="1480"/>
                  </a:lnTo>
                  <a:lnTo>
                    <a:pt x="20745" y="1480"/>
                  </a:lnTo>
                  <a:lnTo>
                    <a:pt x="20745" y="201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</p:grpSp>
      <p:sp>
        <p:nvSpPr>
          <p:cNvPr id="283" name="Title Text"/>
          <p:cNvSpPr txBox="1">
            <a:spLocks noGrp="1"/>
          </p:cNvSpPr>
          <p:nvPr>
            <p:ph type="title"/>
          </p:nvPr>
        </p:nvSpPr>
        <p:spPr>
          <a:xfrm>
            <a:off x="8585234" y="1278467"/>
            <a:ext cx="1409968" cy="4748592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8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154954" y="1278467"/>
            <a:ext cx="6256026" cy="474859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5" name="Rectangle 13"/>
          <p:cNvSpPr/>
          <p:nvPr/>
        </p:nvSpPr>
        <p:spPr>
          <a:xfrm>
            <a:off x="10437810" y="0"/>
            <a:ext cx="685803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entury Gothic"/>
              </a:defRPr>
            </a:pPr>
            <a:endParaRPr/>
          </a:p>
        </p:txBody>
      </p:sp>
      <p:sp>
        <p:nvSpPr>
          <p:cNvPr id="2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7"/>
          <p:cNvGrpSpPr/>
          <p:nvPr/>
        </p:nvGrpSpPr>
        <p:grpSpPr>
          <a:xfrm>
            <a:off x="-6" y="0"/>
            <a:ext cx="12192007" cy="6858001"/>
            <a:chOff x="-3" y="0"/>
            <a:chExt cx="12192005" cy="6858000"/>
          </a:xfrm>
        </p:grpSpPr>
        <p:sp>
          <p:nvSpPr>
            <p:cNvPr id="2" name="Rectangle 6"/>
            <p:cNvSpPr/>
            <p:nvPr/>
          </p:nvSpPr>
          <p:spPr>
            <a:xfrm>
              <a:off x="-3" y="0"/>
              <a:ext cx="12192004" cy="6858000"/>
            </a:xfrm>
            <a:prstGeom prst="rect">
              <a:avLst/>
            </a:prstGeom>
            <a:blipFill rotWithShape="1">
              <a:blip r:embed="rId19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3" name="Oval 12"/>
            <p:cNvSpPr/>
            <p:nvPr/>
          </p:nvSpPr>
          <p:spPr>
            <a:xfrm>
              <a:off x="-4" y="2667000"/>
              <a:ext cx="4191005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36000">
                  <a:schemeClr val="accent5">
                    <a:alpha val="10000"/>
                  </a:schemeClr>
                </a:gs>
                <a:gs pos="75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4" name="Oval 14"/>
            <p:cNvSpPr/>
            <p:nvPr/>
          </p:nvSpPr>
          <p:spPr>
            <a:xfrm>
              <a:off x="-4" y="2895600"/>
              <a:ext cx="2362205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3600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5" name="Oval 17"/>
            <p:cNvSpPr/>
            <p:nvPr/>
          </p:nvSpPr>
          <p:spPr>
            <a:xfrm>
              <a:off x="8609010" y="5867400"/>
              <a:ext cx="990605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66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6" name="Oval 15"/>
            <p:cNvSpPr/>
            <p:nvPr/>
          </p:nvSpPr>
          <p:spPr>
            <a:xfrm>
              <a:off x="8609010" y="1676400"/>
              <a:ext cx="2819405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36000">
                  <a:schemeClr val="accent5">
                    <a:alpha val="6000"/>
                  </a:schemeClr>
                </a:gs>
                <a:gs pos="69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7" name="Oval 16"/>
            <p:cNvSpPr/>
            <p:nvPr/>
          </p:nvSpPr>
          <p:spPr>
            <a:xfrm>
              <a:off x="7999410" y="8462"/>
              <a:ext cx="1600205" cy="1600203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36000">
                  <a:schemeClr val="accent5">
                    <a:alpha val="7000"/>
                  </a:schemeClr>
                </a:gs>
                <a:gs pos="73000">
                  <a:schemeClr val="accent5">
                    <a:alpha val="0"/>
                  </a:schemeClr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8" name="Freeform 5"/>
            <p:cNvSpPr/>
            <p:nvPr/>
          </p:nvSpPr>
          <p:spPr>
            <a:xfrm rot="21010067">
              <a:off x="8490949" y="1797517"/>
              <a:ext cx="3299410" cy="440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1" extrusionOk="0">
                  <a:moveTo>
                    <a:pt x="184" y="10323"/>
                  </a:moveTo>
                  <a:cubicBezTo>
                    <a:pt x="3750" y="15945"/>
                    <a:pt x="16252" y="21600"/>
                    <a:pt x="21509" y="21571"/>
                  </a:cubicBezTo>
                  <a:cubicBezTo>
                    <a:pt x="21576" y="7983"/>
                    <a:pt x="21533" y="13589"/>
                    <a:pt x="21600" y="0"/>
                  </a:cubicBezTo>
                  <a:lnTo>
                    <a:pt x="20881" y="832"/>
                  </a:lnTo>
                  <a:lnTo>
                    <a:pt x="20161" y="1631"/>
                  </a:lnTo>
                  <a:lnTo>
                    <a:pt x="19442" y="2405"/>
                  </a:lnTo>
                  <a:lnTo>
                    <a:pt x="18721" y="3070"/>
                  </a:lnTo>
                  <a:lnTo>
                    <a:pt x="17999" y="3739"/>
                  </a:lnTo>
                  <a:lnTo>
                    <a:pt x="17278" y="4366"/>
                  </a:lnTo>
                  <a:lnTo>
                    <a:pt x="16565" y="4901"/>
                  </a:lnTo>
                  <a:lnTo>
                    <a:pt x="15839" y="5402"/>
                  </a:lnTo>
                  <a:lnTo>
                    <a:pt x="15120" y="5871"/>
                  </a:lnTo>
                  <a:lnTo>
                    <a:pt x="14414" y="6270"/>
                  </a:lnTo>
                  <a:lnTo>
                    <a:pt x="13694" y="6670"/>
                  </a:lnTo>
                  <a:lnTo>
                    <a:pt x="12988" y="7008"/>
                  </a:lnTo>
                  <a:lnTo>
                    <a:pt x="12282" y="7273"/>
                  </a:lnTo>
                  <a:lnTo>
                    <a:pt x="11575" y="7542"/>
                  </a:lnTo>
                  <a:lnTo>
                    <a:pt x="10878" y="7771"/>
                  </a:lnTo>
                  <a:lnTo>
                    <a:pt x="10189" y="7942"/>
                  </a:lnTo>
                  <a:lnTo>
                    <a:pt x="9495" y="8072"/>
                  </a:lnTo>
                  <a:lnTo>
                    <a:pt x="8811" y="8207"/>
                  </a:lnTo>
                  <a:lnTo>
                    <a:pt x="8135" y="8272"/>
                  </a:lnTo>
                  <a:lnTo>
                    <a:pt x="7461" y="8342"/>
                  </a:lnTo>
                  <a:lnTo>
                    <a:pt x="6793" y="8370"/>
                  </a:lnTo>
                  <a:lnTo>
                    <a:pt x="6132" y="8342"/>
                  </a:lnTo>
                  <a:lnTo>
                    <a:pt x="5480" y="8342"/>
                  </a:lnTo>
                  <a:lnTo>
                    <a:pt x="4834" y="8272"/>
                  </a:lnTo>
                  <a:lnTo>
                    <a:pt x="4197" y="8170"/>
                  </a:lnTo>
                  <a:lnTo>
                    <a:pt x="3570" y="8072"/>
                  </a:lnTo>
                  <a:lnTo>
                    <a:pt x="2955" y="7971"/>
                  </a:lnTo>
                  <a:lnTo>
                    <a:pt x="2344" y="7807"/>
                  </a:lnTo>
                  <a:lnTo>
                    <a:pt x="1741" y="7636"/>
                  </a:lnTo>
                  <a:lnTo>
                    <a:pt x="1151" y="7473"/>
                  </a:lnTo>
                  <a:lnTo>
                    <a:pt x="0" y="7037"/>
                  </a:lnTo>
                  <a:cubicBezTo>
                    <a:pt x="60" y="8134"/>
                    <a:pt x="123" y="9226"/>
                    <a:pt x="184" y="10323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9" name="Freeform 5"/>
            <p:cNvSpPr/>
            <p:nvPr/>
          </p:nvSpPr>
          <p:spPr>
            <a:xfrm>
              <a:off x="459505" y="1866403"/>
              <a:ext cx="11277605" cy="45339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8"/>
                  </a:lnTo>
                  <a:lnTo>
                    <a:pt x="21110" y="197"/>
                  </a:lnTo>
                  <a:lnTo>
                    <a:pt x="20621" y="378"/>
                  </a:lnTo>
                  <a:lnTo>
                    <a:pt x="20131" y="552"/>
                  </a:lnTo>
                  <a:lnTo>
                    <a:pt x="19639" y="703"/>
                  </a:lnTo>
                  <a:lnTo>
                    <a:pt x="19149" y="855"/>
                  </a:lnTo>
                  <a:lnTo>
                    <a:pt x="18657" y="998"/>
                  </a:lnTo>
                  <a:lnTo>
                    <a:pt x="18170" y="1119"/>
                  </a:lnTo>
                  <a:lnTo>
                    <a:pt x="17678" y="1233"/>
                  </a:lnTo>
                  <a:lnTo>
                    <a:pt x="17188" y="1339"/>
                  </a:lnTo>
                  <a:lnTo>
                    <a:pt x="16705" y="1429"/>
                  </a:lnTo>
                  <a:lnTo>
                    <a:pt x="16218" y="1520"/>
                  </a:lnTo>
                  <a:lnTo>
                    <a:pt x="15735" y="1596"/>
                  </a:lnTo>
                  <a:lnTo>
                    <a:pt x="14774" y="1717"/>
                  </a:lnTo>
                  <a:lnTo>
                    <a:pt x="14300" y="1770"/>
                  </a:lnTo>
                  <a:lnTo>
                    <a:pt x="13828" y="1808"/>
                  </a:lnTo>
                  <a:lnTo>
                    <a:pt x="13357" y="1838"/>
                  </a:lnTo>
                  <a:lnTo>
                    <a:pt x="12892" y="1868"/>
                  </a:lnTo>
                  <a:lnTo>
                    <a:pt x="12430" y="1883"/>
                  </a:lnTo>
                  <a:lnTo>
                    <a:pt x="11971" y="1898"/>
                  </a:lnTo>
                  <a:lnTo>
                    <a:pt x="11518" y="1906"/>
                  </a:lnTo>
                  <a:lnTo>
                    <a:pt x="11068" y="1898"/>
                  </a:lnTo>
                  <a:lnTo>
                    <a:pt x="10624" y="1898"/>
                  </a:lnTo>
                  <a:lnTo>
                    <a:pt x="10183" y="1883"/>
                  </a:lnTo>
                  <a:lnTo>
                    <a:pt x="9751" y="1861"/>
                  </a:lnTo>
                  <a:lnTo>
                    <a:pt x="9322" y="1838"/>
                  </a:lnTo>
                  <a:lnTo>
                    <a:pt x="8903" y="1815"/>
                  </a:lnTo>
                  <a:lnTo>
                    <a:pt x="8486" y="1777"/>
                  </a:lnTo>
                  <a:lnTo>
                    <a:pt x="8076" y="1739"/>
                  </a:lnTo>
                  <a:lnTo>
                    <a:pt x="7674" y="1702"/>
                  </a:lnTo>
                  <a:lnTo>
                    <a:pt x="6890" y="1603"/>
                  </a:lnTo>
                  <a:lnTo>
                    <a:pt x="6139" y="1497"/>
                  </a:lnTo>
                  <a:lnTo>
                    <a:pt x="5418" y="1384"/>
                  </a:lnTo>
                  <a:lnTo>
                    <a:pt x="4734" y="1263"/>
                  </a:lnTo>
                  <a:lnTo>
                    <a:pt x="4083" y="1134"/>
                  </a:lnTo>
                  <a:lnTo>
                    <a:pt x="3478" y="998"/>
                  </a:lnTo>
                  <a:lnTo>
                    <a:pt x="2910" y="862"/>
                  </a:lnTo>
                  <a:lnTo>
                    <a:pt x="2387" y="726"/>
                  </a:lnTo>
                  <a:lnTo>
                    <a:pt x="1906" y="597"/>
                  </a:lnTo>
                  <a:lnTo>
                    <a:pt x="1481" y="476"/>
                  </a:lnTo>
                  <a:lnTo>
                    <a:pt x="1098" y="363"/>
                  </a:lnTo>
                  <a:lnTo>
                    <a:pt x="772" y="265"/>
                  </a:lnTo>
                  <a:lnTo>
                    <a:pt x="502" y="174"/>
                  </a:lnTo>
                  <a:lnTo>
                    <a:pt x="128" y="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10" name="Freeform 5"/>
            <p:cNvSpPr/>
            <p:nvPr/>
          </p:nvSpPr>
          <p:spPr>
            <a:xfrm>
              <a:off x="-2" y="1585"/>
              <a:ext cx="12192004" cy="68564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  <a:moveTo>
                    <a:pt x="20745" y="20100"/>
                  </a:moveTo>
                  <a:lnTo>
                    <a:pt x="844" y="20100"/>
                  </a:lnTo>
                  <a:lnTo>
                    <a:pt x="844" y="1480"/>
                  </a:lnTo>
                  <a:lnTo>
                    <a:pt x="20745" y="1480"/>
                  </a:lnTo>
                  <a:lnTo>
                    <a:pt x="20745" y="201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</p:grpSp>
      <p:sp>
        <p:nvSpPr>
          <p:cNvPr id="12" name="Rectangle 20"/>
          <p:cNvSpPr/>
          <p:nvPr/>
        </p:nvSpPr>
        <p:spPr>
          <a:xfrm>
            <a:off x="10437810" y="0"/>
            <a:ext cx="685803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entury Gothic"/>
              </a:defRPr>
            </a:pPr>
            <a:endParaRPr/>
          </a:p>
        </p:txBody>
      </p:sp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1154954" y="973667"/>
            <a:ext cx="8761415" cy="706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14" name="Body Level One…"/>
          <p:cNvSpPr txBox="1">
            <a:spLocks noGrp="1"/>
          </p:cNvSpPr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521857" y="489380"/>
            <a:ext cx="499565" cy="5740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b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+mn-lt"/>
                <a:ea typeface="+mn-ea"/>
                <a:cs typeface="+mn-cs"/>
                <a:sym typeface="Century Gothic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EBEBEB"/>
          </a:solidFill>
          <a:uFillTx/>
          <a:latin typeface="+mn-lt"/>
          <a:ea typeface="+mn-ea"/>
          <a:cs typeface="+mn-cs"/>
          <a:sym typeface="Century Gothic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EBEBEB"/>
          </a:solidFill>
          <a:uFillTx/>
          <a:latin typeface="+mn-lt"/>
          <a:ea typeface="+mn-ea"/>
          <a:cs typeface="+mn-cs"/>
          <a:sym typeface="Century Gothic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EBEBEB"/>
          </a:solidFill>
          <a:uFillTx/>
          <a:latin typeface="+mn-lt"/>
          <a:ea typeface="+mn-ea"/>
          <a:cs typeface="+mn-cs"/>
          <a:sym typeface="Century Gothic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EBEBEB"/>
          </a:solidFill>
          <a:uFillTx/>
          <a:latin typeface="+mn-lt"/>
          <a:ea typeface="+mn-ea"/>
          <a:cs typeface="+mn-cs"/>
          <a:sym typeface="Century Gothic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EBEBEB"/>
          </a:solidFill>
          <a:uFillTx/>
          <a:latin typeface="+mn-lt"/>
          <a:ea typeface="+mn-ea"/>
          <a:cs typeface="+mn-cs"/>
          <a:sym typeface="Century Gothic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EBEBEB"/>
          </a:solidFill>
          <a:uFillTx/>
          <a:latin typeface="+mn-lt"/>
          <a:ea typeface="+mn-ea"/>
          <a:cs typeface="+mn-cs"/>
          <a:sym typeface="Century Gothic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EBEBEB"/>
          </a:solidFill>
          <a:uFillTx/>
          <a:latin typeface="+mn-lt"/>
          <a:ea typeface="+mn-ea"/>
          <a:cs typeface="+mn-cs"/>
          <a:sym typeface="Century Gothic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EBEBEB"/>
          </a:solidFill>
          <a:uFillTx/>
          <a:latin typeface="+mn-lt"/>
          <a:ea typeface="+mn-ea"/>
          <a:cs typeface="+mn-cs"/>
          <a:sym typeface="Century Gothic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EBEBEB"/>
          </a:solidFill>
          <a:uFillTx/>
          <a:latin typeface="+mn-lt"/>
          <a:ea typeface="+mn-ea"/>
          <a:cs typeface="+mn-cs"/>
          <a:sym typeface="Century 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•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1pPr>
      <a:lvl2pPr marL="778668" marR="0" indent="-321468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•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2pPr>
      <a:lvl3pPr marL="1208314" marR="0" indent="-293914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•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3pPr>
      <a:lvl4pPr marL="17145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•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4pPr>
      <a:lvl5pPr marL="21717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•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5pPr>
      <a:lvl6pPr marL="26289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•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6pPr>
      <a:lvl7pPr marL="30861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•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7pPr>
      <a:lvl8pPr marL="35433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•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8pPr>
      <a:lvl9pPr marL="40005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•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9pPr>
    </p:bodyStyle>
    <p:other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chemeClr val="bg1"/>
                </a:solidFill>
                <a:latin typeface="Algerian" panose="04020705040A02060702" pitchFamily="82" charset="0"/>
              </a:rPr>
              <a:t>                  ANUMOL UNNI - PHDU</a:t>
            </a:r>
            <a:endParaRPr lang="en-US" b="1" i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Free Welcome Clipart - Welcome Gif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54" y="2472431"/>
            <a:ext cx="9260249" cy="367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83689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r>
              <a:rPr dirty="0"/>
              <a:t>VTE RISK ASSESSMENT</a:t>
            </a:r>
          </a:p>
        </p:txBody>
      </p:sp>
      <p:pic>
        <p:nvPicPr>
          <p:cNvPr id="29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79139" y="696511"/>
            <a:ext cx="4286253" cy="32194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Outlines </a:t>
            </a:r>
          </a:p>
        </p:txBody>
      </p:sp>
      <p:sp>
        <p:nvSpPr>
          <p:cNvPr id="300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1154954" y="2603500"/>
            <a:ext cx="8825659" cy="3943604"/>
          </a:xfrm>
          <a:prstGeom prst="rect">
            <a:avLst/>
          </a:prstGeom>
        </p:spPr>
        <p:txBody>
          <a:bodyPr/>
          <a:lstStyle/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1500"/>
            </a:pPr>
            <a:r>
              <a:rPr dirty="0"/>
              <a:t>Define venous thromboembolism (VTE)</a:t>
            </a:r>
            <a:endParaRPr sz="600" dirty="0"/>
          </a:p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1500"/>
            </a:pPr>
            <a:r>
              <a:rPr dirty="0"/>
              <a:t>state the </a:t>
            </a:r>
            <a:endParaRPr sz="600" dirty="0"/>
          </a:p>
          <a:p>
            <a:pPr marL="735519" lvl="1" indent="-282891" defTabSz="452627">
              <a:lnSpc>
                <a:spcPct val="80000"/>
              </a:lnSpc>
              <a:spcBef>
                <a:spcPts val="900"/>
              </a:spcBef>
              <a:defRPr sz="1500"/>
            </a:pPr>
            <a:r>
              <a:rPr dirty="0"/>
              <a:t>Risk factor  of the VTE</a:t>
            </a:r>
            <a:endParaRPr sz="500" dirty="0"/>
          </a:p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1500"/>
            </a:pPr>
            <a:r>
              <a:rPr dirty="0"/>
              <a:t>Discuss importance of </a:t>
            </a:r>
            <a:endParaRPr sz="600" dirty="0"/>
          </a:p>
          <a:p>
            <a:pPr marL="735519" lvl="1" indent="-282891" defTabSz="452627">
              <a:lnSpc>
                <a:spcPct val="80000"/>
              </a:lnSpc>
              <a:spcBef>
                <a:spcPts val="900"/>
              </a:spcBef>
              <a:defRPr sz="1500"/>
            </a:pPr>
            <a:r>
              <a:rPr dirty="0"/>
              <a:t>appropriate prescribing of prophylaxis</a:t>
            </a:r>
            <a:endParaRPr sz="500" dirty="0"/>
          </a:p>
          <a:p>
            <a:pPr marL="735519" lvl="1" indent="-282891" defTabSz="452627">
              <a:lnSpc>
                <a:spcPct val="80000"/>
              </a:lnSpc>
              <a:spcBef>
                <a:spcPts val="900"/>
              </a:spcBef>
              <a:defRPr sz="1500"/>
            </a:pPr>
            <a:r>
              <a:rPr dirty="0"/>
              <a:t>VTE risk assessment</a:t>
            </a:r>
            <a:endParaRPr sz="500" dirty="0"/>
          </a:p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1500"/>
            </a:pPr>
            <a:r>
              <a:rPr dirty="0"/>
              <a:t>Demonstrate how to assess VTE risk</a:t>
            </a:r>
            <a:endParaRPr sz="600" dirty="0"/>
          </a:p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1500"/>
            </a:pPr>
            <a:r>
              <a:rPr dirty="0"/>
              <a:t>Roles and responsibilities of health care providers </a:t>
            </a:r>
            <a:endParaRPr lang="en-US" sz="600" dirty="0"/>
          </a:p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1500"/>
            </a:pPr>
            <a:r>
              <a:rPr dirty="0" smtClean="0"/>
              <a:t>References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303" name="Content Placeholder 3" descr="Content Placeholder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Venous Thromboembolism</a:t>
            </a:r>
          </a:p>
        </p:txBody>
      </p:sp>
      <p:sp>
        <p:nvSpPr>
          <p:cNvPr id="306" name="Content Placeholder 2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VTE = </a:t>
            </a:r>
            <a:r>
              <a:rPr>
                <a:solidFill>
                  <a:srgbClr val="FF6600"/>
                </a:solidFill>
              </a:rPr>
              <a:t>Deep vein thrombosis (DVT) </a:t>
            </a:r>
            <a:r>
              <a:t>and/or </a:t>
            </a:r>
            <a:r>
              <a:rPr>
                <a:solidFill>
                  <a:srgbClr val="FF6600"/>
                </a:solidFill>
              </a:rPr>
              <a:t>pulmonary embolism (PE)</a:t>
            </a:r>
          </a:p>
        </p:txBody>
      </p:sp>
      <p:graphicFrame>
        <p:nvGraphicFramePr>
          <p:cNvPr id="307" name="Table 4"/>
          <p:cNvGraphicFramePr/>
          <p:nvPr>
            <p:extLst>
              <p:ext uri="{D42A27DB-BD31-4B8C-83A1-F6EECF244321}">
                <p14:modId xmlns:p14="http://schemas.microsoft.com/office/powerpoint/2010/main" val="4026514439"/>
              </p:ext>
            </p:extLst>
          </p:nvPr>
        </p:nvGraphicFramePr>
        <p:xfrm>
          <a:off x="585216" y="3217233"/>
          <a:ext cx="10945367" cy="349415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3213961"/>
                <a:gridCol w="3213961"/>
                <a:gridCol w="4517445"/>
              </a:tblGrid>
              <a:tr h="329305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 dirty="0">
                          <a:solidFill>
                            <a:srgbClr val="FFFFFF"/>
                          </a:solidFill>
                        </a:rPr>
                        <a:t>differences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Pulmonary embolism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Deep vein thrombosis</a:t>
                      </a:r>
                    </a:p>
                  </a:txBody>
                  <a:tcPr marL="45720" marR="45720" horzOverflow="overflow"/>
                </a:tc>
              </a:tr>
              <a:tr h="107024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location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Occurs after DVT dislodges and travels to the lungs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Occurs in deep veins (most commonly in legs and groin)</a:t>
                      </a:r>
                    </a:p>
                  </a:txBody>
                  <a:tcPr marL="45720" marR="45720" horzOverflow="overflow"/>
                </a:tc>
              </a:tr>
              <a:tr h="205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Sign and symptoms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dirty="0"/>
                        <a:t>unexplained shortness of breath, chest pain, arrhythmia, tachycardia, low BP,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dirty="0"/>
                        <a:t>post-thrombotic syndrome’ (PTS), which can cause chronic symptoms including leg pain, swelling, redness, and ulceration. </a:t>
                      </a:r>
                    </a:p>
                  </a:txBody>
                  <a:tcPr marL="45720" marR="45720" horzOverflow="overflow"/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310" name="Content Placeholder 5" descr="Content Placeholder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7620"/>
            <a:ext cx="5751575" cy="3697374"/>
          </a:xfrm>
          <a:prstGeom prst="rect">
            <a:avLst/>
          </a:prstGeom>
          <a:ln w="12700">
            <a:miter lim="400000"/>
          </a:ln>
        </p:spPr>
      </p:pic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51576" y="0"/>
            <a:ext cx="6440424" cy="3697374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51575" y="3697374"/>
            <a:ext cx="6440426" cy="3160629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0" y="3697373"/>
            <a:ext cx="5751575" cy="31606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RISK FACTOR </a:t>
            </a:r>
          </a:p>
        </p:txBody>
      </p:sp>
      <p:sp>
        <p:nvSpPr>
          <p:cNvPr id="316" name="Content Placeholder 2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D0D0D"/>
                </a:solidFill>
              </a:defRPr>
            </a:pPr>
            <a:r>
              <a:t>Every risk factor can be derived from Virchow's triad</a:t>
            </a:r>
          </a:p>
          <a:p>
            <a:pPr>
              <a:defRPr>
                <a:solidFill>
                  <a:srgbClr val="0D0D0D"/>
                </a:solidFill>
              </a:defRPr>
            </a:pPr>
            <a:r>
              <a:t>Virchow's triad: categories of factors contributing to blood clot formation</a:t>
            </a:r>
          </a:p>
        </p:txBody>
      </p:sp>
      <p:grpSp>
        <p:nvGrpSpPr>
          <p:cNvPr id="321" name="Group 3"/>
          <p:cNvGrpSpPr/>
          <p:nvPr/>
        </p:nvGrpSpPr>
        <p:grpSpPr>
          <a:xfrm>
            <a:off x="609599" y="3398982"/>
            <a:ext cx="9661240" cy="2904726"/>
            <a:chOff x="0" y="0"/>
            <a:chExt cx="9661238" cy="2904725"/>
          </a:xfrm>
        </p:grpSpPr>
        <p:sp>
          <p:nvSpPr>
            <p:cNvPr id="317" name="Isosceles Triangle 4"/>
            <p:cNvSpPr/>
            <p:nvPr/>
          </p:nvSpPr>
          <p:spPr>
            <a:xfrm>
              <a:off x="3470009" y="740607"/>
              <a:ext cx="2736307" cy="1963234"/>
            </a:xfrm>
            <a:prstGeom prst="triangle">
              <a:avLst/>
            </a:prstGeom>
            <a:solidFill>
              <a:srgbClr val="EF53A5"/>
            </a:solidFill>
            <a:ln w="1905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318" name="TextBox 5"/>
            <p:cNvSpPr txBox="1"/>
            <p:nvPr/>
          </p:nvSpPr>
          <p:spPr>
            <a:xfrm>
              <a:off x="3278907" y="0"/>
              <a:ext cx="3158839" cy="650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algn="ctr">
                <a:defRPr b="1">
                  <a:solidFill>
                    <a:srgbClr val="0D0D0D"/>
                  </a:solidFill>
                  <a:latin typeface="+mn-lt"/>
                  <a:ea typeface="+mn-ea"/>
                  <a:cs typeface="+mn-cs"/>
                  <a:sym typeface="Century Gothic"/>
                </a:defRPr>
              </a:pPr>
              <a:r>
                <a:t>Stasis</a:t>
              </a:r>
            </a:p>
            <a:p>
              <a:pPr algn="ctr">
                <a:defRPr sz="1400" b="1">
                  <a:latin typeface="+mn-lt"/>
                  <a:ea typeface="+mn-ea"/>
                  <a:cs typeface="+mn-cs"/>
                  <a:sym typeface="Century Gothic"/>
                </a:defRPr>
              </a:pPr>
              <a:r>
                <a:t>Alteration in normal blood flow</a:t>
              </a:r>
            </a:p>
          </p:txBody>
        </p:sp>
        <p:sp>
          <p:nvSpPr>
            <p:cNvPr id="319" name="TextBox 6"/>
            <p:cNvSpPr txBox="1"/>
            <p:nvPr/>
          </p:nvSpPr>
          <p:spPr>
            <a:xfrm>
              <a:off x="0" y="2089389"/>
              <a:ext cx="3419529" cy="8153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algn="ctr">
                <a:defRPr b="1">
                  <a:solidFill>
                    <a:srgbClr val="0D0D0D"/>
                  </a:solidFill>
                  <a:latin typeface="+mn-lt"/>
                  <a:ea typeface="+mn-ea"/>
                  <a:cs typeface="+mn-cs"/>
                  <a:sym typeface="Century Gothic"/>
                </a:defRPr>
              </a:pPr>
              <a:r>
                <a:rPr dirty="0"/>
                <a:t>Endothelial Injury</a:t>
              </a:r>
            </a:p>
            <a:p>
              <a:pPr algn="ctr">
                <a:defRPr sz="1200" b="1">
                  <a:latin typeface="+mn-lt"/>
                  <a:ea typeface="+mn-ea"/>
                  <a:cs typeface="+mn-cs"/>
                  <a:sym typeface="Century Gothic"/>
                </a:defRPr>
              </a:pPr>
              <a:r>
                <a:rPr dirty="0"/>
                <a:t>Injury or trauma to the inside of the blood vessel</a:t>
              </a:r>
            </a:p>
          </p:txBody>
        </p:sp>
        <p:sp>
          <p:nvSpPr>
            <p:cNvPr id="320" name="TextBox 7"/>
            <p:cNvSpPr txBox="1"/>
            <p:nvPr/>
          </p:nvSpPr>
          <p:spPr>
            <a:xfrm>
              <a:off x="6714835" y="2018394"/>
              <a:ext cx="2946404" cy="8153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algn="ctr">
                <a:defRPr b="1">
                  <a:solidFill>
                    <a:srgbClr val="0D0D0D"/>
                  </a:solidFill>
                  <a:latin typeface="+mn-lt"/>
                  <a:ea typeface="+mn-ea"/>
                  <a:cs typeface="+mn-cs"/>
                  <a:sym typeface="Century Gothic"/>
                </a:defRPr>
              </a:pPr>
              <a:r>
                <a:t>Hypercoagulability</a:t>
              </a:r>
            </a:p>
            <a:p>
              <a:pPr algn="ctr">
                <a:defRPr sz="1200" b="1">
                  <a:latin typeface="+mn-lt"/>
                  <a:ea typeface="+mn-ea"/>
                  <a:cs typeface="+mn-cs"/>
                  <a:sym typeface="Century Gothic"/>
                </a:defRPr>
              </a:pPr>
              <a:r>
                <a:t>Alternation in the constitution of blood causing blood to clot more easily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Continue </a:t>
            </a:r>
          </a:p>
        </p:txBody>
      </p:sp>
      <p:pic>
        <p:nvPicPr>
          <p:cNvPr id="324" name="Content Placeholder 3" descr="Content Placeholder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"/>
            <a:ext cx="12192000" cy="685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327" name="Content Placeholder 3" descr="Content Placeholder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-3"/>
            <a:ext cx="12108872" cy="69365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225307">
              <a:defRPr sz="1760"/>
            </a:pPr>
            <a:r>
              <a:t>VTE PREVENTION</a:t>
            </a:r>
            <a:br/>
            <a:endParaRPr/>
          </a:p>
        </p:txBody>
      </p:sp>
      <p:sp>
        <p:nvSpPr>
          <p:cNvPr id="330" name="Content Placeholder 2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VTE prevention processes are comprised of two main aspects:</a:t>
            </a:r>
          </a:p>
        </p:txBody>
      </p:sp>
      <p:grpSp>
        <p:nvGrpSpPr>
          <p:cNvPr id="333" name="Rectangle 4"/>
          <p:cNvGrpSpPr/>
          <p:nvPr/>
        </p:nvGrpSpPr>
        <p:grpSpPr>
          <a:xfrm>
            <a:off x="1344164" y="3557012"/>
            <a:ext cx="1993398" cy="1399039"/>
            <a:chOff x="-1" y="-1"/>
            <a:chExt cx="1993397" cy="1399038"/>
          </a:xfrm>
        </p:grpSpPr>
        <p:sp>
          <p:nvSpPr>
            <p:cNvPr id="331" name="Rectangle"/>
            <p:cNvSpPr/>
            <p:nvPr/>
          </p:nvSpPr>
          <p:spPr>
            <a:xfrm>
              <a:off x="-2" y="-2"/>
              <a:ext cx="1993399" cy="1399040"/>
            </a:xfrm>
            <a:prstGeom prst="rect">
              <a:avLst/>
            </a:prstGeom>
            <a:solidFill>
              <a:schemeClr val="accent2"/>
            </a:solidFill>
            <a:ln w="19050" cap="rnd">
              <a:solidFill>
                <a:srgbClr val="A62D5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332" name="Risk assessment"/>
            <p:cNvSpPr txBox="1"/>
            <p:nvPr/>
          </p:nvSpPr>
          <p:spPr>
            <a:xfrm>
              <a:off x="-2" y="495048"/>
              <a:ext cx="1993399" cy="4089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entury Gothic"/>
                </a:defRPr>
              </a:lvl1pPr>
            </a:lstStyle>
            <a:p>
              <a:r>
                <a:t>Risk assessment</a:t>
              </a:r>
            </a:p>
          </p:txBody>
        </p:sp>
      </p:grpSp>
      <p:sp>
        <p:nvSpPr>
          <p:cNvPr id="334" name="Notched Right Arrow 5"/>
          <p:cNvSpPr/>
          <p:nvPr/>
        </p:nvSpPr>
        <p:spPr>
          <a:xfrm>
            <a:off x="3429000" y="4256532"/>
            <a:ext cx="740666" cy="4297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15333" y="5400"/>
                </a:lnTo>
                <a:lnTo>
                  <a:pt x="15333" y="0"/>
                </a:lnTo>
                <a:lnTo>
                  <a:pt x="21600" y="10800"/>
                </a:lnTo>
                <a:lnTo>
                  <a:pt x="15333" y="21600"/>
                </a:lnTo>
                <a:lnTo>
                  <a:pt x="15333" y="16200"/>
                </a:lnTo>
                <a:lnTo>
                  <a:pt x="0" y="16200"/>
                </a:lnTo>
                <a:lnTo>
                  <a:pt x="3133" y="10800"/>
                </a:lnTo>
                <a:close/>
              </a:path>
            </a:pathLst>
          </a:custGeom>
          <a:solidFill>
            <a:schemeClr val="accent1"/>
          </a:solidFill>
          <a:ln w="19050" cap="rnd">
            <a:solidFill>
              <a:srgbClr val="830C4A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entury Gothic"/>
              </a:defRPr>
            </a:pPr>
            <a:endParaRPr/>
          </a:p>
        </p:txBody>
      </p:sp>
      <p:grpSp>
        <p:nvGrpSpPr>
          <p:cNvPr id="337" name="Rectangle 6"/>
          <p:cNvGrpSpPr/>
          <p:nvPr/>
        </p:nvGrpSpPr>
        <p:grpSpPr>
          <a:xfrm>
            <a:off x="4309078" y="3557012"/>
            <a:ext cx="2350012" cy="1399039"/>
            <a:chOff x="0" y="-1"/>
            <a:chExt cx="2350011" cy="1399038"/>
          </a:xfrm>
        </p:grpSpPr>
        <p:sp>
          <p:nvSpPr>
            <p:cNvPr id="335" name="Rectangle"/>
            <p:cNvSpPr/>
            <p:nvPr/>
          </p:nvSpPr>
          <p:spPr>
            <a:xfrm>
              <a:off x="0" y="-2"/>
              <a:ext cx="2350012" cy="1399040"/>
            </a:xfrm>
            <a:prstGeom prst="rect">
              <a:avLst/>
            </a:prstGeom>
            <a:solidFill>
              <a:schemeClr val="accent5"/>
            </a:solidFill>
            <a:ln w="19050" cap="rnd">
              <a:solidFill>
                <a:srgbClr val="714EB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336" name="VTE prevention"/>
            <p:cNvSpPr txBox="1"/>
            <p:nvPr/>
          </p:nvSpPr>
          <p:spPr>
            <a:xfrm>
              <a:off x="0" y="495048"/>
              <a:ext cx="2350012" cy="4089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entury Gothic"/>
                </a:defRPr>
              </a:lvl1pPr>
            </a:lstStyle>
            <a:p>
              <a:r>
                <a:t>VTE prevention</a:t>
              </a:r>
            </a:p>
          </p:txBody>
        </p:sp>
      </p:grpSp>
      <p:grpSp>
        <p:nvGrpSpPr>
          <p:cNvPr id="340" name="Rectangle 8"/>
          <p:cNvGrpSpPr/>
          <p:nvPr/>
        </p:nvGrpSpPr>
        <p:grpSpPr>
          <a:xfrm>
            <a:off x="7797512" y="3557012"/>
            <a:ext cx="2016194" cy="1399039"/>
            <a:chOff x="-1" y="-1"/>
            <a:chExt cx="2016193" cy="1399038"/>
          </a:xfrm>
        </p:grpSpPr>
        <p:sp>
          <p:nvSpPr>
            <p:cNvPr id="338" name="Rectangle"/>
            <p:cNvSpPr/>
            <p:nvPr/>
          </p:nvSpPr>
          <p:spPr>
            <a:xfrm>
              <a:off x="-2" y="-2"/>
              <a:ext cx="2016194" cy="1399040"/>
            </a:xfrm>
            <a:prstGeom prst="rect">
              <a:avLst/>
            </a:prstGeom>
            <a:solidFill>
              <a:schemeClr val="accent2"/>
            </a:solidFill>
            <a:ln w="19050" cap="rnd">
              <a:solidFill>
                <a:srgbClr val="A62D5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339" name="Prescribing Appropriate Prophylaxis"/>
            <p:cNvSpPr txBox="1"/>
            <p:nvPr/>
          </p:nvSpPr>
          <p:spPr>
            <a:xfrm>
              <a:off x="-2" y="177549"/>
              <a:ext cx="2016194" cy="10439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entury Gothic"/>
                </a:defRPr>
              </a:lvl1pPr>
            </a:lstStyle>
            <a:p>
              <a:r>
                <a:t>Prescribing Appropriate Prophylaxis</a:t>
              </a:r>
            </a:p>
          </p:txBody>
        </p:sp>
      </p:grpSp>
      <p:sp>
        <p:nvSpPr>
          <p:cNvPr id="341" name="Left Arrow 9"/>
          <p:cNvSpPr/>
          <p:nvPr/>
        </p:nvSpPr>
        <p:spPr>
          <a:xfrm>
            <a:off x="6862508" y="4256532"/>
            <a:ext cx="768099" cy="475491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30C4A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entury Gothic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225307">
              <a:defRPr sz="1760"/>
            </a:pPr>
            <a:r>
              <a:t>Prescribing Appropriate Prophylaxis</a:t>
            </a:r>
            <a:br/>
            <a:endParaRPr/>
          </a:p>
        </p:txBody>
      </p:sp>
      <p:sp>
        <p:nvSpPr>
          <p:cNvPr id="344" name="Content Placeholder 2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>
            <a:lvl1pPr algn="just"/>
          </a:lstStyle>
          <a:p>
            <a:r>
              <a:t>Mechanical prophylaxis </a:t>
            </a:r>
          </a:p>
        </p:txBody>
      </p:sp>
      <p:pic>
        <p:nvPicPr>
          <p:cNvPr id="34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0195" y="3392423"/>
            <a:ext cx="4855468" cy="2627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6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44713" y="3401476"/>
            <a:ext cx="5382279" cy="262737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49" name="Rectangle 4"/>
          <p:cNvGrpSpPr/>
          <p:nvPr/>
        </p:nvGrpSpPr>
        <p:grpSpPr>
          <a:xfrm>
            <a:off x="680195" y="6019798"/>
            <a:ext cx="4855470" cy="545596"/>
            <a:chOff x="0" y="90422"/>
            <a:chExt cx="4855469" cy="545594"/>
          </a:xfrm>
        </p:grpSpPr>
        <p:sp>
          <p:nvSpPr>
            <p:cNvPr id="347" name="Rectangle"/>
            <p:cNvSpPr/>
            <p:nvPr/>
          </p:nvSpPr>
          <p:spPr>
            <a:xfrm>
              <a:off x="0" y="90422"/>
              <a:ext cx="4855470" cy="545595"/>
            </a:xfrm>
            <a:prstGeom prst="rect">
              <a:avLst/>
            </a:prstGeom>
            <a:solidFill>
              <a:schemeClr val="accent1"/>
            </a:solidFill>
            <a:ln w="19050" cap="rnd">
              <a:solidFill>
                <a:srgbClr val="830C4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348" name="intermittent pneumatic compression devices (IPC)"/>
            <p:cNvSpPr/>
            <p:nvPr/>
          </p:nvSpPr>
          <p:spPr>
            <a:xfrm>
              <a:off x="0" y="363218"/>
              <a:ext cx="485547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entury Gothic"/>
                </a:defRPr>
              </a:lvl1pPr>
            </a:lstStyle>
            <a:p>
              <a:r>
                <a:t>intermittent pneumatic compression devices (IPC) </a:t>
              </a:r>
            </a:p>
          </p:txBody>
        </p:sp>
      </p:grpSp>
      <p:grpSp>
        <p:nvGrpSpPr>
          <p:cNvPr id="352" name="Rectangle 6"/>
          <p:cNvGrpSpPr/>
          <p:nvPr/>
        </p:nvGrpSpPr>
        <p:grpSpPr>
          <a:xfrm>
            <a:off x="5535656" y="6019800"/>
            <a:ext cx="5382283" cy="545595"/>
            <a:chOff x="0" y="0"/>
            <a:chExt cx="5382281" cy="545594"/>
          </a:xfrm>
        </p:grpSpPr>
        <p:sp>
          <p:nvSpPr>
            <p:cNvPr id="350" name="Rectangle"/>
            <p:cNvSpPr/>
            <p:nvPr/>
          </p:nvSpPr>
          <p:spPr>
            <a:xfrm>
              <a:off x="-1" y="0"/>
              <a:ext cx="5382283" cy="545595"/>
            </a:xfrm>
            <a:prstGeom prst="rect">
              <a:avLst/>
            </a:prstGeom>
            <a:solidFill>
              <a:schemeClr val="accent1"/>
            </a:solidFill>
            <a:ln w="19050" cap="rnd">
              <a:solidFill>
                <a:srgbClr val="830C4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entury Gothic"/>
                </a:defRPr>
              </a:pPr>
              <a:endParaRPr/>
            </a:p>
          </p:txBody>
        </p:sp>
        <p:sp>
          <p:nvSpPr>
            <p:cNvPr id="351" name="graduated elastic compression stockings (GEC)"/>
            <p:cNvSpPr txBox="1"/>
            <p:nvPr/>
          </p:nvSpPr>
          <p:spPr>
            <a:xfrm>
              <a:off x="-1" y="68327"/>
              <a:ext cx="5382283" cy="4089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entury Gothic"/>
                </a:defRPr>
              </a:lvl1pPr>
            </a:lstStyle>
            <a:p>
              <a:r>
                <a:t>graduated elastic compression stockings (GEC)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7763">
              <a:defRPr sz="2700"/>
            </a:lvl1pPr>
          </a:lstStyle>
          <a:p>
            <a:r>
              <a:t>CONTRINDICATION TO MECHANICAL PROPHYLAXIS </a:t>
            </a:r>
          </a:p>
        </p:txBody>
      </p:sp>
      <p:sp>
        <p:nvSpPr>
          <p:cNvPr id="355" name="Content Placeholder 2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Leg ulcer</a:t>
            </a:r>
          </a:p>
          <a:p>
            <a:r>
              <a:t>Skin ulceration</a:t>
            </a:r>
          </a:p>
          <a:p>
            <a:r>
              <a:t>Lower leg trauma</a:t>
            </a:r>
          </a:p>
          <a:p>
            <a:r>
              <a:t>Morbid obesity (where correct fitting of stocking cannot be achieved)</a:t>
            </a:r>
          </a:p>
          <a:p>
            <a:r>
              <a:t>Massive leg oedema or pulmonary oedema due to CCF</a:t>
            </a:r>
          </a:p>
          <a:p>
            <a:r>
              <a:t>Stroke patients (avoid compression stockings)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Pharmacological prophylaxis</a:t>
            </a:r>
          </a:p>
        </p:txBody>
      </p:sp>
      <p:graphicFrame>
        <p:nvGraphicFramePr>
          <p:cNvPr id="358" name="Content Placeholder 5"/>
          <p:cNvGraphicFramePr/>
          <p:nvPr>
            <p:extLst>
              <p:ext uri="{D42A27DB-BD31-4B8C-83A1-F6EECF244321}">
                <p14:modId xmlns:p14="http://schemas.microsoft.com/office/powerpoint/2010/main" val="2840135992"/>
              </p:ext>
            </p:extLst>
          </p:nvPr>
        </p:nvGraphicFramePr>
        <p:xfrm>
          <a:off x="-3" y="1636776"/>
          <a:ext cx="12106656" cy="4471411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035552"/>
                <a:gridCol w="4035552"/>
                <a:gridCol w="4035552"/>
              </a:tblGrid>
              <a:tr h="464206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Drug class 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Agent 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endParaRPr dirty="0"/>
                    </a:p>
                  </a:txBody>
                  <a:tcPr marL="45720" marR="45720" horzOverflow="overflow"/>
                </a:tc>
              </a:tr>
              <a:tr h="71652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Unfractionated heparin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Unfractionated heparin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 smtClean="0"/>
                        <a:t>Preferred </a:t>
                      </a:r>
                      <a:r>
                        <a:rPr sz="1600" dirty="0"/>
                        <a:t>in patients with renal impairment</a:t>
                      </a:r>
                    </a:p>
                  </a:txBody>
                  <a:tcPr marL="45720" marR="45720" horzOverflow="overflow"/>
                </a:tc>
              </a:tr>
              <a:tr h="92882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LMWH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Enoxaparin</a:t>
                      </a:r>
                    </a:p>
                    <a:p>
                      <a:pPr algn="l">
                        <a:defRPr sz="1600"/>
                      </a:pPr>
                      <a:r>
                        <a:t>Dalteparin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Most commonly used agents</a:t>
                      </a:r>
                    </a:p>
                    <a:p>
                      <a:pPr algn="l">
                        <a:defRPr sz="1600"/>
                      </a:pPr>
                      <a:r>
                        <a:t>Require dosage adjustment in renal impairment</a:t>
                      </a:r>
                    </a:p>
                  </a:txBody>
                  <a:tcPr marL="45720" marR="45720" horzOverflow="overflow"/>
                </a:tc>
              </a:tr>
              <a:tr h="92882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Factor Xa inhibitors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Fondaparinux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Alternative for prophylaxis in post- hip or knee replacement and hip fracture surgery</a:t>
                      </a:r>
                    </a:p>
                  </a:txBody>
                  <a:tcPr marL="45720" marR="45720" horzOverflow="overflow"/>
                </a:tc>
              </a:tr>
              <a:tr h="92882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Direct thrombin inhibitors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Dabigatran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Alternative for prophylaxis in prophylaxis post- hip or knee replacement</a:t>
                      </a:r>
                    </a:p>
                  </a:txBody>
                  <a:tcPr marL="45720" marR="45720" horzOverflow="overflow"/>
                </a:tc>
              </a:tr>
              <a:tr h="50421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Heparinoid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 err="1" smtClean="0"/>
                        <a:t>Danaparoid</a:t>
                      </a:r>
                      <a:endParaRPr sz="1600"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Used in heparin-sensitivity or HIT</a:t>
                      </a:r>
                    </a:p>
                  </a:txBody>
                  <a:tcPr marL="45720" marR="45720" horzOverflow="overflow"/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61188">
              <a:defRPr sz="2800"/>
            </a:lvl1pPr>
          </a:lstStyle>
          <a:p>
            <a:r>
              <a:t>Contraindication to pharmacological prophylaxis</a:t>
            </a:r>
          </a:p>
        </p:txBody>
      </p:sp>
      <p:sp>
        <p:nvSpPr>
          <p:cNvPr id="361" name="Content Placeholder 2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Active bleeding </a:t>
            </a:r>
          </a:p>
          <a:p>
            <a:r>
              <a:t>Thrombocytopenia (platelets &lt; 50 x 10</a:t>
            </a:r>
            <a:r>
              <a:rPr baseline="30000"/>
              <a:t>9</a:t>
            </a:r>
            <a:r>
              <a:t>/L)</a:t>
            </a:r>
          </a:p>
          <a:p>
            <a:r>
              <a:t>End stage liver disease (INR &gt; 1.5)</a:t>
            </a:r>
          </a:p>
          <a:p>
            <a:r>
              <a:t>Treatment with therapeutic anticoagulant e.g. warfarin with INR &gt; 2</a:t>
            </a:r>
          </a:p>
          <a:p>
            <a:r>
              <a:t>Severe trauma to head or spinal cord, with haemorrhage in last 4 weeks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VTE risk assessment</a:t>
            </a:r>
          </a:p>
        </p:txBody>
      </p:sp>
      <p:sp>
        <p:nvSpPr>
          <p:cNvPr id="364" name="Content Placeholder 2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Who should be assessed?</a:t>
            </a:r>
          </a:p>
          <a:p>
            <a:r>
              <a:rPr dirty="0" smtClean="0"/>
              <a:t>ALL </a:t>
            </a:r>
            <a:r>
              <a:rPr dirty="0"/>
              <a:t>patients admitted into Critical area</a:t>
            </a:r>
          </a:p>
          <a:p>
            <a:r>
              <a:rPr dirty="0"/>
              <a:t>We must consider….</a:t>
            </a:r>
          </a:p>
          <a:p>
            <a:pPr marL="0" indent="0">
              <a:buSzTx/>
              <a:buNone/>
            </a:pPr>
            <a:endParaRPr dirty="0"/>
          </a:p>
          <a:p>
            <a:pPr marL="0" indent="0" algn="ctr">
              <a:buSzTx/>
              <a:buNone/>
            </a:pPr>
            <a:r>
              <a:rPr dirty="0"/>
              <a:t>   Anticoagulant benefits                                            bleeding risks   </a:t>
            </a:r>
          </a:p>
          <a:p>
            <a:pPr marL="0" indent="0" algn="ctr">
              <a:buSzTx/>
              <a:buNone/>
            </a:pPr>
            <a:r>
              <a:rPr dirty="0"/>
              <a:t>                                                                                                   </a:t>
            </a:r>
          </a:p>
        </p:txBody>
      </p:sp>
      <p:sp>
        <p:nvSpPr>
          <p:cNvPr id="365" name="Flowchart: Manual Operation 12"/>
          <p:cNvSpPr/>
          <p:nvPr/>
        </p:nvSpPr>
        <p:spPr>
          <a:xfrm>
            <a:off x="2130549" y="4648960"/>
            <a:ext cx="2167133" cy="5943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17280" y="21600"/>
                </a:lnTo>
                <a:lnTo>
                  <a:pt x="4320" y="21600"/>
                </a:lnTo>
                <a:close/>
              </a:path>
            </a:pathLst>
          </a:custGeom>
          <a:solidFill>
            <a:schemeClr val="accent1"/>
          </a:solidFill>
          <a:ln w="19050" cap="rnd">
            <a:solidFill>
              <a:srgbClr val="830C4A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entury Gothic"/>
              </a:defRPr>
            </a:pPr>
            <a:endParaRPr/>
          </a:p>
        </p:txBody>
      </p:sp>
      <p:sp>
        <p:nvSpPr>
          <p:cNvPr id="366" name="Flowchart: Manual Operation 13"/>
          <p:cNvSpPr/>
          <p:nvPr/>
        </p:nvSpPr>
        <p:spPr>
          <a:xfrm>
            <a:off x="6986016" y="4735067"/>
            <a:ext cx="2514603" cy="5486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17280" y="21600"/>
                </a:lnTo>
                <a:lnTo>
                  <a:pt x="4320" y="21600"/>
                </a:lnTo>
                <a:close/>
              </a:path>
            </a:pathLst>
          </a:custGeom>
          <a:solidFill>
            <a:schemeClr val="accent1"/>
          </a:solidFill>
          <a:ln w="19050" cap="rnd">
            <a:solidFill>
              <a:srgbClr val="830C4A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entury Gothic"/>
              </a:defRPr>
            </a:pPr>
            <a:endParaRPr/>
          </a:p>
        </p:txBody>
      </p:sp>
      <p:sp>
        <p:nvSpPr>
          <p:cNvPr id="367" name="Straight Connector 15"/>
          <p:cNvSpPr/>
          <p:nvPr/>
        </p:nvSpPr>
        <p:spPr>
          <a:xfrm flipH="1">
            <a:off x="2916933" y="5586983"/>
            <a:ext cx="4937764" cy="27434"/>
          </a:xfrm>
          <a:prstGeom prst="line">
            <a:avLst/>
          </a:prstGeom>
          <a:ln w="28575" cap="rnd">
            <a:solidFill>
              <a:srgbClr val="000000"/>
            </a:solidFill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68" name="Straight Connector 17"/>
          <p:cNvSpPr/>
          <p:nvPr/>
        </p:nvSpPr>
        <p:spPr>
          <a:xfrm flipV="1">
            <a:off x="2916933" y="5285230"/>
            <a:ext cx="3" cy="329187"/>
          </a:xfrm>
          <a:prstGeom prst="line">
            <a:avLst/>
          </a:prstGeom>
          <a:ln w="28575" cap="rnd">
            <a:solidFill>
              <a:srgbClr val="000000"/>
            </a:solidFill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69" name="Straight Connector 21"/>
          <p:cNvSpPr/>
          <p:nvPr/>
        </p:nvSpPr>
        <p:spPr>
          <a:xfrm flipH="1" flipV="1">
            <a:off x="7840977" y="5298184"/>
            <a:ext cx="13719" cy="301755"/>
          </a:xfrm>
          <a:prstGeom prst="line">
            <a:avLst/>
          </a:prstGeom>
          <a:ln w="28575" cap="rnd">
            <a:solidFill>
              <a:srgbClr val="000000"/>
            </a:solidFill>
          </a:ln>
          <a:effectLst>
            <a:outerShdw blurRad="38100" dist="25400" dir="5400000" rotWithShape="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70" name="Isosceles Triangle 22"/>
          <p:cNvSpPr/>
          <p:nvPr/>
        </p:nvSpPr>
        <p:spPr>
          <a:xfrm>
            <a:off x="4480559" y="5628894"/>
            <a:ext cx="2331721" cy="781812"/>
          </a:xfrm>
          <a:prstGeom prst="triangle">
            <a:avLst/>
          </a:prstGeom>
          <a:solidFill>
            <a:schemeClr val="accent5"/>
          </a:solidFill>
          <a:ln w="19050" cap="rnd">
            <a:solidFill>
              <a:srgbClr val="714EB1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entury Gothic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itle 1"/>
          <p:cNvSpPr txBox="1">
            <a:spLocks noGrp="1"/>
          </p:cNvSpPr>
          <p:nvPr>
            <p:ph type="title"/>
          </p:nvPr>
        </p:nvSpPr>
        <p:spPr>
          <a:xfrm>
            <a:off x="1154953" y="758951"/>
            <a:ext cx="8761415" cy="92168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37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4953" y="1564104"/>
            <a:ext cx="10026393" cy="52938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ROLES&amp;RESPONSIBILITIES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Major nursing intervention is provide comfort to the patient.</a:t>
            </a:r>
          </a:p>
          <a:p>
            <a:r>
              <a:rPr lang="en-US" dirty="0" smtClean="0"/>
              <a:t>Elevation of the affected extremity.</a:t>
            </a:r>
          </a:p>
          <a:p>
            <a:r>
              <a:rPr lang="en-US" dirty="0" smtClean="0"/>
              <a:t>Graduated compression stockings.</a:t>
            </a:r>
          </a:p>
          <a:p>
            <a:r>
              <a:rPr lang="en-US" dirty="0" smtClean="0"/>
              <a:t>Warm application.</a:t>
            </a:r>
          </a:p>
          <a:p>
            <a:r>
              <a:rPr lang="en-US" dirty="0" smtClean="0"/>
              <a:t>For Pulmonary Embolism managing pain and relieving anxiety.</a:t>
            </a:r>
          </a:p>
          <a:p>
            <a:r>
              <a:rPr lang="en-US" dirty="0" smtClean="0"/>
              <a:t>Provide Oxygen Therapy.</a:t>
            </a:r>
          </a:p>
          <a:p>
            <a:r>
              <a:rPr lang="en-US" dirty="0" smtClean="0"/>
              <a:t>Preventing the formation of a thrombus (by ambulation and passive leg exercises).</a:t>
            </a:r>
          </a:p>
          <a:p>
            <a:r>
              <a:rPr lang="en-US" dirty="0" err="1" smtClean="0"/>
              <a:t>Trombolytic</a:t>
            </a:r>
            <a:r>
              <a:rPr lang="en-US" dirty="0" smtClean="0"/>
              <a:t> therapy.</a:t>
            </a:r>
          </a:p>
          <a:p>
            <a:r>
              <a:rPr lang="en-US" dirty="0" smtClean="0"/>
              <a:t>Blood thinners.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04054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References</a:t>
            </a:r>
          </a:p>
        </p:txBody>
      </p:sp>
      <p:sp>
        <p:nvSpPr>
          <p:cNvPr id="376" name="Content Placeholder 2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322324" indent="-322324" algn="just" defTabSz="429768">
              <a:lnSpc>
                <a:spcPct val="90000"/>
              </a:lnSpc>
              <a:spcBef>
                <a:spcPts val="900"/>
              </a:spcBef>
              <a:defRPr sz="1600">
                <a:latin typeface="Agency FB"/>
                <a:ea typeface="Agency FB"/>
                <a:cs typeface="Agency FB"/>
                <a:sym typeface="Agency FB"/>
              </a:defRPr>
            </a:pPr>
            <a:r>
              <a:t>Al Harbi , S. Khedr, M. Al-Dorzi, H.M. Tlayjeh, H. Rishu, A. Arabi, Y. The association between statin therapy during intensive care unit stay and the incidence of venous thromboembolism: a propensity score-adjusted analysis. BMC Pharmacology and Toxicology14(57), pp. 1-6. </a:t>
            </a:r>
            <a:endParaRPr sz="1500"/>
          </a:p>
          <a:p>
            <a:pPr marL="322324" indent="-322324" algn="just" defTabSz="429768">
              <a:lnSpc>
                <a:spcPct val="90000"/>
              </a:lnSpc>
              <a:spcBef>
                <a:spcPts val="900"/>
              </a:spcBef>
              <a:defRPr sz="1600">
                <a:latin typeface="Agency FB"/>
                <a:ea typeface="Agency FB"/>
                <a:cs typeface="Agency FB"/>
                <a:sym typeface="Agency FB"/>
              </a:defRPr>
            </a:pPr>
            <a:r>
              <a:t>Achaibar, K and  Waldmann, C. 2015. Prevention of venous thromboembolism in the critically ill patient. Journal of the Intensive Care Society 16(3), pp. 199–201. </a:t>
            </a:r>
            <a:endParaRPr sz="1500"/>
          </a:p>
          <a:p>
            <a:pPr marL="322324" indent="-322324" algn="just" defTabSz="429768">
              <a:lnSpc>
                <a:spcPct val="90000"/>
              </a:lnSpc>
              <a:spcBef>
                <a:spcPts val="900"/>
              </a:spcBef>
              <a:defRPr sz="1600">
                <a:latin typeface="Agency FB"/>
                <a:ea typeface="Agency FB"/>
                <a:cs typeface="Agency FB"/>
                <a:sym typeface="Agency FB"/>
              </a:defRPr>
            </a:pPr>
            <a:r>
              <a:t>Arabi YM, Khedr M, Dara SI, et al. 2013. Use of intermittent pneumatic compression and not graduated compression stockings is associated with lower incident VTE in critically III patients: a multiple propensity scores adjusted analysis. Chest 144 (10, pp. 152–159. </a:t>
            </a:r>
          </a:p>
          <a:p>
            <a:pPr marL="322324" indent="-322324" algn="just" defTabSz="429768">
              <a:lnSpc>
                <a:spcPct val="90000"/>
              </a:lnSpc>
              <a:spcBef>
                <a:spcPts val="900"/>
              </a:spcBef>
              <a:defRPr sz="1500">
                <a:solidFill>
                  <a:srgbClr val="000000"/>
                </a:solidFill>
                <a:latin typeface="Agency FB"/>
                <a:ea typeface="Agency FB"/>
                <a:cs typeface="Agency FB"/>
                <a:sym typeface="Agency FB"/>
              </a:defRPr>
            </a:pPr>
            <a:r>
              <a:t>Dennis, M.  Sandercock, P. Reid, J. Graham, C. Forbes, J. Murray. G. 2013. </a:t>
            </a:r>
            <a:r>
              <a:rPr>
                <a:solidFill>
                  <a:srgbClr val="404040"/>
                </a:solidFill>
              </a:rPr>
              <a:t>Effectiveness of intermittent pneumatic compression in reduction of risk of deep vein thrombosis in patients who have had a stroke (CLOTS 3): a multicentre randomised controlled trial.</a:t>
            </a:r>
            <a:r>
              <a:t> Lancet</a:t>
            </a:r>
            <a:r>
              <a:rPr>
                <a:solidFill>
                  <a:srgbClr val="404040"/>
                </a:solidFill>
              </a:rPr>
              <a:t>382(9891), pp.516-24.</a:t>
            </a:r>
            <a:r>
              <a:t>                         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9" name="Content Placeholder 2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322324" indent="-322324" algn="just" defTabSz="429768">
              <a:spcBef>
                <a:spcPts val="900"/>
              </a:spcBef>
              <a:defRPr sz="1600">
                <a:latin typeface="Agency FB"/>
                <a:ea typeface="Agency FB"/>
                <a:cs typeface="Agency FB"/>
                <a:sym typeface="Agency FB"/>
              </a:defRPr>
            </a:pPr>
            <a:r>
              <a:t>Malato, A. Dentali, F. Siragusa, S. Fabbiano, F. Kagoma, Y. Boddi, M. Gensini, G.  Peris, A. Crowther, M. Napolitano, M. 2015. The impact of deep vein thrombosis in critically ill patients: a meta-analysis of major clinical outcomes. Blood Transfus13(1), pp. 559-68 </a:t>
            </a:r>
          </a:p>
          <a:p>
            <a:pPr marL="322324" indent="-322324" algn="just" defTabSz="429768">
              <a:spcBef>
                <a:spcPts val="900"/>
              </a:spcBef>
              <a:defRPr sz="1600">
                <a:latin typeface="Agency FB"/>
                <a:ea typeface="Agency FB"/>
                <a:cs typeface="Agency FB"/>
                <a:sym typeface="Agency FB"/>
              </a:defRPr>
            </a:pPr>
            <a:r>
              <a:t>Minet, C. Potton, L. Bonadona, A. Roy, R. Ar Somohano, Lugosi, M. Cartier, J.  Ferretti, G. Schwebel, C. Timsit, J. 2015. Venous thromboembolism in the ICU: main characteristics, diagnosis and Thromboprophylaxis. Critical care 19(287), pp. 1-9. </a:t>
            </a:r>
          </a:p>
          <a:p>
            <a:pPr marL="322324" indent="-322324" algn="just" defTabSz="429768">
              <a:spcBef>
                <a:spcPts val="900"/>
              </a:spcBef>
              <a:defRPr sz="1600">
                <a:latin typeface="Agency FB"/>
                <a:ea typeface="Agency FB"/>
                <a:cs typeface="Agency FB"/>
                <a:sym typeface="Agency FB"/>
              </a:defRPr>
            </a:pPr>
            <a:r>
              <a:t>Miri1, M. Goharani1, R. Sistanizad, M. 2017. Deep Vein Thrombosis among Intensive Care Unit Patients; an Epidemiologic Study . Emergency 5(1), pp.1-5.</a:t>
            </a:r>
          </a:p>
          <a:p>
            <a:pPr marL="322324" indent="-322324" algn="just" defTabSz="429768">
              <a:spcBef>
                <a:spcPts val="900"/>
              </a:spcBef>
              <a:defRPr sz="1600">
                <a:latin typeface="Agency FB"/>
                <a:ea typeface="Agency FB"/>
                <a:cs typeface="Agency FB"/>
                <a:sym typeface="Agency FB"/>
              </a:defRPr>
            </a:pPr>
            <a:r>
              <a:t> Sud1,S. Mittmann, N. Cook, D. Geerts, W. Chan, B. Dodek, P. Gould, M. Guyatt, G. Arabi, Y. Fowler, R. 2011. Screening and Prevention of Venous Thromboembolism in Critically Ill Patients. Am J Respir Crit Care Med 184. pp, 1289–1298,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Thank-you-Purple- Welcome to LauraMcGoldrick.co.nz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583" y="2905455"/>
            <a:ext cx="7315200" cy="289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713978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on Boardroom">
  <a:themeElements>
    <a:clrScheme name="Ion Boardro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0000FF"/>
      </a:hlink>
      <a:folHlink>
        <a:srgbClr val="FF00FF"/>
      </a:folHlink>
    </a:clrScheme>
    <a:fontScheme name="Ion Boardroom">
      <a:majorFont>
        <a:latin typeface="Helvetica"/>
        <a:ea typeface="Helvetica"/>
        <a:cs typeface="Helvetica"/>
      </a:majorFont>
      <a:minorFont>
        <a:latin typeface="Century Gothic"/>
        <a:ea typeface="Century Gothic"/>
        <a:cs typeface="Century Gothic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Ion Boardroom">
  <a:themeElements>
    <a:clrScheme name="Ion Boardro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0000FF"/>
      </a:hlink>
      <a:folHlink>
        <a:srgbClr val="FF00FF"/>
      </a:folHlink>
    </a:clrScheme>
    <a:fontScheme name="Ion Boardroom">
      <a:majorFont>
        <a:latin typeface="Helvetica"/>
        <a:ea typeface="Helvetica"/>
        <a:cs typeface="Helvetica"/>
      </a:majorFont>
      <a:minorFont>
        <a:latin typeface="Century Gothic"/>
        <a:ea typeface="Century Gothic"/>
        <a:cs typeface="Century Gothic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