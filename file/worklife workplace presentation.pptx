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image/jpeg" Extension="jpeg"/>
  <Default ContentType="application/vnd.openxmlformats-package.relationships+xml" Extension="rels"/>
  <Override ContentType="application/vnd.openxmlformats-officedocument.presentationml.slideMaster+xml" PartName="/ppt/slideMasters/slideMaster1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presentation.main+xml" PartName="/ppt/presentation.xml"/>
  <Override ContentType="application/vnd.openxmlformats-officedocument.presentationml.presProps+xml" PartName="/ppt/presProps1.xml"/>
  <Override ContentType="application/vnd.openxmlformats-officedocument.theme+xml" PartName="/ppt/theme/theme1.xml"/>
  <Override ContentType="application/vnd.openxmlformats-officedocument.presentationml.viewProps+xml" PartName="/ppt/viewProps1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8" r:id="rId4"/>
  </p:sld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  <p:sldId id="268" r:id="rId17"/>
    <p:sldId id="269" r:id="rId18"/>
    <p:sldId id="270" r:id="rId19"/>
    <p:sldId id="271" r:id="rId20"/>
  </p:sldIdLst>
  <p:sldSz cy="7772400" cx="10058400"/>
  <p:notesSz cx="10058400" cy="7772400"/>
  <p:defaultTextStyle>
    <a:defPPr lvl="0">
      <a:defRPr lang="en-US"/>
    </a:defPPr>
    <a:lvl1pPr defTabSz="914400" eaLnBrk="1" hangingPunct="1" latinLnBrk="0" lvl="0" marL="0" rtl="0" algn="l">
      <a:defRPr kern="1200" sz="1800">
        <a:solidFill>
          <a:schemeClr val="tx1"/>
        </a:solidFill>
        <a:latin typeface="+mn-lt"/>
        <a:ea typeface="+mn-ea"/>
        <a:cs typeface="+mn-cs"/>
      </a:defRPr>
    </a:lvl1pPr>
    <a:lvl2pPr defTabSz="914400" eaLnBrk="1" hangingPunct="1" latinLnBrk="0" lvl="1" marL="457200" rtl="0" algn="l">
      <a:defRPr kern="1200" sz="1800">
        <a:solidFill>
          <a:schemeClr val="tx1"/>
        </a:solidFill>
        <a:latin typeface="+mn-lt"/>
        <a:ea typeface="+mn-ea"/>
        <a:cs typeface="+mn-cs"/>
      </a:defRPr>
    </a:lvl2pPr>
    <a:lvl3pPr defTabSz="914400" eaLnBrk="1" hangingPunct="1" latinLnBrk="0" lvl="2" marL="914400" rtl="0" algn="l">
      <a:defRPr kern="1200" sz="1800">
        <a:solidFill>
          <a:schemeClr val="tx1"/>
        </a:solidFill>
        <a:latin typeface="+mn-lt"/>
        <a:ea typeface="+mn-ea"/>
        <a:cs typeface="+mn-cs"/>
      </a:defRPr>
    </a:lvl3pPr>
    <a:lvl4pPr defTabSz="914400" eaLnBrk="1" hangingPunct="1" latinLnBrk="0" lvl="3" marL="1371600" rtl="0" algn="l">
      <a:defRPr kern="1200" sz="1800">
        <a:solidFill>
          <a:schemeClr val="tx1"/>
        </a:solidFill>
        <a:latin typeface="+mn-lt"/>
        <a:ea typeface="+mn-ea"/>
        <a:cs typeface="+mn-cs"/>
      </a:defRPr>
    </a:lvl4pPr>
    <a:lvl5pPr defTabSz="914400" eaLnBrk="1" hangingPunct="1" latinLnBrk="0" lvl="4" marL="1828800" rtl="0" algn="l">
      <a:defRPr kern="1200" sz="1800">
        <a:solidFill>
          <a:schemeClr val="tx1"/>
        </a:solidFill>
        <a:latin typeface="+mn-lt"/>
        <a:ea typeface="+mn-ea"/>
        <a:cs typeface="+mn-cs"/>
      </a:defRPr>
    </a:lvl5pPr>
    <a:lvl6pPr defTabSz="914400" eaLnBrk="1" hangingPunct="1" latinLnBrk="0" lvl="5" marL="2286000" rtl="0" algn="l">
      <a:defRPr kern="1200" sz="1800">
        <a:solidFill>
          <a:schemeClr val="tx1"/>
        </a:solidFill>
        <a:latin typeface="+mn-lt"/>
        <a:ea typeface="+mn-ea"/>
        <a:cs typeface="+mn-cs"/>
      </a:defRPr>
    </a:lvl6pPr>
    <a:lvl7pPr defTabSz="914400" eaLnBrk="1" hangingPunct="1" latinLnBrk="0" lvl="6" marL="2743200" rtl="0" algn="l">
      <a:defRPr kern="1200" sz="1800">
        <a:solidFill>
          <a:schemeClr val="tx1"/>
        </a:solidFill>
        <a:latin typeface="+mn-lt"/>
        <a:ea typeface="+mn-ea"/>
        <a:cs typeface="+mn-cs"/>
      </a:defRPr>
    </a:lvl7pPr>
    <a:lvl8pPr defTabSz="914400" eaLnBrk="1" hangingPunct="1" latinLnBrk="0" lvl="7" marL="3200400" rtl="0" algn="l">
      <a:defRPr kern="1200" sz="1800">
        <a:solidFill>
          <a:schemeClr val="tx1"/>
        </a:solidFill>
        <a:latin typeface="+mn-lt"/>
        <a:ea typeface="+mn-ea"/>
        <a:cs typeface="+mn-cs"/>
      </a:defRPr>
    </a:lvl8pPr>
    <a:lvl9pPr defTabSz="914400" eaLnBrk="1" hangingPunct="1" latinLnBrk="0" lvl="8" marL="3657600" rtl="0" algn="l">
      <a:defRPr kern="1200" sz="18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>
        <p15:guide id="1" orient="horz" pos="3168">
          <p15:clr>
            <a:srgbClr val="000000"/>
          </p15:clr>
        </p15:guide>
        <p15:guide id="2" pos="2448">
          <p15:clr>
            <a:srgbClr val="000000"/>
          </p15:clr>
        </p15:guide>
      </p15:sldGuideLst>
    </p:ext>
  </p:extLst>
</p:presentation>
</file>

<file path=ppt/presProps1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1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3168" orient="horz"/>
        <p:guide pos="2448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6.xml"/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1" Type="http://schemas.openxmlformats.org/officeDocument/2006/relationships/theme" Target="theme/theme1.xml"/><Relationship Id="rId2" Type="http://schemas.openxmlformats.org/officeDocument/2006/relationships/viewProps" Target="viewProps1.xml"/><Relationship Id="rId3" Type="http://schemas.openxmlformats.org/officeDocument/2006/relationships/presProps" Target="presProps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5" Type="http://schemas.openxmlformats.org/officeDocument/2006/relationships/slide" Target="slides/slide11.xml"/><Relationship Id="rId14" Type="http://schemas.openxmlformats.org/officeDocument/2006/relationships/slide" Target="slides/slide10.xml"/><Relationship Id="rId17" Type="http://schemas.openxmlformats.org/officeDocument/2006/relationships/slide" Target="slides/slide13.xml"/><Relationship Id="rId16" Type="http://schemas.openxmlformats.org/officeDocument/2006/relationships/slide" Target="slides/slide12.xml"/><Relationship Id="rId5" Type="http://schemas.openxmlformats.org/officeDocument/2006/relationships/slide" Target="slides/slide1.xml"/><Relationship Id="rId19" Type="http://schemas.openxmlformats.org/officeDocument/2006/relationships/slide" Target="slides/slide15.xml"/><Relationship Id="rId6" Type="http://schemas.openxmlformats.org/officeDocument/2006/relationships/slide" Target="slides/slide2.xml"/><Relationship Id="rId18" Type="http://schemas.openxmlformats.org/officeDocument/2006/relationships/slide" Target="slides/slide14.xml"/><Relationship Id="rId7" Type="http://schemas.openxmlformats.org/officeDocument/2006/relationships/slide" Target="slides/slide3.xml"/><Relationship Id="rId8" Type="http://schemas.openxmlformats.org/officeDocument/2006/relationships/slide" Target="slides/slide4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ounded Rectangle 14"/>
          <p:cNvSpPr/>
          <p:nvPr/>
        </p:nvSpPr>
        <p:spPr>
          <a:xfrm>
            <a:off x="335280" y="373076"/>
            <a:ext cx="9385261" cy="7023062"/>
          </a:xfrm>
          <a:prstGeom prst="roundRect">
            <a:avLst>
              <a:gd name="adj" fmla="val 2081"/>
            </a:avLst>
          </a:prstGeom>
          <a:gradFill flip="none" rotWithShape="1">
            <a:gsLst>
              <a:gs pos="0">
                <a:srgbClr val="FFFFFF">
                  <a:shade val="100000"/>
                </a:srgbClr>
              </a:gs>
              <a:gs pos="98000">
                <a:srgbClr val="FFFFFF">
                  <a:shade val="100000"/>
                </a:srgbClr>
              </a:gs>
              <a:gs pos="99055">
                <a:srgbClr val="FFFFFF">
                  <a:shade val="93000"/>
                </a:srgbClr>
              </a:gs>
              <a:gs pos="100000">
                <a:srgbClr val="FFFFFF">
                  <a:shade val="70000"/>
                </a:srgbClr>
              </a:gs>
            </a:gsLst>
            <a:lin ang="5400000" scaled="1"/>
            <a:tileRect/>
          </a:gradFill>
          <a:ln w="2000" cap="rnd" cmpd="sng" algn="ctr">
            <a:solidFill>
              <a:srgbClr val="302F2C">
                <a:tint val="65000"/>
                <a:satMod val="120000"/>
              </a:srgbClr>
            </a:solidFill>
            <a:prstDash val="solid"/>
          </a:ln>
          <a:effectLst>
            <a:outerShdw blurRad="76200" dist="50800" dir="5400000" algn="tl" rotWithShape="0">
              <a:srgbClr val="000000">
                <a:alpha val="25000"/>
              </a:srgb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lIns="101882" tIns="50941" rIns="101882" bIns="50941"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sp>
        <p:nvSpPr>
          <p:cNvPr id="10" name="Rounded Rectangle 9"/>
          <p:cNvSpPr/>
          <p:nvPr/>
        </p:nvSpPr>
        <p:spPr>
          <a:xfrm>
            <a:off x="460456" y="492050"/>
            <a:ext cx="9137490" cy="3523488"/>
          </a:xfrm>
          <a:prstGeom prst="roundRect">
            <a:avLst>
              <a:gd name="adj" fmla="val 4578"/>
            </a:avLst>
          </a:prstGeom>
          <a:gradFill rotWithShape="1">
            <a:gsLst>
              <a:gs pos="0">
                <a:schemeClr val="bg1">
                  <a:tint val="75000"/>
                  <a:satMod val="150000"/>
                </a:schemeClr>
              </a:gs>
              <a:gs pos="55000">
                <a:schemeClr val="bg1">
                  <a:shade val="75000"/>
                  <a:satMod val="100000"/>
                </a:schemeClr>
              </a:gs>
              <a:gs pos="100000">
                <a:schemeClr val="bg1">
                  <a:shade val="35000"/>
                  <a:satMod val="100000"/>
                </a:schemeClr>
              </a:gs>
            </a:gsLst>
            <a:path path="circle">
              <a:fillToRect l="50000" t="175000" r="50000" b="-75000"/>
            </a:path>
          </a:gradFill>
          <a:ln w="889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lIns="101882" tIns="50941" rIns="101882" bIns="50941"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sp>
        <p:nvSpPr>
          <p:cNvPr id="5" name="Title 4"/>
          <p:cNvSpPr>
            <a:spLocks noGrp="1"/>
          </p:cNvSpPr>
          <p:nvPr>
            <p:ph type="ctrTitle"/>
          </p:nvPr>
        </p:nvSpPr>
        <p:spPr>
          <a:xfrm>
            <a:off x="794614" y="2062900"/>
            <a:ext cx="8549640" cy="2072640"/>
          </a:xfrm>
        </p:spPr>
        <p:txBody>
          <a:bodyPr lIns="50941" rIns="50941" bIns="50941"/>
          <a:lstStyle>
            <a:lvl1pPr algn="r">
              <a:defRPr sz="5000" b="1">
                <a:solidFill>
                  <a:schemeClr val="accent1">
                    <a:tint val="88000"/>
                    <a:satMod val="150000"/>
                  </a:schemeClr>
                </a:solidFill>
                <a:effectLst>
                  <a:outerShdw blurRad="53975" dist="22860" dir="5400000" algn="tl" rotWithShape="0">
                    <a:srgbClr val="000000">
                      <a:alpha val="55000"/>
                    </a:srgbClr>
                  </a:outerShdw>
                </a:effectLst>
              </a:defRPr>
            </a:lvl1pPr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20" name="Subtitle 19"/>
          <p:cNvSpPr>
            <a:spLocks noGrp="1"/>
          </p:cNvSpPr>
          <p:nvPr>
            <p:ph type="subTitle" idx="1"/>
          </p:nvPr>
        </p:nvSpPr>
        <p:spPr>
          <a:xfrm>
            <a:off x="794614" y="4176370"/>
            <a:ext cx="8549640" cy="1036320"/>
          </a:xfrm>
        </p:spPr>
        <p:txBody>
          <a:bodyPr lIns="203765" tIns="0"/>
          <a:lstStyle>
            <a:lvl1pPr marL="40753" indent="0" algn="r">
              <a:spcBef>
                <a:spcPts val="0"/>
              </a:spcBef>
              <a:buNone/>
              <a:defRPr sz="2200">
                <a:solidFill>
                  <a:schemeClr val="bg2">
                    <a:shade val="25000"/>
                  </a:schemeClr>
                </a:solidFill>
              </a:defRPr>
            </a:lvl1pPr>
            <a:lvl2pPr marL="509412" indent="0" algn="ctr">
              <a:buNone/>
            </a:lvl2pPr>
            <a:lvl3pPr marL="1018824" indent="0" algn="ctr">
              <a:buNone/>
            </a:lvl3pPr>
            <a:lvl4pPr marL="1528237" indent="0" algn="ctr">
              <a:buNone/>
            </a:lvl4pPr>
            <a:lvl5pPr marL="2037649" indent="0" algn="ctr">
              <a:buNone/>
            </a:lvl5pPr>
            <a:lvl6pPr marL="2547061" indent="0" algn="ctr">
              <a:buNone/>
            </a:lvl6pPr>
            <a:lvl7pPr marL="3056473" indent="0" algn="ctr">
              <a:buNone/>
            </a:lvl7pPr>
            <a:lvl8pPr marL="3565886" indent="0" algn="ctr">
              <a:buNone/>
            </a:lvl8pPr>
            <a:lvl9pPr marL="4075298" indent="0" algn="ctr">
              <a:buNone/>
            </a:lvl9pPr>
            <a:extLst/>
          </a:lstStyle>
          <a:p>
            <a:r>
              <a:rPr kumimoji="0" lang="en-US" smtClean="0"/>
              <a:t>Click to edit Master subtitle style</a:t>
            </a:r>
            <a:endParaRPr kumimoji="0" lang="en-US"/>
          </a:p>
        </p:txBody>
      </p:sp>
      <p:sp>
        <p:nvSpPr>
          <p:cNvPr id="19" name="Date Placeholder 18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1D8BD707-D9CF-40AE-B4C6-C98DA3205C09}" type="datetimeFigureOut">
              <a:rPr lang="en-US" smtClean="0"/>
              <a:t>1/10/2023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en-US"/>
          </a:p>
        </p:txBody>
      </p:sp>
      <p:sp>
        <p:nvSpPr>
          <p:cNvPr id="11" name="Slide Number Placeholder 10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B6F15528-21DE-4FAA-801E-634DDDAF4B2B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53212" y="5647944"/>
            <a:ext cx="9002268" cy="1191768"/>
          </a:xfrm>
        </p:spPr>
        <p:txBody>
          <a:bodyPr/>
          <a:lstStyle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53212" y="601065"/>
            <a:ext cx="9002268" cy="4746346"/>
          </a:xfrm>
        </p:spPr>
        <p:txBody>
          <a:bodyPr/>
          <a:lstStyle>
            <a:extLst/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1D8BD707-D9CF-40AE-B4C6-C98DA3205C09}" type="datetimeFigureOut">
              <a:rPr lang="en-US" smtClean="0"/>
              <a:t>1/10/2023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B6F15528-21DE-4FAA-801E-634DDDAF4B2B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ounded Rectangle 13"/>
          <p:cNvSpPr/>
          <p:nvPr/>
        </p:nvSpPr>
        <p:spPr>
          <a:xfrm>
            <a:off x="335280" y="373076"/>
            <a:ext cx="9385261" cy="7023062"/>
          </a:xfrm>
          <a:prstGeom prst="roundRect">
            <a:avLst>
              <a:gd name="adj" fmla="val 2081"/>
            </a:avLst>
          </a:prstGeom>
          <a:gradFill flip="none" rotWithShape="1">
            <a:gsLst>
              <a:gs pos="0">
                <a:srgbClr val="FFFFFF">
                  <a:shade val="100000"/>
                </a:srgbClr>
              </a:gs>
              <a:gs pos="98000">
                <a:srgbClr val="FFFFFF">
                  <a:shade val="100000"/>
                </a:srgbClr>
              </a:gs>
              <a:gs pos="99055">
                <a:srgbClr val="FFFFFF">
                  <a:shade val="93000"/>
                </a:srgbClr>
              </a:gs>
              <a:gs pos="100000">
                <a:srgbClr val="FFFFFF">
                  <a:shade val="70000"/>
                </a:srgbClr>
              </a:gs>
            </a:gsLst>
            <a:lin ang="5400000" scaled="1"/>
            <a:tileRect/>
          </a:gradFill>
          <a:ln w="2000" cap="rnd" cmpd="sng" algn="ctr">
            <a:solidFill>
              <a:srgbClr val="302F2C">
                <a:tint val="65000"/>
                <a:satMod val="120000"/>
              </a:srgbClr>
            </a:solidFill>
            <a:prstDash val="solid"/>
          </a:ln>
          <a:effectLst>
            <a:outerShdw blurRad="76200" dist="50800" dir="5400000" algn="tl" rotWithShape="0">
              <a:srgbClr val="000000">
                <a:alpha val="25000"/>
              </a:srgb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lIns="101882" tIns="50941" rIns="101882" bIns="50941"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sp>
        <p:nvSpPr>
          <p:cNvPr id="11" name="Rounded Rectangle 10"/>
          <p:cNvSpPr/>
          <p:nvPr/>
        </p:nvSpPr>
        <p:spPr>
          <a:xfrm>
            <a:off x="460456" y="492051"/>
            <a:ext cx="9137490" cy="4920173"/>
          </a:xfrm>
          <a:prstGeom prst="roundRect">
            <a:avLst>
              <a:gd name="adj" fmla="val 2127"/>
            </a:avLst>
          </a:prstGeom>
          <a:gradFill rotWithShape="1">
            <a:gsLst>
              <a:gs pos="0">
                <a:schemeClr val="bg1">
                  <a:tint val="75000"/>
                  <a:satMod val="150000"/>
                </a:schemeClr>
              </a:gs>
              <a:gs pos="55000">
                <a:schemeClr val="bg1">
                  <a:shade val="75000"/>
                  <a:satMod val="100000"/>
                </a:schemeClr>
              </a:gs>
              <a:gs pos="100000">
                <a:schemeClr val="bg1">
                  <a:shade val="35000"/>
                  <a:satMod val="100000"/>
                </a:schemeClr>
              </a:gs>
            </a:gsLst>
            <a:path path="circle">
              <a:fillToRect l="50000" t="175000" r="50000" b="-75000"/>
            </a:path>
          </a:gradFill>
          <a:ln w="889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lIns="101882" tIns="50941" rIns="101882" bIns="50941"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15178" y="5585765"/>
            <a:ext cx="9002268" cy="766877"/>
          </a:xfrm>
        </p:spPr>
        <p:txBody>
          <a:bodyPr lIns="101882" bIns="0" anchor="b"/>
          <a:lstStyle>
            <a:lvl1pPr algn="l">
              <a:buNone/>
              <a:defRPr sz="4000" b="0" cap="none" baseline="0">
                <a:solidFill>
                  <a:schemeClr val="bg2">
                    <a:shade val="25000"/>
                  </a:schemeClr>
                </a:solidFill>
                <a:effectLst/>
              </a:defRPr>
            </a:lvl1pPr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15178" y="6374415"/>
            <a:ext cx="9002268" cy="476707"/>
          </a:xfrm>
        </p:spPr>
        <p:txBody>
          <a:bodyPr lIns="132447" tIns="0" anchor="t"/>
          <a:lstStyle>
            <a:lvl1pPr marL="0" marR="40753" indent="0" algn="l">
              <a:spcBef>
                <a:spcPts val="0"/>
              </a:spcBef>
              <a:spcAft>
                <a:spcPts val="0"/>
              </a:spcAft>
              <a:buNone/>
              <a:defRPr sz="2000" b="0">
                <a:solidFill>
                  <a:schemeClr val="accent1">
                    <a:shade val="50000"/>
                    <a:satMod val="110000"/>
                  </a:schemeClr>
                </a:solidFill>
                <a:effectLst/>
              </a:defRPr>
            </a:lvl1pPr>
            <a:lvl2pPr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extLst/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1D8BD707-D9CF-40AE-B4C6-C98DA3205C09}" type="datetimeFigureOut">
              <a:rPr lang="en-US" smtClean="0"/>
              <a:t>1/10/2023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B6F15528-21DE-4FAA-801E-634DDDAF4B2B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565787" y="601066"/>
            <a:ext cx="4325112" cy="4974336"/>
          </a:xfrm>
        </p:spPr>
        <p:txBody>
          <a:bodyPr/>
          <a:lstStyle>
            <a:lvl1pPr>
              <a:defRPr sz="2900"/>
            </a:lvl1pPr>
            <a:lvl2pPr>
              <a:defRPr sz="2500"/>
            </a:lvl2pPr>
            <a:lvl3pPr>
              <a:defRPr sz="2200"/>
            </a:lvl3pPr>
            <a:lvl4pPr>
              <a:defRPr sz="2000"/>
            </a:lvl4pPr>
            <a:lvl5pPr>
              <a:defRPr sz="2000"/>
            </a:lvl5pPr>
            <a:extLst/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230896" y="601066"/>
            <a:ext cx="4325112" cy="4974336"/>
          </a:xfrm>
        </p:spPr>
        <p:txBody>
          <a:bodyPr/>
          <a:lstStyle>
            <a:lvl1pPr>
              <a:defRPr sz="2900"/>
            </a:lvl1pPr>
            <a:lvl2pPr>
              <a:defRPr sz="2500"/>
            </a:lvl2pPr>
            <a:lvl3pPr>
              <a:defRPr sz="2200"/>
            </a:lvl3pPr>
            <a:lvl4pPr>
              <a:defRPr sz="2000"/>
            </a:lvl4pPr>
            <a:lvl5pPr>
              <a:defRPr sz="2000"/>
            </a:lvl5pPr>
            <a:extLst/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1D8BD707-D9CF-40AE-B4C6-C98DA3205C09}" type="datetimeFigureOut">
              <a:rPr lang="en-US" smtClean="0"/>
              <a:t>1/10/2023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B6F15528-21DE-4FAA-801E-634DDDAF4B2B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53212" y="5647944"/>
            <a:ext cx="9002268" cy="1191768"/>
          </a:xfrm>
        </p:spPr>
        <p:txBody>
          <a:bodyPr anchor="b"/>
          <a:lstStyle>
            <a:lvl1pPr>
              <a:defRPr b="1"/>
            </a:lvl1pPr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67946" y="656696"/>
            <a:ext cx="4325112" cy="897784"/>
          </a:xfrm>
        </p:spPr>
        <p:txBody>
          <a:bodyPr lIns="163012" anchor="ctr"/>
          <a:lstStyle>
            <a:lvl1pPr marL="0" indent="0" algn="l">
              <a:buNone/>
              <a:defRPr sz="2700" b="1">
                <a:solidFill>
                  <a:schemeClr val="tx1"/>
                </a:solidFill>
              </a:defRPr>
            </a:lvl1pPr>
            <a:lvl2pPr>
              <a:buNone/>
              <a:defRPr sz="2200" b="1"/>
            </a:lvl2pPr>
            <a:lvl3pPr>
              <a:buNone/>
              <a:defRPr sz="2000" b="1"/>
            </a:lvl3pPr>
            <a:lvl4pPr>
              <a:buNone/>
              <a:defRPr sz="1800" b="1"/>
            </a:lvl4pPr>
            <a:lvl5pPr>
              <a:buNone/>
              <a:defRPr sz="1800" b="1"/>
            </a:lvl5pPr>
            <a:extLst/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3"/>
          </p:nvPr>
        </p:nvSpPr>
        <p:spPr>
          <a:xfrm>
            <a:off x="5117386" y="656696"/>
            <a:ext cx="4325112" cy="897784"/>
          </a:xfrm>
        </p:spPr>
        <p:txBody>
          <a:bodyPr lIns="152824" anchor="ctr"/>
          <a:lstStyle>
            <a:lvl1pPr marL="0" indent="0" algn="l">
              <a:buNone/>
              <a:defRPr sz="2700" b="1">
                <a:solidFill>
                  <a:schemeClr val="tx1"/>
                </a:solidFill>
              </a:defRPr>
            </a:lvl1pPr>
            <a:lvl2pPr>
              <a:buNone/>
              <a:defRPr sz="2200" b="1"/>
            </a:lvl2pPr>
            <a:lvl3pPr>
              <a:buNone/>
              <a:defRPr sz="2000" b="1"/>
            </a:lvl3pPr>
            <a:lvl4pPr>
              <a:buNone/>
              <a:defRPr sz="1800" b="1"/>
            </a:lvl4pPr>
            <a:lvl5pPr>
              <a:buNone/>
              <a:defRPr sz="1800" b="1"/>
            </a:lvl5pPr>
            <a:extLst/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sz="quarter" idx="2"/>
          </p:nvPr>
        </p:nvSpPr>
        <p:spPr>
          <a:xfrm>
            <a:off x="667946" y="1640840"/>
            <a:ext cx="4325112" cy="3955288"/>
          </a:xfrm>
        </p:spPr>
        <p:txBody>
          <a:bodyPr anchor="t"/>
          <a:lstStyle>
            <a:lvl1pPr algn="l">
              <a:defRPr sz="2700"/>
            </a:lvl1pPr>
            <a:lvl2pPr algn="l">
              <a:defRPr sz="2200"/>
            </a:lvl2pPr>
            <a:lvl3pPr algn="l">
              <a:defRPr sz="2000"/>
            </a:lvl3pPr>
            <a:lvl4pPr algn="l">
              <a:defRPr sz="1800"/>
            </a:lvl4pPr>
            <a:lvl5pPr algn="l">
              <a:defRPr sz="1800"/>
            </a:lvl5pPr>
            <a:extLst/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117386" y="1640840"/>
            <a:ext cx="4325112" cy="3955288"/>
          </a:xfrm>
        </p:spPr>
        <p:txBody>
          <a:bodyPr anchor="t"/>
          <a:lstStyle>
            <a:lvl1pPr algn="l">
              <a:defRPr sz="2700"/>
            </a:lvl1pPr>
            <a:lvl2pPr algn="l">
              <a:defRPr sz="2200"/>
            </a:lvl2pPr>
            <a:lvl3pPr algn="l">
              <a:defRPr sz="2000"/>
            </a:lvl3pPr>
            <a:lvl4pPr algn="l">
              <a:defRPr sz="1800"/>
            </a:lvl4pPr>
            <a:lvl5pPr algn="l">
              <a:defRPr sz="1800"/>
            </a:lvl5pPr>
            <a:extLst/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1D8BD707-D9CF-40AE-B4C6-C98DA3205C09}" type="datetimeFigureOut">
              <a:rPr lang="en-US" smtClean="0"/>
              <a:t>1/10/2023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B6F15528-21DE-4FAA-801E-634DDDAF4B2B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1D8BD707-D9CF-40AE-B4C6-C98DA3205C09}" type="datetimeFigureOut">
              <a:rPr lang="en-US" smtClean="0"/>
              <a:t>1/10/2023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B6F15528-21DE-4FAA-801E-634DDDAF4B2B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ounded Rectangle 6"/>
          <p:cNvSpPr/>
          <p:nvPr/>
        </p:nvSpPr>
        <p:spPr>
          <a:xfrm>
            <a:off x="335280" y="373076"/>
            <a:ext cx="9385261" cy="7023062"/>
          </a:xfrm>
          <a:prstGeom prst="roundRect">
            <a:avLst>
              <a:gd name="adj" fmla="val 2081"/>
            </a:avLst>
          </a:prstGeom>
          <a:gradFill flip="none" rotWithShape="1">
            <a:gsLst>
              <a:gs pos="0">
                <a:srgbClr val="FFFFFF">
                  <a:shade val="100000"/>
                </a:srgbClr>
              </a:gs>
              <a:gs pos="98000">
                <a:srgbClr val="FFFFFF">
                  <a:shade val="100000"/>
                </a:srgbClr>
              </a:gs>
              <a:gs pos="99055">
                <a:srgbClr val="FFFFFF">
                  <a:shade val="93000"/>
                </a:srgbClr>
              </a:gs>
              <a:gs pos="100000">
                <a:srgbClr val="FFFFFF">
                  <a:shade val="70000"/>
                </a:srgbClr>
              </a:gs>
            </a:gsLst>
            <a:lin ang="5400000" scaled="1"/>
            <a:tileRect/>
          </a:gradFill>
          <a:ln w="2000" cap="rnd" cmpd="sng" algn="ctr">
            <a:solidFill>
              <a:srgbClr val="302F2C">
                <a:tint val="65000"/>
                <a:satMod val="120000"/>
              </a:srgbClr>
            </a:solidFill>
            <a:prstDash val="solid"/>
          </a:ln>
          <a:effectLst>
            <a:outerShdw blurRad="76200" dist="50800" dir="5400000" algn="tl" rotWithShape="0">
              <a:srgbClr val="000000">
                <a:alpha val="25000"/>
              </a:srgb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lIns="101882" tIns="50941" rIns="101882" bIns="50941"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1D8BD707-D9CF-40AE-B4C6-C98DA3205C09}" type="datetimeFigureOut">
              <a:rPr lang="en-US" smtClean="0"/>
              <a:t>1/10/2023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B6F15528-21DE-4FAA-801E-634DDDAF4B2B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2662" y="604520"/>
            <a:ext cx="3268980" cy="1036320"/>
          </a:xfrm>
        </p:spPr>
        <p:txBody>
          <a:bodyPr anchor="b"/>
          <a:lstStyle>
            <a:lvl1pPr algn="l">
              <a:buNone/>
              <a:defRPr sz="2500" b="1">
                <a:solidFill>
                  <a:schemeClr val="accent1"/>
                </a:solidFill>
              </a:defRPr>
            </a:lvl1pPr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2"/>
          </p:nvPr>
        </p:nvSpPr>
        <p:spPr>
          <a:xfrm>
            <a:off x="6092732" y="1640842"/>
            <a:ext cx="3268980" cy="4766927"/>
          </a:xfrm>
        </p:spPr>
        <p:txBody>
          <a:bodyPr lIns="101882"/>
          <a:lstStyle>
            <a:lvl1pPr marL="20376" marR="20376" indent="0">
              <a:spcBef>
                <a:spcPts val="0"/>
              </a:spcBef>
              <a:buNone/>
              <a:defRPr sz="1600">
                <a:solidFill>
                  <a:schemeClr val="tx1"/>
                </a:solidFill>
              </a:defRPr>
            </a:lvl1pPr>
            <a:lvl2pPr>
              <a:buNone/>
              <a:defRPr sz="1300">
                <a:solidFill>
                  <a:schemeClr val="tx1"/>
                </a:solidFill>
              </a:defRPr>
            </a:lvl2pPr>
            <a:lvl3pPr>
              <a:buNone/>
              <a:defRPr sz="1100">
                <a:solidFill>
                  <a:schemeClr val="tx1"/>
                </a:solidFill>
              </a:defRPr>
            </a:lvl3pPr>
            <a:lvl4pPr>
              <a:buNone/>
              <a:defRPr sz="1000">
                <a:solidFill>
                  <a:schemeClr val="tx1"/>
                </a:solidFill>
              </a:defRPr>
            </a:lvl4pPr>
            <a:lvl5pPr>
              <a:buNone/>
              <a:defRPr sz="1000">
                <a:solidFill>
                  <a:schemeClr val="tx1"/>
                </a:solidFill>
              </a:defRPr>
            </a:lvl5pPr>
            <a:extLst/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1"/>
          </p:nvPr>
        </p:nvSpPr>
        <p:spPr>
          <a:xfrm>
            <a:off x="837510" y="1054163"/>
            <a:ext cx="5088775" cy="5354322"/>
          </a:xfrm>
        </p:spPr>
        <p:txBody>
          <a:bodyPr/>
          <a:lstStyle>
            <a:lvl1pPr>
              <a:defRPr sz="3100">
                <a:solidFill>
                  <a:schemeClr val="tx1"/>
                </a:solidFill>
              </a:defRPr>
            </a:lvl1pPr>
            <a:lvl2pPr>
              <a:defRPr sz="2900">
                <a:solidFill>
                  <a:schemeClr val="tx1"/>
                </a:solidFill>
              </a:defRPr>
            </a:lvl2pPr>
            <a:lvl3pPr>
              <a:defRPr sz="2700">
                <a:solidFill>
                  <a:schemeClr val="tx1"/>
                </a:solidFill>
              </a:defRPr>
            </a:lvl3pPr>
            <a:lvl4pPr>
              <a:defRPr sz="2200">
                <a:solidFill>
                  <a:schemeClr val="tx1"/>
                </a:solidFill>
              </a:defRPr>
            </a:lvl4pPr>
            <a:lvl5pPr>
              <a:defRPr sz="2200">
                <a:solidFill>
                  <a:schemeClr val="tx1"/>
                </a:solidFill>
              </a:defRPr>
            </a:lvl5pPr>
            <a:lvl6pPr>
              <a:buNone/>
              <a:defRPr/>
            </a:lvl6pPr>
            <a:extLst/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1D8BD707-D9CF-40AE-B4C6-C98DA3205C09}" type="datetimeFigureOut">
              <a:rPr lang="en-US" smtClean="0"/>
              <a:t>1/10/2023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B6F15528-21DE-4FAA-801E-634DDDAF4B2B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ounded Rectangle 14"/>
          <p:cNvSpPr/>
          <p:nvPr/>
        </p:nvSpPr>
        <p:spPr>
          <a:xfrm>
            <a:off x="335280" y="373076"/>
            <a:ext cx="9385261" cy="7023062"/>
          </a:xfrm>
          <a:prstGeom prst="roundRect">
            <a:avLst>
              <a:gd name="adj" fmla="val 2081"/>
            </a:avLst>
          </a:prstGeom>
          <a:gradFill flip="none" rotWithShape="1">
            <a:gsLst>
              <a:gs pos="0">
                <a:srgbClr val="FFFFFF">
                  <a:shade val="100000"/>
                </a:srgbClr>
              </a:gs>
              <a:gs pos="98000">
                <a:srgbClr val="FFFFFF">
                  <a:shade val="100000"/>
                </a:srgbClr>
              </a:gs>
              <a:gs pos="99055">
                <a:srgbClr val="FFFFFF">
                  <a:shade val="93000"/>
                </a:srgbClr>
              </a:gs>
              <a:gs pos="100000">
                <a:srgbClr val="FFFFFF">
                  <a:shade val="70000"/>
                </a:srgbClr>
              </a:gs>
            </a:gsLst>
            <a:lin ang="5400000" scaled="1"/>
            <a:tileRect/>
          </a:gradFill>
          <a:ln w="2000" cap="rnd" cmpd="sng" algn="ctr">
            <a:solidFill>
              <a:srgbClr val="302F2C">
                <a:tint val="65000"/>
                <a:satMod val="120000"/>
              </a:srgbClr>
            </a:solidFill>
            <a:prstDash val="solid"/>
          </a:ln>
          <a:effectLst>
            <a:outerShdw blurRad="76200" dist="50800" dir="5400000" algn="tl" rotWithShape="0">
              <a:srgbClr val="000000">
                <a:alpha val="25000"/>
              </a:srgb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lIns="101882" tIns="50941" rIns="101882" bIns="50941"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sp>
        <p:nvSpPr>
          <p:cNvPr id="11" name="Round Single Corner Rectangle 10"/>
          <p:cNvSpPr/>
          <p:nvPr/>
        </p:nvSpPr>
        <p:spPr>
          <a:xfrm>
            <a:off x="7040880" y="492050"/>
            <a:ext cx="2557066" cy="4922520"/>
          </a:xfrm>
          <a:prstGeom prst="round1Rect">
            <a:avLst>
              <a:gd name="adj" fmla="val 2748"/>
            </a:avLst>
          </a:prstGeom>
          <a:solidFill>
            <a:srgbClr val="1C1C1C"/>
          </a:solidFill>
          <a:ln w="889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lIns="101882" tIns="50941" rIns="101882" bIns="50941"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02920" y="5680330"/>
            <a:ext cx="9052560" cy="1191768"/>
          </a:xfrm>
        </p:spPr>
        <p:txBody>
          <a:bodyPr anchor="t"/>
          <a:lstStyle>
            <a:lvl1pPr algn="l">
              <a:buNone/>
              <a:defRPr sz="4000" b="0">
                <a:solidFill>
                  <a:schemeClr val="bg2">
                    <a:shade val="25000"/>
                  </a:schemeClr>
                </a:solidFill>
                <a:effectLst/>
              </a:defRPr>
            </a:lvl1pPr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 bwMode="grayWhite">
          <a:xfrm>
            <a:off x="7108983" y="604520"/>
            <a:ext cx="2464308" cy="4773011"/>
          </a:xfrm>
        </p:spPr>
        <p:txBody>
          <a:bodyPr lIns="101882"/>
          <a:lstStyle>
            <a:lvl1pPr marL="50941" indent="0" algn="l">
              <a:spcBef>
                <a:spcPts val="0"/>
              </a:spcBef>
              <a:buNone/>
              <a:defRPr sz="1600">
                <a:solidFill>
                  <a:srgbClr val="FFFFFF"/>
                </a:solidFill>
              </a:defRPr>
            </a:lvl1pPr>
            <a:lvl2pPr>
              <a:defRPr sz="1300">
                <a:solidFill>
                  <a:srgbClr val="FFFFFF"/>
                </a:solidFill>
              </a:defRPr>
            </a:lvl2pPr>
            <a:lvl3pPr>
              <a:defRPr sz="1100">
                <a:solidFill>
                  <a:srgbClr val="FFFFFF"/>
                </a:solidFill>
              </a:defRPr>
            </a:lvl3pPr>
            <a:lvl4pPr>
              <a:defRPr sz="1000">
                <a:solidFill>
                  <a:srgbClr val="FFFFFF"/>
                </a:solidFill>
              </a:defRPr>
            </a:lvl4pPr>
            <a:lvl5pPr>
              <a:defRPr sz="1000">
                <a:solidFill>
                  <a:srgbClr val="FFFFFF"/>
                </a:solidFill>
              </a:defRPr>
            </a:lvl5pPr>
            <a:extLst/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1D8BD707-D9CF-40AE-B4C6-C98DA3205C09}" type="datetimeFigureOut">
              <a:rPr lang="en-US" smtClean="0"/>
              <a:t>1/10/2023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B6F15528-21DE-4FAA-801E-634DDDAF4B2B}" type="slidenum">
              <a:rPr lang="en-US" smtClean="0"/>
              <a:t>‹#›</a:t>
            </a:fld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463628" y="493870"/>
            <a:ext cx="6517843" cy="4922520"/>
          </a:xfrm>
          <a:prstGeom prst="snipRoundRect">
            <a:avLst>
              <a:gd name="adj1" fmla="val 1040"/>
              <a:gd name="adj2" fmla="val 0"/>
            </a:avLst>
          </a:prstGeom>
          <a:solidFill>
            <a:schemeClr val="bg2">
              <a:shade val="10000"/>
            </a:schemeClr>
          </a:solidFill>
        </p:spPr>
        <p:txBody>
          <a:bodyPr/>
          <a:lstStyle>
            <a:lvl1pPr marL="0" indent="0">
              <a:buNone/>
              <a:defRPr sz="3600"/>
            </a:lvl1pPr>
            <a:extLst/>
          </a:lstStyle>
          <a:p>
            <a:r>
              <a:rPr kumimoji="0" lang="en-US" smtClean="0"/>
              <a:t>Click icon to add picture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53212" y="5647944"/>
            <a:ext cx="9002268" cy="1191768"/>
          </a:xfrm>
        </p:spPr>
        <p:txBody>
          <a:bodyPr/>
          <a:lstStyle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553212" y="601065"/>
            <a:ext cx="9002268" cy="4746346"/>
          </a:xfrm>
        </p:spPr>
        <p:txBody>
          <a:bodyPr vert="eaVert"/>
          <a:lstStyle>
            <a:extLst/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1D8BD707-D9CF-40AE-B4C6-C98DA3205C09}" type="datetimeFigureOut">
              <a:rPr lang="en-US" smtClean="0"/>
              <a:t>1/10/2023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B6F15528-21DE-4FAA-801E-634DDDAF4B2B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292340" y="604525"/>
            <a:ext cx="2179320" cy="5958839"/>
          </a:xfrm>
        </p:spPr>
        <p:txBody>
          <a:bodyPr vert="eaVert"/>
          <a:lstStyle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586740" y="604523"/>
            <a:ext cx="6537960" cy="5958841"/>
          </a:xfrm>
        </p:spPr>
        <p:txBody>
          <a:bodyPr vert="eaVert"/>
          <a:lstStyle>
            <a:extLst/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1D8BD707-D9CF-40AE-B4C6-C98DA3205C09}" type="datetimeFigureOut">
              <a:rPr lang="en-US" smtClean="0"/>
              <a:t>1/10/2023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B6F15528-21DE-4FAA-801E-634DDDAF4B2B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Title</a:t>
            </a:r>
            <a:endParaRPr lang="en-US"/>
          </a:p>
        </p:txBody>
      </p:sp>
      <p:sp>
        <p:nvSpPr>
          <p:cNvPr id="3" name="Text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/>
            <a:r>
              <a:rPr lang="en-US" smtClean="0"/>
              <a:t>Text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6525B2-4347-4F72-BAF7-76B19438D329}" type="datetimeFigureOut">
              <a:rPr lang="en-US" smtClean="0"/>
              <a:t>1/10/2023</a:t>
            </a:fld>
            <a:endParaRPr lang="en-US"/>
          </a:p>
        </p:txBody>
      </p:sp>
      <p:sp>
        <p:nvSpPr>
          <p:cNvPr id="5" name="Foot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F073CC-40D5-4B23-8DF0-9BD0A0C12F2C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ounded Rectangle 6"/>
          <p:cNvSpPr/>
          <p:nvPr/>
        </p:nvSpPr>
        <p:spPr>
          <a:xfrm>
            <a:off x="335280" y="373076"/>
            <a:ext cx="9385261" cy="7023062"/>
          </a:xfrm>
          <a:prstGeom prst="roundRect">
            <a:avLst>
              <a:gd name="adj" fmla="val 2081"/>
            </a:avLst>
          </a:prstGeom>
          <a:gradFill flip="none" rotWithShape="1">
            <a:gsLst>
              <a:gs pos="0">
                <a:srgbClr val="FFFFFF">
                  <a:shade val="100000"/>
                </a:srgbClr>
              </a:gs>
              <a:gs pos="98000">
                <a:srgbClr val="FFFFFF">
                  <a:shade val="100000"/>
                </a:srgbClr>
              </a:gs>
              <a:gs pos="99055">
                <a:srgbClr val="FFFFFF">
                  <a:shade val="93000"/>
                </a:srgbClr>
              </a:gs>
              <a:gs pos="100000">
                <a:srgbClr val="FFFFFF">
                  <a:shade val="70000"/>
                </a:srgbClr>
              </a:gs>
            </a:gsLst>
            <a:lin ang="5400000" scaled="1"/>
            <a:tileRect/>
          </a:gradFill>
          <a:ln w="2000" cap="rnd" cmpd="sng" algn="ctr">
            <a:solidFill>
              <a:srgbClr val="302F2C">
                <a:tint val="65000"/>
                <a:satMod val="120000"/>
              </a:srgbClr>
            </a:solidFill>
            <a:prstDash val="solid"/>
          </a:ln>
          <a:effectLst>
            <a:outerShdw blurRad="76200" dist="50800" dir="5400000" algn="tl" rotWithShape="0">
              <a:srgbClr val="000000">
                <a:alpha val="25000"/>
              </a:srgb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lIns="101882" tIns="50941" rIns="101882" bIns="50941"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sp>
        <p:nvSpPr>
          <p:cNvPr id="9" name="Rounded Rectangle 8"/>
          <p:cNvSpPr/>
          <p:nvPr/>
        </p:nvSpPr>
        <p:spPr>
          <a:xfrm>
            <a:off x="460456" y="492050"/>
            <a:ext cx="9137490" cy="6217920"/>
          </a:xfrm>
          <a:prstGeom prst="roundRect">
            <a:avLst>
              <a:gd name="adj" fmla="val 2127"/>
            </a:avLst>
          </a:prstGeom>
          <a:gradFill rotWithShape="1">
            <a:gsLst>
              <a:gs pos="0">
                <a:schemeClr val="bg1">
                  <a:tint val="75000"/>
                  <a:satMod val="150000"/>
                </a:schemeClr>
              </a:gs>
              <a:gs pos="55000">
                <a:schemeClr val="bg1">
                  <a:shade val="75000"/>
                  <a:satMod val="100000"/>
                </a:schemeClr>
              </a:gs>
              <a:gs pos="100000">
                <a:schemeClr val="bg1">
                  <a:shade val="35000"/>
                  <a:satMod val="100000"/>
                </a:schemeClr>
              </a:gs>
            </a:gsLst>
            <a:path path="circle">
              <a:fillToRect l="50000" t="175000" r="50000" b="-75000"/>
            </a:path>
          </a:gradFill>
          <a:ln w="889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lIns="101882" tIns="50941" rIns="101882" bIns="50941"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sp>
        <p:nvSpPr>
          <p:cNvPr id="13" name="Title Placeholder 12"/>
          <p:cNvSpPr>
            <a:spLocks noGrp="1"/>
          </p:cNvSpPr>
          <p:nvPr>
            <p:ph type="title"/>
          </p:nvPr>
        </p:nvSpPr>
        <p:spPr>
          <a:xfrm>
            <a:off x="553212" y="5650335"/>
            <a:ext cx="9002268" cy="1191768"/>
          </a:xfrm>
          <a:prstGeom prst="rect">
            <a:avLst/>
          </a:prstGeom>
        </p:spPr>
        <p:txBody>
          <a:bodyPr vert="horz" lIns="101882" tIns="50941" rIns="101882" bIns="50941" anchor="b">
            <a:normAutofit/>
          </a:bodyPr>
          <a:lstStyle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idx="1"/>
          </p:nvPr>
        </p:nvSpPr>
        <p:spPr>
          <a:xfrm>
            <a:off x="553212" y="601065"/>
            <a:ext cx="9002268" cy="4746346"/>
          </a:xfrm>
          <a:prstGeom prst="rect">
            <a:avLst/>
          </a:prstGeom>
        </p:spPr>
        <p:txBody>
          <a:bodyPr vert="horz" lIns="203765" tIns="101882" rIns="101882" bIns="50941">
            <a:normAutofit/>
          </a:bodyPr>
          <a:lstStyle>
            <a:extLst/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  <a:p>
            <a:pPr lvl="1" eaLnBrk="1" latinLnBrk="0" hangingPunct="1"/>
            <a:r>
              <a:rPr kumimoji="0" lang="en-US" smtClean="0"/>
              <a:t>Second level</a:t>
            </a:r>
          </a:p>
          <a:p>
            <a:pPr lvl="2" eaLnBrk="1" latinLnBrk="0" hangingPunct="1"/>
            <a:r>
              <a:rPr kumimoji="0" lang="en-US" smtClean="0"/>
              <a:t>Third level</a:t>
            </a:r>
          </a:p>
          <a:p>
            <a:pPr lvl="3" eaLnBrk="1" latinLnBrk="0" hangingPunct="1"/>
            <a:r>
              <a:rPr kumimoji="0" lang="en-US" smtClean="0"/>
              <a:t>Fourth level</a:t>
            </a:r>
          </a:p>
          <a:p>
            <a:pPr lvl="4" eaLnBrk="1" latinLnBrk="0" hangingPunct="1"/>
            <a:r>
              <a:rPr kumimoji="0" lang="en-US" smtClean="0"/>
              <a:t>Fifth level</a:t>
            </a:r>
            <a:endParaRPr kumimoji="0" lang="en-US"/>
          </a:p>
        </p:txBody>
      </p:sp>
      <p:sp>
        <p:nvSpPr>
          <p:cNvPr id="25" name="Date Placeholder 24"/>
          <p:cNvSpPr>
            <a:spLocks noGrp="1"/>
          </p:cNvSpPr>
          <p:nvPr>
            <p:ph type="dt" sz="half" idx="2"/>
          </p:nvPr>
        </p:nvSpPr>
        <p:spPr>
          <a:xfrm>
            <a:off x="4153961" y="6926792"/>
            <a:ext cx="2514600" cy="413808"/>
          </a:xfrm>
          <a:prstGeom prst="rect">
            <a:avLst/>
          </a:prstGeom>
        </p:spPr>
        <p:txBody>
          <a:bodyPr vert="horz" lIns="101882" tIns="50941" rIns="101882" bIns="50941" anchor="b"/>
          <a:lstStyle>
            <a:lvl1pPr algn="r" eaLnBrk="1" latinLnBrk="0" hangingPunct="1">
              <a:defRPr kumimoji="0" sz="1100">
                <a:solidFill>
                  <a:schemeClr val="bg2">
                    <a:shade val="50000"/>
                  </a:schemeClr>
                </a:solidFill>
              </a:defRPr>
            </a:lvl1pPr>
            <a:extLst/>
          </a:lstStyle>
          <a:p>
            <a:fld id="{1D8BD707-D9CF-40AE-B4C6-C98DA3205C09}" type="datetimeFigureOut">
              <a:rPr lang="en-US" smtClean="0"/>
              <a:t>1/10/2023</a:t>
            </a:fld>
            <a:endParaRPr lang="en-US"/>
          </a:p>
        </p:txBody>
      </p:sp>
      <p:sp>
        <p:nvSpPr>
          <p:cNvPr id="18" name="Footer Placeholder 17"/>
          <p:cNvSpPr>
            <a:spLocks noGrp="1"/>
          </p:cNvSpPr>
          <p:nvPr>
            <p:ph type="ftr" sz="quarter" idx="3"/>
          </p:nvPr>
        </p:nvSpPr>
        <p:spPr>
          <a:xfrm>
            <a:off x="6668561" y="6926792"/>
            <a:ext cx="2514600" cy="413808"/>
          </a:xfrm>
          <a:prstGeom prst="rect">
            <a:avLst/>
          </a:prstGeom>
        </p:spPr>
        <p:txBody>
          <a:bodyPr vert="horz" lIns="101882" tIns="50941" rIns="101882" bIns="50941" anchor="b"/>
          <a:lstStyle>
            <a:lvl1pPr algn="l" eaLnBrk="1" latinLnBrk="0" hangingPunct="1">
              <a:defRPr kumimoji="0" sz="1100">
                <a:solidFill>
                  <a:schemeClr val="bg2">
                    <a:shade val="50000"/>
                  </a:schemeClr>
                </a:solidFill>
              </a:defRPr>
            </a:lvl1pPr>
            <a:extLst/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4"/>
          </p:nvPr>
        </p:nvSpPr>
        <p:spPr>
          <a:xfrm>
            <a:off x="9183161" y="6926792"/>
            <a:ext cx="502920" cy="413808"/>
          </a:xfrm>
          <a:prstGeom prst="rect">
            <a:avLst/>
          </a:prstGeom>
        </p:spPr>
        <p:txBody>
          <a:bodyPr vert="horz" lIns="101882" tIns="50941" rIns="101882" bIns="50941" anchor="b"/>
          <a:lstStyle>
            <a:lvl1pPr algn="r" eaLnBrk="1" latinLnBrk="0" hangingPunct="1">
              <a:defRPr kumimoji="0" sz="1100">
                <a:solidFill>
                  <a:schemeClr val="bg2">
                    <a:shade val="50000"/>
                  </a:schemeClr>
                </a:solidFill>
              </a:defRPr>
            </a:lvl1pPr>
            <a:extLst/>
          </a:lstStyle>
          <a:p>
            <a:fld id="{B6F15528-21DE-4FAA-801E-634DDDAF4B2B}" type="slidenum">
              <a:rPr lang="en-US" smtClean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90" r:id="rId1"/>
    <p:sldLayoutId id="2147483691" r:id="rId2"/>
    <p:sldLayoutId id="2147483692" r:id="rId3"/>
    <p:sldLayoutId id="2147483693" r:id="rId4"/>
    <p:sldLayoutId id="2147483694" r:id="rId5"/>
    <p:sldLayoutId id="2147483695" r:id="rId6"/>
    <p:sldLayoutId id="2147483696" r:id="rId7"/>
    <p:sldLayoutId id="2147483697" r:id="rId8"/>
    <p:sldLayoutId id="2147483698" r:id="rId9"/>
    <p:sldLayoutId id="2147483699" r:id="rId10"/>
    <p:sldLayoutId id="2147483700" r:id="rId11"/>
    <p:sldLayoutId id="2147483701" r:id="rId12"/>
  </p:sldLayoutIdLst>
  <p:txStyles>
    <p:titleStyle>
      <a:lvl1pPr algn="l" rtl="0" eaLnBrk="1" latinLnBrk="0" hangingPunct="1">
        <a:spcBef>
          <a:spcPct val="0"/>
        </a:spcBef>
        <a:buNone/>
        <a:defRPr kumimoji="0" sz="4000" b="1" kern="1200">
          <a:solidFill>
            <a:schemeClr val="accent1">
              <a:tint val="88000"/>
              <a:satMod val="150000"/>
            </a:schemeClr>
          </a:solidFill>
          <a:effectLst>
            <a:outerShdw blurRad="53975" dist="22860" dir="5400000" algn="tl" rotWithShape="0">
              <a:srgbClr val="000000">
                <a:alpha val="55000"/>
              </a:srgbClr>
            </a:outerShdw>
          </a:effectLst>
          <a:latin typeface="+mj-lt"/>
          <a:ea typeface="+mj-ea"/>
          <a:cs typeface="+mj-cs"/>
        </a:defRPr>
      </a:lvl1pPr>
      <a:extLst/>
    </p:titleStyle>
    <p:bodyStyle>
      <a:lvl1pPr marL="295459" indent="-295459" algn="l" rtl="0" eaLnBrk="1" latinLnBrk="0" hangingPunct="1">
        <a:spcBef>
          <a:spcPts val="279"/>
        </a:spcBef>
        <a:buClr>
          <a:schemeClr val="accent1"/>
        </a:buClr>
        <a:buSzPct val="80000"/>
        <a:buFont typeface="Wingdings 2"/>
        <a:buChar char=""/>
        <a:defRPr kumimoji="0" sz="3100" kern="1200">
          <a:solidFill>
            <a:schemeClr val="tx1"/>
          </a:solidFill>
          <a:effectLst/>
          <a:latin typeface="+mn-lt"/>
          <a:ea typeface="+mn-ea"/>
          <a:cs typeface="+mn-cs"/>
        </a:defRPr>
      </a:lvl1pPr>
      <a:lvl2pPr marL="611295" indent="-224141" algn="l" rtl="0" eaLnBrk="1" latinLnBrk="0" hangingPunct="1">
        <a:spcBef>
          <a:spcPts val="279"/>
        </a:spcBef>
        <a:buClr>
          <a:schemeClr val="accent1"/>
        </a:buClr>
        <a:buSzPct val="100000"/>
        <a:buFont typeface="Verdana"/>
        <a:buChar char="◦"/>
        <a:defRPr kumimoji="0" sz="2700" kern="1200">
          <a:solidFill>
            <a:schemeClr val="tx1"/>
          </a:solidFill>
          <a:latin typeface="+mn-lt"/>
          <a:ea typeface="+mn-ea"/>
          <a:cs typeface="+mn-cs"/>
        </a:defRPr>
      </a:lvl2pPr>
      <a:lvl3pPr marL="876189" indent="-203765" algn="l" rtl="0" eaLnBrk="1" latinLnBrk="0" hangingPunct="1">
        <a:spcBef>
          <a:spcPts val="279"/>
        </a:spcBef>
        <a:buClr>
          <a:schemeClr val="accent2">
            <a:tint val="85000"/>
            <a:satMod val="285000"/>
          </a:schemeClr>
        </a:buClr>
        <a:buSzPct val="100000"/>
        <a:buFont typeface="Wingdings 2"/>
        <a:buChar char=""/>
        <a:defRPr kumimoji="0" sz="2500" kern="1200">
          <a:solidFill>
            <a:schemeClr val="tx1"/>
          </a:solidFill>
          <a:latin typeface="+mn-lt"/>
          <a:ea typeface="+mn-ea"/>
          <a:cs typeface="+mn-cs"/>
        </a:defRPr>
      </a:lvl3pPr>
      <a:lvl4pPr marL="1141083" indent="-203765" algn="l" rtl="0" eaLnBrk="1" latinLnBrk="0" hangingPunct="1">
        <a:spcBef>
          <a:spcPts val="256"/>
        </a:spcBef>
        <a:buClr>
          <a:schemeClr val="accent2">
            <a:tint val="85000"/>
            <a:satMod val="285000"/>
          </a:schemeClr>
        </a:buClr>
        <a:buSzPct val="112000"/>
        <a:buFont typeface="Verdana"/>
        <a:buChar char="◦"/>
        <a:defRPr kumimoji="0" sz="2100" kern="1200">
          <a:solidFill>
            <a:schemeClr val="tx1"/>
          </a:solidFill>
          <a:latin typeface="+mn-lt"/>
          <a:ea typeface="+mn-ea"/>
          <a:cs typeface="+mn-cs"/>
        </a:defRPr>
      </a:lvl4pPr>
      <a:lvl5pPr marL="1426354" indent="-203765" algn="l" rtl="0" eaLnBrk="1" latinLnBrk="0" hangingPunct="1">
        <a:spcBef>
          <a:spcPts val="279"/>
        </a:spcBef>
        <a:buClr>
          <a:schemeClr val="accent3">
            <a:tint val="85000"/>
            <a:satMod val="275000"/>
          </a:schemeClr>
        </a:buClr>
        <a:buSzPct val="100000"/>
        <a:buFont typeface="Wingdings 2"/>
        <a:buChar char="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1660684" indent="-203765" algn="l" rtl="0" eaLnBrk="1" latinLnBrk="0" hangingPunct="1">
        <a:spcBef>
          <a:spcPts val="279"/>
        </a:spcBef>
        <a:buClr>
          <a:schemeClr val="accent3">
            <a:tint val="85000"/>
            <a:satMod val="275000"/>
          </a:schemeClr>
        </a:buClr>
        <a:buSzPct val="100000"/>
        <a:buFont typeface="Verdana"/>
        <a:buChar char="◦"/>
        <a:defRPr kumimoji="0" sz="1900" kern="1200" baseline="0">
          <a:solidFill>
            <a:schemeClr val="tx1"/>
          </a:solidFill>
          <a:latin typeface="+mn-lt"/>
          <a:ea typeface="+mn-ea"/>
          <a:cs typeface="+mn-cs"/>
        </a:defRPr>
      </a:lvl6pPr>
      <a:lvl7pPr marL="1895014" indent="-203765" algn="l" rtl="0" eaLnBrk="1" latinLnBrk="0" hangingPunct="1">
        <a:spcBef>
          <a:spcPts val="284"/>
        </a:spcBef>
        <a:buClr>
          <a:schemeClr val="accent3">
            <a:tint val="85000"/>
            <a:satMod val="275000"/>
          </a:schemeClr>
        </a:buClr>
        <a:buSzPct val="100000"/>
        <a:buFont typeface="Wingdings 2"/>
        <a:buChar char=""/>
        <a:defRPr kumimoji="0" sz="1700" kern="1200">
          <a:solidFill>
            <a:schemeClr val="tx1"/>
          </a:solidFill>
          <a:latin typeface="+mn-lt"/>
          <a:ea typeface="+mn-ea"/>
          <a:cs typeface="+mn-cs"/>
        </a:defRPr>
      </a:lvl7pPr>
      <a:lvl8pPr marL="2139531" indent="-203765" algn="l" rtl="0" eaLnBrk="1" latinLnBrk="0" hangingPunct="1">
        <a:spcBef>
          <a:spcPts val="286"/>
        </a:spcBef>
        <a:buClr>
          <a:schemeClr val="accent3">
            <a:tint val="85000"/>
            <a:satMod val="275000"/>
          </a:schemeClr>
        </a:buClr>
        <a:buSzPct val="100000"/>
        <a:buFont typeface="Verdana"/>
        <a:buChar char="◦"/>
        <a:defRPr kumimoji="0" sz="1700" kern="1200" baseline="0">
          <a:solidFill>
            <a:schemeClr val="tx1"/>
          </a:solidFill>
          <a:latin typeface="+mn-lt"/>
          <a:ea typeface="+mn-ea"/>
          <a:cs typeface="+mn-cs"/>
        </a:defRPr>
      </a:lvl8pPr>
      <a:lvl9pPr marL="2394238" indent="-203765" algn="l" rtl="0" eaLnBrk="1" latinLnBrk="0" hangingPunct="1">
        <a:spcBef>
          <a:spcPts val="284"/>
        </a:spcBef>
        <a:buClr>
          <a:schemeClr val="accent3">
            <a:tint val="85000"/>
            <a:satMod val="275000"/>
          </a:schemeClr>
        </a:buClr>
        <a:buSzPct val="100000"/>
        <a:buFont typeface="Wingdings 2"/>
        <a:buChar char=""/>
        <a:defRPr kumimoji="0" sz="1700" kern="1200">
          <a:solidFill>
            <a:schemeClr val="tx1"/>
          </a:solidFill>
          <a:latin typeface="+mn-lt"/>
          <a:ea typeface="+mn-ea"/>
          <a:cs typeface="+mn-cs"/>
        </a:defRPr>
      </a:lvl9pPr>
      <a:extLst/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509412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1018824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528237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2037649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547061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3056473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565886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4075298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  <a:extLst/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342899" y="1058281"/>
            <a:ext cx="9294813" cy="3676801"/>
          </a:xfrm>
          <a:prstGeom prst="rect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875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7200" dirty="0" smtClean="0">
                <a:solidFill>
                  <a:srgbClr val="034690"/>
                </a:solidFill>
                <a:latin typeface="Stencil" pitchFamily="82" charset="0"/>
                <a:cs typeface="Verdana"/>
              </a:rPr>
              <a:t>   </a:t>
            </a:r>
            <a:r>
              <a:rPr sz="7200" dirty="0" smtClean="0">
                <a:solidFill>
                  <a:srgbClr val="034690"/>
                </a:solidFill>
                <a:latin typeface="Stencil" pitchFamily="82" charset="0"/>
                <a:cs typeface="Verdana"/>
              </a:rPr>
              <a:t>ACCREDITATION</a:t>
            </a:r>
            <a:endParaRPr sz="7200" dirty="0">
              <a:solidFill>
                <a:srgbClr val="034690"/>
              </a:solidFill>
              <a:latin typeface="Stencil" pitchFamily="82" charset="0"/>
              <a:cs typeface="Verdana"/>
            </a:endParaRPr>
          </a:p>
          <a:p>
            <a:pPr marL="0" marR="0">
              <a:lnSpc>
                <a:spcPts val="8750"/>
              </a:lnSpc>
              <a:spcBef>
                <a:spcPts val="1150"/>
              </a:spcBef>
              <a:spcAft>
                <a:spcPts val="0"/>
              </a:spcAft>
            </a:pPr>
            <a:r>
              <a:rPr lang="en-US" sz="7200" dirty="0" smtClean="0">
                <a:solidFill>
                  <a:srgbClr val="034690"/>
                </a:solidFill>
                <a:latin typeface="Stencil" pitchFamily="82" charset="0"/>
                <a:cs typeface="Verdana"/>
              </a:rPr>
              <a:t>   </a:t>
            </a:r>
            <a:r>
              <a:rPr sz="7200" dirty="0" smtClean="0">
                <a:solidFill>
                  <a:srgbClr val="034690"/>
                </a:solidFill>
                <a:latin typeface="Stencil" pitchFamily="82" charset="0"/>
                <a:cs typeface="Verdana"/>
              </a:rPr>
              <a:t>CANADA</a:t>
            </a:r>
            <a:endParaRPr sz="7200" dirty="0">
              <a:solidFill>
                <a:srgbClr val="034690"/>
              </a:solidFill>
              <a:latin typeface="Stencil" pitchFamily="82" charset="0"/>
              <a:cs typeface="Verdana"/>
            </a:endParaRPr>
          </a:p>
          <a:p>
            <a:pPr marL="0" marR="0">
              <a:lnSpc>
                <a:spcPts val="8750"/>
              </a:lnSpc>
              <a:spcBef>
                <a:spcPts val="1200"/>
              </a:spcBef>
              <a:spcAft>
                <a:spcPts val="0"/>
              </a:spcAft>
            </a:pPr>
            <a:r>
              <a:rPr lang="en-US" sz="7200" dirty="0" smtClean="0">
                <a:solidFill>
                  <a:srgbClr val="034690"/>
                </a:solidFill>
                <a:latin typeface="Stencil" pitchFamily="82" charset="0"/>
                <a:cs typeface="Verdana"/>
              </a:rPr>
              <a:t>   </a:t>
            </a:r>
            <a:r>
              <a:rPr sz="7200" dirty="0" smtClean="0">
                <a:solidFill>
                  <a:srgbClr val="034690"/>
                </a:solidFill>
                <a:latin typeface="Stencil" pitchFamily="82" charset="0"/>
                <a:cs typeface="Verdana"/>
              </a:rPr>
              <a:t>INTERNATIONAL</a:t>
            </a:r>
            <a:endParaRPr sz="7200" dirty="0">
              <a:solidFill>
                <a:srgbClr val="034690"/>
              </a:solidFill>
              <a:latin typeface="Stencil" pitchFamily="82" charset="0"/>
              <a:cs typeface="Verdana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636712" y="5182344"/>
            <a:ext cx="8784976" cy="1538883"/>
          </a:xfrm>
          <a:prstGeom prst="rect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4021"/>
              </a:lnSpc>
              <a:spcBef>
                <a:spcPts val="0"/>
              </a:spcBef>
              <a:spcAft>
                <a:spcPts val="0"/>
              </a:spcAft>
            </a:pPr>
            <a:endParaRPr lang="en-US" sz="3600" dirty="0">
              <a:solidFill>
                <a:srgbClr val="007AFF"/>
              </a:solidFill>
              <a:latin typeface="Arial"/>
              <a:cs typeface="Arial"/>
            </a:endParaRPr>
          </a:p>
          <a:p>
            <a:pPr marL="0" marR="0" algn="ctr">
              <a:lnSpc>
                <a:spcPts val="4021"/>
              </a:lnSpc>
              <a:spcBef>
                <a:spcPts val="0"/>
              </a:spcBef>
              <a:spcAft>
                <a:spcPts val="0"/>
              </a:spcAft>
            </a:pPr>
            <a:r>
              <a:rPr sz="3600" dirty="0" smtClean="0">
                <a:solidFill>
                  <a:srgbClr val="007AFF"/>
                </a:solidFill>
                <a:latin typeface="Arial"/>
                <a:cs typeface="Arial"/>
              </a:rPr>
              <a:t>Required </a:t>
            </a:r>
            <a:r>
              <a:rPr sz="3600" dirty="0">
                <a:solidFill>
                  <a:srgbClr val="007AFF"/>
                </a:solidFill>
                <a:latin typeface="Arial"/>
                <a:cs typeface="Arial"/>
              </a:rPr>
              <a:t>Organizational </a:t>
            </a:r>
            <a:r>
              <a:rPr sz="3600" dirty="0" smtClean="0">
                <a:solidFill>
                  <a:srgbClr val="007AFF"/>
                </a:solidFill>
                <a:latin typeface="Arial"/>
                <a:cs typeface="Arial"/>
              </a:rPr>
              <a:t>Practices</a:t>
            </a:r>
            <a:endParaRPr lang="en-US" sz="3600" dirty="0" smtClean="0">
              <a:solidFill>
                <a:srgbClr val="007AFF"/>
              </a:solidFill>
              <a:latin typeface="Arial"/>
              <a:cs typeface="Arial"/>
            </a:endParaRPr>
          </a:p>
          <a:p>
            <a:pPr marL="0" marR="0" algn="ctr">
              <a:lnSpc>
                <a:spcPts val="4021"/>
              </a:lnSpc>
              <a:spcBef>
                <a:spcPts val="0"/>
              </a:spcBef>
              <a:spcAft>
                <a:spcPts val="0"/>
              </a:spcAft>
            </a:pPr>
            <a:endParaRPr sz="3600" dirty="0">
              <a:solidFill>
                <a:srgbClr val="007AFF"/>
              </a:solidFill>
              <a:latin typeface="Arial"/>
              <a:cs typeface="Arial"/>
            </a:endParaRPr>
          </a:p>
        </p:txBody>
      </p:sp>
    </p:spTree>
  </p:cSld>
  <p:clrMapOvr>
    <a:masterClrMapping/>
  </p:clrMapOvr>
  <p:transition spd="slow">
    <p:push dir="u"/>
  </p:transition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1"/>
          <p:cNvSpPr/>
          <p:nvPr/>
        </p:nvSpPr>
        <p:spPr>
          <a:xfrm>
            <a:off x="0" y="0"/>
            <a:ext cx="12700" cy="1270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342900" y="285800"/>
            <a:ext cx="9166756" cy="3693319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square" lIns="0" tIns="0" rIns="0" bIns="0" rtlCol="0">
            <a:spAutoFit/>
          </a:bodyPr>
          <a:lstStyle/>
          <a:p>
            <a:pPr marL="1177048" marR="0">
              <a:lnSpc>
                <a:spcPts val="8750"/>
              </a:lnSpc>
              <a:spcBef>
                <a:spcPts val="0"/>
              </a:spcBef>
              <a:spcAft>
                <a:spcPts val="0"/>
              </a:spcAft>
            </a:pPr>
            <a:r>
              <a:rPr sz="7200" b="1" dirty="0">
                <a:solidFill>
                  <a:srgbClr val="000000"/>
                </a:solidFill>
                <a:latin typeface="Cooper Black" pitchFamily="18" charset="0"/>
                <a:cs typeface="Verdana"/>
              </a:rPr>
              <a:t>WORKLIFE /</a:t>
            </a:r>
          </a:p>
          <a:p>
            <a:pPr marL="1112304" marR="0">
              <a:lnSpc>
                <a:spcPts val="8750"/>
              </a:lnSpc>
              <a:spcBef>
                <a:spcPts val="0"/>
              </a:spcBef>
              <a:spcAft>
                <a:spcPts val="0"/>
              </a:spcAft>
            </a:pPr>
            <a:r>
              <a:rPr sz="7200" b="1" dirty="0">
                <a:solidFill>
                  <a:srgbClr val="000000"/>
                </a:solidFill>
                <a:latin typeface="Cooper Black" pitchFamily="18" charset="0"/>
                <a:cs typeface="Verdana"/>
              </a:rPr>
              <a:t>WORKFORCE</a:t>
            </a:r>
          </a:p>
          <a:p>
            <a:pPr marL="0" marR="0">
              <a:lnSpc>
                <a:spcPts val="3402"/>
              </a:lnSpc>
              <a:spcBef>
                <a:spcPts val="0"/>
              </a:spcBef>
              <a:spcAft>
                <a:spcPts val="0"/>
              </a:spcAft>
            </a:pPr>
            <a:r>
              <a:rPr sz="2800" b="1" dirty="0">
                <a:solidFill>
                  <a:srgbClr val="000000"/>
                </a:solidFill>
                <a:latin typeface="Verdana"/>
                <a:cs typeface="Verdana"/>
              </a:rPr>
              <a:t>Create a work life and physical environment</a:t>
            </a:r>
          </a:p>
          <a:p>
            <a:pPr marL="161747" marR="0">
              <a:lnSpc>
                <a:spcPts val="3402"/>
              </a:lnSpc>
              <a:spcBef>
                <a:spcPts val="510"/>
              </a:spcBef>
              <a:spcAft>
                <a:spcPts val="0"/>
              </a:spcAft>
            </a:pPr>
            <a:r>
              <a:rPr sz="2800" b="1" dirty="0">
                <a:solidFill>
                  <a:srgbClr val="000000"/>
                </a:solidFill>
                <a:latin typeface="Verdana"/>
                <a:cs typeface="Verdana"/>
              </a:rPr>
              <a:t>that supports the safe delivery of care and</a:t>
            </a:r>
          </a:p>
          <a:p>
            <a:pPr marL="3642829" marR="0">
              <a:lnSpc>
                <a:spcPts val="3402"/>
              </a:lnSpc>
              <a:spcBef>
                <a:spcPts val="510"/>
              </a:spcBef>
              <a:spcAft>
                <a:spcPts val="0"/>
              </a:spcAft>
            </a:pPr>
            <a:r>
              <a:rPr sz="2800" b="1" dirty="0">
                <a:solidFill>
                  <a:srgbClr val="000000"/>
                </a:solidFill>
                <a:latin typeface="Verdana"/>
                <a:cs typeface="Verdana"/>
              </a:rPr>
              <a:t>service</a:t>
            </a:r>
            <a:r>
              <a:rPr sz="2600" dirty="0">
                <a:solidFill>
                  <a:srgbClr val="000000"/>
                </a:solidFill>
                <a:latin typeface="Verdana"/>
                <a:cs typeface="Verdana"/>
              </a:rPr>
              <a:t>.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780729" y="4270006"/>
            <a:ext cx="8352928" cy="2744341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4375"/>
              </a:lnSpc>
              <a:spcBef>
                <a:spcPts val="0"/>
              </a:spcBef>
              <a:spcAft>
                <a:spcPts val="0"/>
              </a:spcAft>
            </a:pPr>
            <a:r>
              <a:rPr sz="3600" b="1" dirty="0">
                <a:solidFill>
                  <a:srgbClr val="000000"/>
                </a:solidFill>
                <a:latin typeface="Cooper Black" pitchFamily="18" charset="0"/>
                <a:cs typeface="Verdana"/>
              </a:rPr>
              <a:t>OUTLINE</a:t>
            </a:r>
            <a:r>
              <a:rPr sz="3600" b="1" dirty="0">
                <a:solidFill>
                  <a:srgbClr val="000000"/>
                </a:solidFill>
                <a:latin typeface="Verdana"/>
                <a:cs typeface="Verdana"/>
              </a:rPr>
              <a:t> :</a:t>
            </a:r>
          </a:p>
          <a:p>
            <a:pPr marL="457200" marR="0" indent="-457200">
              <a:lnSpc>
                <a:spcPts val="3402"/>
              </a:lnSpc>
              <a:spcBef>
                <a:spcPts val="0"/>
              </a:spcBef>
              <a:spcAft>
                <a:spcPts val="0"/>
              </a:spcAft>
              <a:buFont typeface="Wingdings" pitchFamily="2" charset="2"/>
              <a:buChar char="q"/>
            </a:pPr>
            <a:r>
              <a:rPr sz="2800" b="1" dirty="0" smtClean="0">
                <a:solidFill>
                  <a:srgbClr val="000000"/>
                </a:solidFill>
                <a:latin typeface="Verdana"/>
                <a:cs typeface="Verdana"/>
              </a:rPr>
              <a:t>Preventive </a:t>
            </a:r>
            <a:r>
              <a:rPr sz="2800" b="1" dirty="0">
                <a:solidFill>
                  <a:srgbClr val="000000"/>
                </a:solidFill>
                <a:latin typeface="Verdana"/>
                <a:cs typeface="Verdana"/>
              </a:rPr>
              <a:t>maintenance program</a:t>
            </a:r>
          </a:p>
          <a:p>
            <a:pPr marL="457200" marR="0" indent="-457200">
              <a:lnSpc>
                <a:spcPts val="3402"/>
              </a:lnSpc>
              <a:spcBef>
                <a:spcPts val="0"/>
              </a:spcBef>
              <a:spcAft>
                <a:spcPts val="0"/>
              </a:spcAft>
              <a:buFont typeface="Wingdings" pitchFamily="2" charset="2"/>
              <a:buChar char="q"/>
            </a:pPr>
            <a:r>
              <a:rPr sz="2800" b="1" dirty="0" smtClean="0">
                <a:solidFill>
                  <a:srgbClr val="000000"/>
                </a:solidFill>
                <a:latin typeface="OJJLMP+Verdana"/>
                <a:cs typeface="OJJLMP+Verdana"/>
              </a:rPr>
              <a:t>Patient</a:t>
            </a:r>
            <a:r>
              <a:rPr sz="2800" b="1" spc="283" dirty="0" smtClean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2800" b="1" dirty="0">
                <a:solidFill>
                  <a:srgbClr val="000000"/>
                </a:solidFill>
                <a:latin typeface="Verdana"/>
                <a:cs typeface="Verdana"/>
              </a:rPr>
              <a:t>safety </a:t>
            </a:r>
            <a:r>
              <a:rPr sz="2800" b="1" dirty="0" smtClean="0">
                <a:solidFill>
                  <a:srgbClr val="000000"/>
                </a:solidFill>
                <a:latin typeface="Verdana"/>
                <a:cs typeface="Verdana"/>
              </a:rPr>
              <a:t>Education </a:t>
            </a:r>
            <a:r>
              <a:rPr sz="2800" b="1" dirty="0">
                <a:solidFill>
                  <a:srgbClr val="000000"/>
                </a:solidFill>
                <a:latin typeface="Verdana"/>
                <a:cs typeface="Verdana"/>
              </a:rPr>
              <a:t>and training</a:t>
            </a:r>
          </a:p>
          <a:p>
            <a:pPr marL="457200" marR="0" indent="-457200">
              <a:lnSpc>
                <a:spcPts val="3402"/>
              </a:lnSpc>
              <a:spcBef>
                <a:spcPts val="0"/>
              </a:spcBef>
              <a:spcAft>
                <a:spcPts val="0"/>
              </a:spcAft>
              <a:buFont typeface="Wingdings" pitchFamily="2" charset="2"/>
              <a:buChar char="q"/>
            </a:pPr>
            <a:r>
              <a:rPr sz="2800" b="1" dirty="0" smtClean="0">
                <a:solidFill>
                  <a:srgbClr val="000000"/>
                </a:solidFill>
                <a:latin typeface="OJJLMP+Verdana"/>
                <a:cs typeface="OJJLMP+Verdana"/>
              </a:rPr>
              <a:t>Patient</a:t>
            </a:r>
            <a:r>
              <a:rPr sz="2800" b="1" spc="283" dirty="0" smtClean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2800" b="1" dirty="0">
                <a:solidFill>
                  <a:srgbClr val="000000"/>
                </a:solidFill>
                <a:latin typeface="Verdana"/>
                <a:cs typeface="Verdana"/>
              </a:rPr>
              <a:t>safety </a:t>
            </a:r>
            <a:r>
              <a:rPr sz="2800" b="1" dirty="0" smtClean="0">
                <a:solidFill>
                  <a:srgbClr val="000000"/>
                </a:solidFill>
                <a:latin typeface="Verdana"/>
                <a:cs typeface="Verdana"/>
              </a:rPr>
              <a:t>plan</a:t>
            </a:r>
            <a:r>
              <a:rPr lang="en-US" sz="2800" b="1" dirty="0" smtClean="0">
                <a:solidFill>
                  <a:srgbClr val="000000"/>
                </a:solidFill>
                <a:latin typeface="OJJLMP+Verdana"/>
                <a:cs typeface="OJJLMP+Verdana"/>
              </a:rPr>
              <a:t> </a:t>
            </a:r>
          </a:p>
          <a:p>
            <a:pPr marL="457200" indent="-457200">
              <a:lnSpc>
                <a:spcPts val="3402"/>
              </a:lnSpc>
              <a:buFont typeface="Wingdings" pitchFamily="2" charset="2"/>
              <a:buChar char="q"/>
            </a:pPr>
            <a:r>
              <a:rPr lang="en-US" sz="2800" b="1" dirty="0" smtClean="0">
                <a:solidFill>
                  <a:srgbClr val="000000"/>
                </a:solidFill>
                <a:latin typeface="OJJLMP+Verdana"/>
                <a:cs typeface="OJJLMP+Verdana"/>
              </a:rPr>
              <a:t>Workforce</a:t>
            </a:r>
            <a:r>
              <a:rPr lang="en-US" sz="2800" b="1" spc="283" dirty="0" smtClean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sz="2800" b="1" dirty="0">
                <a:solidFill>
                  <a:srgbClr val="000000"/>
                </a:solidFill>
                <a:cs typeface="Verdana"/>
              </a:rPr>
              <a:t>violence </a:t>
            </a:r>
            <a:r>
              <a:rPr lang="en-US" sz="2800" b="1" dirty="0" smtClean="0">
                <a:solidFill>
                  <a:srgbClr val="000000"/>
                </a:solidFill>
                <a:cs typeface="Verdana"/>
              </a:rPr>
              <a:t>prevention</a:t>
            </a:r>
          </a:p>
          <a:p>
            <a:pPr marL="457200" indent="-457200">
              <a:lnSpc>
                <a:spcPts val="3402"/>
              </a:lnSpc>
              <a:buFont typeface="Wingdings" pitchFamily="2" charset="2"/>
              <a:buChar char="q"/>
            </a:pPr>
            <a:r>
              <a:rPr lang="en-US" sz="2800" b="1" dirty="0" smtClean="0">
                <a:solidFill>
                  <a:srgbClr val="000000"/>
                </a:solidFill>
                <a:latin typeface="OJJLMP+Verdana"/>
                <a:cs typeface="OJJLMP+Verdana"/>
              </a:rPr>
              <a:t>Client</a:t>
            </a:r>
            <a:r>
              <a:rPr lang="en-US" sz="2800" b="1" spc="282" dirty="0" smtClean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sz="2800" b="1" dirty="0" smtClean="0">
                <a:solidFill>
                  <a:srgbClr val="000000"/>
                </a:solidFill>
                <a:cs typeface="Verdana"/>
              </a:rPr>
              <a:t>flow</a:t>
            </a:r>
            <a:endParaRPr lang="en-US" sz="2800" b="1" dirty="0">
              <a:solidFill>
                <a:srgbClr val="000000"/>
              </a:solidFill>
              <a:cs typeface="Verdana"/>
            </a:endParaRPr>
          </a:p>
        </p:txBody>
      </p:sp>
    </p:spTree>
  </p:cSld>
  <p:clrMapOvr>
    <a:masterClrMapping/>
  </p:clrMapOvr>
  <p:transition spd="slow">
    <p:push dir="u"/>
  </p:transition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1"/>
          <p:cNvSpPr/>
          <p:nvPr/>
        </p:nvSpPr>
        <p:spPr>
          <a:xfrm>
            <a:off x="342900" y="1125639"/>
            <a:ext cx="9124120" cy="5774634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342900" y="628645"/>
            <a:ext cx="8934772" cy="436017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</p:spPr>
        <p:txBody>
          <a:bodyPr vert="horz" wrap="square" lIns="0" tIns="0" rIns="0" bIns="0" rtlCol="0">
            <a:spAutoFit/>
          </a:bodyPr>
          <a:lstStyle/>
          <a:p>
            <a:pPr marL="0" marR="0" algn="ctr">
              <a:lnSpc>
                <a:spcPts val="3402"/>
              </a:lnSpc>
              <a:spcBef>
                <a:spcPts val="0"/>
              </a:spcBef>
              <a:spcAft>
                <a:spcPts val="0"/>
              </a:spcAft>
            </a:pPr>
            <a:r>
              <a:rPr sz="2800" b="1" dirty="0">
                <a:solidFill>
                  <a:srgbClr val="000000"/>
                </a:solidFill>
                <a:latin typeface="Cooper Black" pitchFamily="18" charset="0"/>
                <a:cs typeface="Verdana"/>
              </a:rPr>
              <a:t>Preventive </a:t>
            </a:r>
            <a:r>
              <a:rPr lang="en-US" sz="2800" b="1" dirty="0" smtClean="0">
                <a:solidFill>
                  <a:srgbClr val="000000"/>
                </a:solidFill>
                <a:latin typeface="Cooper Black" pitchFamily="18" charset="0"/>
                <a:cs typeface="Verdana"/>
              </a:rPr>
              <a:t> </a:t>
            </a:r>
            <a:r>
              <a:rPr sz="2800" b="1" dirty="0" smtClean="0">
                <a:solidFill>
                  <a:srgbClr val="000000"/>
                </a:solidFill>
                <a:latin typeface="Cooper Black" pitchFamily="18" charset="0"/>
                <a:cs typeface="Verdana"/>
              </a:rPr>
              <a:t>Maintenance </a:t>
            </a:r>
            <a:r>
              <a:rPr lang="en-US" sz="2800" b="1" dirty="0" smtClean="0">
                <a:solidFill>
                  <a:srgbClr val="000000"/>
                </a:solidFill>
                <a:latin typeface="Cooper Black" pitchFamily="18" charset="0"/>
                <a:cs typeface="Verdana"/>
              </a:rPr>
              <a:t> </a:t>
            </a:r>
            <a:r>
              <a:rPr sz="2800" b="1" dirty="0" smtClean="0">
                <a:solidFill>
                  <a:srgbClr val="000000"/>
                </a:solidFill>
                <a:latin typeface="Cooper Black" pitchFamily="18" charset="0"/>
                <a:cs typeface="Verdana"/>
              </a:rPr>
              <a:t>Program</a:t>
            </a:r>
            <a:endParaRPr sz="2800" b="1" dirty="0">
              <a:solidFill>
                <a:srgbClr val="000000"/>
              </a:solidFill>
              <a:latin typeface="Cooper Black" pitchFamily="18" charset="0"/>
              <a:cs typeface="Verdana"/>
            </a:endParaRPr>
          </a:p>
        </p:txBody>
      </p:sp>
    </p:spTree>
  </p:cSld>
  <p:clrMapOvr>
    <a:masterClrMapping/>
  </p:clrMapOvr>
  <p:transition spd="slow">
    <p:push dir="u"/>
  </p:transition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342404" y="213792"/>
            <a:ext cx="9583340" cy="1487587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5833"/>
              </a:lnSpc>
              <a:spcBef>
                <a:spcPts val="0"/>
              </a:spcBef>
              <a:spcAft>
                <a:spcPts val="0"/>
              </a:spcAft>
            </a:pPr>
            <a:r>
              <a:rPr sz="5400" b="1" dirty="0">
                <a:solidFill>
                  <a:srgbClr val="000000"/>
                </a:solidFill>
                <a:latin typeface="Cooper Black" pitchFamily="18" charset="0"/>
                <a:cs typeface="Verdana"/>
              </a:rPr>
              <a:t>PATIENT </a:t>
            </a:r>
            <a:r>
              <a:rPr sz="5400" b="1" dirty="0" smtClean="0">
                <a:solidFill>
                  <a:srgbClr val="000000"/>
                </a:solidFill>
                <a:latin typeface="Cooper Black" pitchFamily="18" charset="0"/>
                <a:cs typeface="Verdana"/>
              </a:rPr>
              <a:t>SAFETY:</a:t>
            </a:r>
            <a:r>
              <a:rPr lang="en-US" sz="5400" b="1" dirty="0" smtClean="0">
                <a:solidFill>
                  <a:srgbClr val="000000"/>
                </a:solidFill>
                <a:latin typeface="Cooper Black" pitchFamily="18" charset="0"/>
                <a:cs typeface="Verdana"/>
              </a:rPr>
              <a:t>     </a:t>
            </a:r>
          </a:p>
          <a:p>
            <a:pPr marL="0" marR="0">
              <a:lnSpc>
                <a:spcPts val="5833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5400" b="1" dirty="0">
                <a:solidFill>
                  <a:srgbClr val="000000"/>
                </a:solidFill>
                <a:latin typeface="Arial Rounded MT Bold" pitchFamily="34" charset="0"/>
                <a:cs typeface="Verdana"/>
              </a:rPr>
              <a:t> </a:t>
            </a:r>
            <a:r>
              <a:rPr lang="en-US" sz="5400" b="1" dirty="0" smtClean="0">
                <a:solidFill>
                  <a:srgbClr val="000000"/>
                </a:solidFill>
                <a:latin typeface="Arial Rounded MT Bold" pitchFamily="34" charset="0"/>
                <a:cs typeface="Verdana"/>
              </a:rPr>
              <a:t>   </a:t>
            </a:r>
            <a:r>
              <a:rPr sz="5400" b="1" dirty="0" smtClean="0">
                <a:solidFill>
                  <a:srgbClr val="000000"/>
                </a:solidFill>
                <a:latin typeface="Arial Rounded MT Bold" pitchFamily="34" charset="0"/>
                <a:cs typeface="Verdana"/>
              </a:rPr>
              <a:t>EDUCATION </a:t>
            </a:r>
            <a:r>
              <a:rPr lang="en-US" sz="5400" b="1" dirty="0" smtClean="0">
                <a:solidFill>
                  <a:srgbClr val="000000"/>
                </a:solidFill>
                <a:latin typeface="Arial Rounded MT Bold" pitchFamily="34" charset="0"/>
                <a:cs typeface="Verdana"/>
              </a:rPr>
              <a:t> </a:t>
            </a:r>
            <a:r>
              <a:rPr sz="5400" b="1" dirty="0" smtClean="0">
                <a:solidFill>
                  <a:srgbClr val="000000"/>
                </a:solidFill>
                <a:latin typeface="Arial Rounded MT Bold" pitchFamily="34" charset="0"/>
                <a:cs typeface="Verdana"/>
              </a:rPr>
              <a:t>&amp;</a:t>
            </a:r>
            <a:r>
              <a:rPr lang="en-US" sz="5400" b="1" dirty="0" smtClean="0">
                <a:solidFill>
                  <a:srgbClr val="000000"/>
                </a:solidFill>
                <a:latin typeface="Arial Rounded MT Bold" pitchFamily="34" charset="0"/>
                <a:cs typeface="Verdana"/>
              </a:rPr>
              <a:t>  </a:t>
            </a:r>
            <a:r>
              <a:rPr sz="5400" b="1" dirty="0" smtClean="0">
                <a:solidFill>
                  <a:srgbClr val="000000"/>
                </a:solidFill>
                <a:latin typeface="Arial Rounded MT Bold" pitchFamily="34" charset="0"/>
                <a:cs typeface="Verdana"/>
              </a:rPr>
              <a:t>TRAINING</a:t>
            </a:r>
            <a:endParaRPr sz="5400" b="1" dirty="0">
              <a:solidFill>
                <a:srgbClr val="000000"/>
              </a:solidFill>
              <a:latin typeface="Arial Rounded MT Bold" pitchFamily="34" charset="0"/>
              <a:cs typeface="Verdana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384459" y="2302024"/>
            <a:ext cx="3284653" cy="30777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430"/>
              </a:lnSpc>
              <a:spcBef>
                <a:spcPts val="0"/>
              </a:spcBef>
              <a:spcAft>
                <a:spcPts val="0"/>
              </a:spcAft>
            </a:pPr>
            <a:r>
              <a:rPr sz="3200" dirty="0">
                <a:solidFill>
                  <a:srgbClr val="000000"/>
                </a:solidFill>
                <a:latin typeface="Cooper Black" pitchFamily="18" charset="0"/>
                <a:cs typeface="Verdana"/>
              </a:rPr>
              <a:t>FOCUS AREAS</a:t>
            </a:r>
            <a:r>
              <a:rPr sz="2000" dirty="0" smtClean="0">
                <a:solidFill>
                  <a:srgbClr val="000000"/>
                </a:solidFill>
                <a:latin typeface="Verdana"/>
                <a:cs typeface="Verdana"/>
              </a:rPr>
              <a:t>:</a:t>
            </a:r>
            <a:endParaRPr sz="2000" dirty="0">
              <a:solidFill>
                <a:srgbClr val="000000"/>
              </a:solidFill>
              <a:latin typeface="Verdana"/>
              <a:cs typeface="Verdana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342404" y="3022104"/>
            <a:ext cx="9438828" cy="3731791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vert="horz" wrap="square" lIns="0" tIns="0" rIns="0" bIns="0" rtlCol="0">
            <a:spAutoFit/>
          </a:bodyPr>
          <a:lstStyle/>
          <a:p>
            <a:pPr>
              <a:lnSpc>
                <a:spcPts val="2430"/>
              </a:lnSpc>
            </a:pPr>
            <a:r>
              <a:rPr lang="en-US" sz="3600" b="1" spc="1804" dirty="0" smtClean="0">
                <a:solidFill>
                  <a:srgbClr val="000000"/>
                </a:solidFill>
                <a:latin typeface="Arial Rounded MT Bold" pitchFamily="34" charset="0"/>
                <a:cs typeface="Times New Roman"/>
              </a:rPr>
              <a:t> </a:t>
            </a:r>
          </a:p>
          <a:p>
            <a:pPr marL="571500" indent="-571500">
              <a:lnSpc>
                <a:spcPts val="2430"/>
              </a:lnSpc>
              <a:buFont typeface="Wingdings" pitchFamily="2" charset="2"/>
              <a:buChar char="q"/>
            </a:pPr>
            <a:r>
              <a:rPr lang="en-US" sz="3600" b="1" dirty="0" smtClean="0">
                <a:solidFill>
                  <a:srgbClr val="000000"/>
                </a:solidFill>
                <a:latin typeface="Arial Rounded MT Bold" pitchFamily="34" charset="0"/>
                <a:cs typeface="Verdana"/>
              </a:rPr>
              <a:t>Safe </a:t>
            </a:r>
            <a:r>
              <a:rPr lang="en-US" sz="3600" b="1" dirty="0">
                <a:solidFill>
                  <a:srgbClr val="000000"/>
                </a:solidFill>
                <a:latin typeface="Arial Rounded MT Bold" pitchFamily="34" charset="0"/>
                <a:cs typeface="Verdana"/>
              </a:rPr>
              <a:t>medication </a:t>
            </a:r>
            <a:r>
              <a:rPr lang="en-US" sz="3600" b="1" dirty="0" smtClean="0">
                <a:solidFill>
                  <a:srgbClr val="000000"/>
                </a:solidFill>
                <a:latin typeface="Arial Rounded MT Bold" pitchFamily="34" charset="0"/>
                <a:cs typeface="Verdana"/>
              </a:rPr>
              <a:t>use</a:t>
            </a:r>
          </a:p>
          <a:p>
            <a:pPr>
              <a:lnSpc>
                <a:spcPts val="2430"/>
              </a:lnSpc>
            </a:pPr>
            <a:endParaRPr lang="en-US" sz="3600" b="1" dirty="0" smtClean="0">
              <a:solidFill>
                <a:srgbClr val="000000"/>
              </a:solidFill>
              <a:latin typeface="Arial Rounded MT Bold" pitchFamily="34" charset="0"/>
              <a:cs typeface="AAEMQS+Webdings"/>
            </a:endParaRPr>
          </a:p>
          <a:p>
            <a:pPr marL="571500" marR="0" indent="-571500">
              <a:lnSpc>
                <a:spcPts val="2430"/>
              </a:lnSpc>
              <a:spcBef>
                <a:spcPts val="0"/>
              </a:spcBef>
              <a:spcAft>
                <a:spcPts val="0"/>
              </a:spcAft>
              <a:buFont typeface="Wingdings" pitchFamily="2" charset="2"/>
              <a:buChar char="q"/>
            </a:pPr>
            <a:r>
              <a:rPr sz="3600" b="1" dirty="0" smtClean="0">
                <a:solidFill>
                  <a:srgbClr val="000000"/>
                </a:solidFill>
                <a:latin typeface="Arial Rounded MT Bold" pitchFamily="34" charset="0"/>
                <a:cs typeface="Verdana"/>
              </a:rPr>
              <a:t>Reporting </a:t>
            </a:r>
            <a:r>
              <a:rPr sz="3600" b="1" dirty="0">
                <a:solidFill>
                  <a:srgbClr val="000000"/>
                </a:solidFill>
                <a:latin typeface="Arial Rounded MT Bold" pitchFamily="34" charset="0"/>
                <a:cs typeface="Verdana"/>
              </a:rPr>
              <a:t>safety </a:t>
            </a:r>
            <a:r>
              <a:rPr sz="3600" b="1" dirty="0" smtClean="0">
                <a:solidFill>
                  <a:srgbClr val="000000"/>
                </a:solidFill>
                <a:latin typeface="Arial Rounded MT Bold" pitchFamily="34" charset="0"/>
                <a:cs typeface="Verdana"/>
              </a:rPr>
              <a:t>incidents</a:t>
            </a:r>
            <a:endParaRPr lang="en-US" sz="3600" b="1" dirty="0" smtClean="0">
              <a:solidFill>
                <a:srgbClr val="000000"/>
              </a:solidFill>
              <a:latin typeface="Arial Rounded MT Bold" pitchFamily="34" charset="0"/>
              <a:cs typeface="Verdana"/>
            </a:endParaRPr>
          </a:p>
          <a:p>
            <a:pPr marR="0">
              <a:lnSpc>
                <a:spcPts val="2430"/>
              </a:lnSpc>
              <a:spcBef>
                <a:spcPts val="0"/>
              </a:spcBef>
              <a:spcAft>
                <a:spcPts val="0"/>
              </a:spcAft>
            </a:pPr>
            <a:endParaRPr sz="3600" b="1" dirty="0">
              <a:solidFill>
                <a:srgbClr val="000000"/>
              </a:solidFill>
              <a:latin typeface="Arial Rounded MT Bold" pitchFamily="34" charset="0"/>
              <a:cs typeface="Verdana"/>
            </a:endParaRPr>
          </a:p>
          <a:p>
            <a:pPr marL="571500" marR="0" indent="-571500">
              <a:lnSpc>
                <a:spcPts val="2430"/>
              </a:lnSpc>
              <a:spcBef>
                <a:spcPts val="50"/>
              </a:spcBef>
              <a:spcAft>
                <a:spcPts val="0"/>
              </a:spcAft>
              <a:buFont typeface="Wingdings" pitchFamily="2" charset="2"/>
              <a:buChar char="q"/>
            </a:pPr>
            <a:r>
              <a:rPr sz="3600" b="1" dirty="0" smtClean="0">
                <a:solidFill>
                  <a:srgbClr val="000000"/>
                </a:solidFill>
                <a:latin typeface="Arial Rounded MT Bold" pitchFamily="34" charset="0"/>
                <a:cs typeface="Verdana"/>
              </a:rPr>
              <a:t>Techniques </a:t>
            </a:r>
            <a:r>
              <a:rPr sz="3600" b="1" dirty="0">
                <a:solidFill>
                  <a:srgbClr val="000000"/>
                </a:solidFill>
                <a:latin typeface="Arial Rounded MT Bold" pitchFamily="34" charset="0"/>
                <a:cs typeface="Verdana"/>
              </a:rPr>
              <a:t>for </a:t>
            </a:r>
            <a:r>
              <a:rPr sz="3600" b="1" dirty="0" smtClean="0">
                <a:solidFill>
                  <a:srgbClr val="000000"/>
                </a:solidFill>
                <a:latin typeface="Arial Rounded MT Bold" pitchFamily="34" charset="0"/>
                <a:cs typeface="Verdana"/>
              </a:rPr>
              <a:t>effective</a:t>
            </a:r>
            <a:r>
              <a:rPr lang="en-US" sz="3600" b="1" dirty="0" smtClean="0">
                <a:solidFill>
                  <a:srgbClr val="000000"/>
                </a:solidFill>
                <a:latin typeface="Arial Rounded MT Bold" pitchFamily="34" charset="0"/>
                <a:cs typeface="Verdana"/>
              </a:rPr>
              <a:t> </a:t>
            </a:r>
            <a:r>
              <a:rPr sz="3600" b="1" dirty="0" smtClean="0">
                <a:solidFill>
                  <a:srgbClr val="000000"/>
                </a:solidFill>
                <a:latin typeface="Arial Rounded MT Bold" pitchFamily="34" charset="0"/>
                <a:cs typeface="Verdana"/>
              </a:rPr>
              <a:t>communication</a:t>
            </a:r>
            <a:endParaRPr lang="en-US" sz="3600" b="1" dirty="0" smtClean="0">
              <a:solidFill>
                <a:srgbClr val="000000"/>
              </a:solidFill>
              <a:latin typeface="Arial Rounded MT Bold" pitchFamily="34" charset="0"/>
              <a:cs typeface="Verdana"/>
            </a:endParaRPr>
          </a:p>
          <a:p>
            <a:pPr marR="0">
              <a:lnSpc>
                <a:spcPts val="2430"/>
              </a:lnSpc>
              <a:spcBef>
                <a:spcPts val="50"/>
              </a:spcBef>
              <a:spcAft>
                <a:spcPts val="0"/>
              </a:spcAft>
            </a:pPr>
            <a:endParaRPr sz="3600" b="1" dirty="0">
              <a:solidFill>
                <a:srgbClr val="000000"/>
              </a:solidFill>
              <a:latin typeface="Arial Rounded MT Bold" pitchFamily="34" charset="0"/>
              <a:cs typeface="Verdana"/>
            </a:endParaRPr>
          </a:p>
          <a:p>
            <a:pPr marL="571500" marR="0" indent="-571500">
              <a:lnSpc>
                <a:spcPts val="2430"/>
              </a:lnSpc>
              <a:spcBef>
                <a:spcPts val="0"/>
              </a:spcBef>
              <a:spcAft>
                <a:spcPts val="0"/>
              </a:spcAft>
              <a:buFont typeface="Wingdings" pitchFamily="2" charset="2"/>
              <a:buChar char="q"/>
            </a:pPr>
            <a:r>
              <a:rPr sz="3600" b="1" dirty="0" smtClean="0">
                <a:solidFill>
                  <a:srgbClr val="000000"/>
                </a:solidFill>
                <a:latin typeface="Arial Rounded MT Bold" pitchFamily="34" charset="0"/>
                <a:cs typeface="Verdana"/>
              </a:rPr>
              <a:t>Hand</a:t>
            </a:r>
            <a:r>
              <a:rPr sz="3600" b="1" spc="703" dirty="0" smtClean="0">
                <a:solidFill>
                  <a:srgbClr val="000000"/>
                </a:solidFill>
                <a:latin typeface="Arial Rounded MT Bold" pitchFamily="34" charset="0"/>
                <a:cs typeface="Verdana"/>
              </a:rPr>
              <a:t> </a:t>
            </a:r>
            <a:r>
              <a:rPr sz="3600" b="1" dirty="0">
                <a:solidFill>
                  <a:srgbClr val="000000"/>
                </a:solidFill>
                <a:latin typeface="Arial Rounded MT Bold" pitchFamily="34" charset="0"/>
                <a:cs typeface="Verdana"/>
              </a:rPr>
              <a:t>washing and hand </a:t>
            </a:r>
            <a:r>
              <a:rPr sz="3600" b="1" dirty="0" smtClean="0">
                <a:solidFill>
                  <a:srgbClr val="000000"/>
                </a:solidFill>
                <a:latin typeface="Arial Rounded MT Bold" pitchFamily="34" charset="0"/>
                <a:cs typeface="Verdana"/>
              </a:rPr>
              <a:t>hygiene</a:t>
            </a:r>
            <a:endParaRPr lang="en-US" sz="3600" b="1" dirty="0" smtClean="0">
              <a:solidFill>
                <a:srgbClr val="000000"/>
              </a:solidFill>
              <a:latin typeface="Arial Rounded MT Bold" pitchFamily="34" charset="0"/>
              <a:cs typeface="Verdana"/>
            </a:endParaRPr>
          </a:p>
          <a:p>
            <a:pPr marR="0">
              <a:lnSpc>
                <a:spcPts val="2430"/>
              </a:lnSpc>
              <a:spcBef>
                <a:spcPts val="0"/>
              </a:spcBef>
              <a:spcAft>
                <a:spcPts val="0"/>
              </a:spcAft>
            </a:pPr>
            <a:endParaRPr sz="3600" b="1" dirty="0">
              <a:solidFill>
                <a:srgbClr val="000000"/>
              </a:solidFill>
              <a:latin typeface="Arial Rounded MT Bold" pitchFamily="34" charset="0"/>
              <a:cs typeface="Verdana"/>
            </a:endParaRPr>
          </a:p>
          <a:p>
            <a:pPr marL="571500" marR="0" indent="-571500">
              <a:lnSpc>
                <a:spcPts val="2430"/>
              </a:lnSpc>
              <a:spcBef>
                <a:spcPts val="0"/>
              </a:spcBef>
              <a:spcAft>
                <a:spcPts val="0"/>
              </a:spcAft>
              <a:buFont typeface="Wingdings" pitchFamily="2" charset="2"/>
              <a:buChar char="q"/>
            </a:pPr>
            <a:r>
              <a:rPr sz="3600" b="1" dirty="0" smtClean="0">
                <a:solidFill>
                  <a:srgbClr val="000000"/>
                </a:solidFill>
                <a:latin typeface="Arial Rounded MT Bold" pitchFamily="34" charset="0"/>
                <a:cs typeface="Verdana"/>
              </a:rPr>
              <a:t>Infection </a:t>
            </a:r>
            <a:r>
              <a:rPr sz="3600" b="1" dirty="0">
                <a:solidFill>
                  <a:srgbClr val="000000"/>
                </a:solidFill>
                <a:latin typeface="Arial Rounded MT Bold" pitchFamily="34" charset="0"/>
                <a:cs typeface="Verdana"/>
              </a:rPr>
              <a:t>prevention and </a:t>
            </a:r>
            <a:r>
              <a:rPr sz="3600" b="1" dirty="0" smtClean="0">
                <a:solidFill>
                  <a:srgbClr val="000000"/>
                </a:solidFill>
                <a:latin typeface="Arial Rounded MT Bold" pitchFamily="34" charset="0"/>
                <a:cs typeface="Verdana"/>
              </a:rPr>
              <a:t>control</a:t>
            </a:r>
            <a:endParaRPr lang="en-US" sz="3600" b="1" dirty="0" smtClean="0">
              <a:solidFill>
                <a:srgbClr val="000000"/>
              </a:solidFill>
              <a:latin typeface="Arial Rounded MT Bold" pitchFamily="34" charset="0"/>
              <a:cs typeface="Verdana"/>
            </a:endParaRPr>
          </a:p>
          <a:p>
            <a:pPr marR="0">
              <a:lnSpc>
                <a:spcPts val="2430"/>
              </a:lnSpc>
              <a:spcBef>
                <a:spcPts val="0"/>
              </a:spcBef>
              <a:spcAft>
                <a:spcPts val="0"/>
              </a:spcAft>
            </a:pPr>
            <a:endParaRPr sz="3600" b="1" dirty="0">
              <a:solidFill>
                <a:srgbClr val="000000"/>
              </a:solidFill>
              <a:latin typeface="Arial Rounded MT Bold" pitchFamily="34" charset="0"/>
              <a:cs typeface="Verdana"/>
            </a:endParaRPr>
          </a:p>
          <a:p>
            <a:pPr marL="571500" marR="0" indent="-571500">
              <a:lnSpc>
                <a:spcPts val="2430"/>
              </a:lnSpc>
              <a:spcBef>
                <a:spcPts val="50"/>
              </a:spcBef>
              <a:spcAft>
                <a:spcPts val="0"/>
              </a:spcAft>
              <a:buFont typeface="Wingdings" pitchFamily="2" charset="2"/>
              <a:buChar char="q"/>
            </a:pPr>
            <a:r>
              <a:rPr sz="3600" b="1" dirty="0" smtClean="0">
                <a:solidFill>
                  <a:srgbClr val="000000"/>
                </a:solidFill>
                <a:latin typeface="Arial Rounded MT Bold" pitchFamily="34" charset="0"/>
                <a:cs typeface="Verdana"/>
              </a:rPr>
              <a:t>Equipment </a:t>
            </a:r>
            <a:r>
              <a:rPr sz="3600" b="1" dirty="0">
                <a:solidFill>
                  <a:srgbClr val="000000"/>
                </a:solidFill>
                <a:latin typeface="Arial Rounded MT Bold" pitchFamily="34" charset="0"/>
                <a:cs typeface="Verdana"/>
              </a:rPr>
              <a:t>and facility sterilization</a:t>
            </a:r>
          </a:p>
        </p:txBody>
      </p:sp>
    </p:spTree>
  </p:cSld>
  <p:clrMapOvr>
    <a:masterClrMapping/>
  </p:clrMapOvr>
  <p:transition spd="slow">
    <p:push dir="u"/>
  </p:transition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1"/>
          <p:cNvSpPr/>
          <p:nvPr/>
        </p:nvSpPr>
        <p:spPr>
          <a:xfrm>
            <a:off x="342900" y="628650"/>
            <a:ext cx="9582844" cy="6520068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342900" y="443462"/>
            <a:ext cx="9312644" cy="2487861"/>
          </a:xfrm>
          <a:prstGeom prst="rect">
            <a:avLst/>
          </a:prstGeom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5833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4800" b="1" dirty="0" smtClean="0">
                <a:solidFill>
                  <a:srgbClr val="000000"/>
                </a:solidFill>
                <a:latin typeface="Cooper Black" pitchFamily="18" charset="0"/>
                <a:cs typeface="Verdana"/>
              </a:rPr>
              <a:t>  </a:t>
            </a:r>
            <a:r>
              <a:rPr sz="4800" b="1" dirty="0" smtClean="0">
                <a:solidFill>
                  <a:srgbClr val="000000"/>
                </a:solidFill>
                <a:latin typeface="Cooper Black" pitchFamily="18" charset="0"/>
                <a:cs typeface="Verdana"/>
              </a:rPr>
              <a:t>CLIENT </a:t>
            </a:r>
            <a:r>
              <a:rPr lang="en-US" sz="4800" b="1" dirty="0" smtClean="0">
                <a:solidFill>
                  <a:srgbClr val="000000"/>
                </a:solidFill>
                <a:latin typeface="Cooper Black" pitchFamily="18" charset="0"/>
                <a:cs typeface="Verdana"/>
              </a:rPr>
              <a:t> </a:t>
            </a:r>
            <a:r>
              <a:rPr sz="4800" b="1" dirty="0" smtClean="0">
                <a:solidFill>
                  <a:srgbClr val="000000"/>
                </a:solidFill>
                <a:latin typeface="Cooper Black" pitchFamily="18" charset="0"/>
                <a:cs typeface="Verdana"/>
              </a:rPr>
              <a:t>SAFETY </a:t>
            </a:r>
            <a:r>
              <a:rPr lang="en-US" sz="4800" b="1" dirty="0" smtClean="0">
                <a:solidFill>
                  <a:srgbClr val="000000"/>
                </a:solidFill>
                <a:latin typeface="Cooper Black" pitchFamily="18" charset="0"/>
                <a:cs typeface="Verdana"/>
              </a:rPr>
              <a:t> </a:t>
            </a:r>
            <a:r>
              <a:rPr sz="4800" b="1" dirty="0" smtClean="0">
                <a:solidFill>
                  <a:srgbClr val="000000"/>
                </a:solidFill>
                <a:latin typeface="Cooper Black" pitchFamily="18" charset="0"/>
                <a:cs typeface="Verdana"/>
              </a:rPr>
              <a:t>PLAN</a:t>
            </a:r>
            <a:r>
              <a:rPr sz="4800" b="1" dirty="0">
                <a:solidFill>
                  <a:srgbClr val="000000"/>
                </a:solidFill>
                <a:latin typeface="Verdana"/>
                <a:cs typeface="Verdana"/>
              </a:rPr>
              <a:t>:</a:t>
            </a:r>
          </a:p>
          <a:p>
            <a:pPr marL="0" marR="0">
              <a:lnSpc>
                <a:spcPts val="3402"/>
              </a:lnSpc>
              <a:spcBef>
                <a:spcPts val="0"/>
              </a:spcBef>
              <a:spcAft>
                <a:spcPts val="0"/>
              </a:spcAft>
            </a:pPr>
            <a:r>
              <a:rPr sz="2800" b="1" dirty="0">
                <a:solidFill>
                  <a:srgbClr val="000000"/>
                </a:solidFill>
                <a:latin typeface="Verdana"/>
                <a:cs typeface="Verdana"/>
              </a:rPr>
              <a:t>The organizations develops and </a:t>
            </a:r>
            <a:r>
              <a:rPr sz="2800" b="1" dirty="0" smtClean="0">
                <a:solidFill>
                  <a:srgbClr val="000000"/>
                </a:solidFill>
                <a:latin typeface="Verdana"/>
                <a:cs typeface="Verdana"/>
              </a:rPr>
              <a:t>implements</a:t>
            </a:r>
            <a:endParaRPr lang="en-US" sz="2800" b="1" dirty="0" smtClean="0">
              <a:solidFill>
                <a:srgbClr val="000000"/>
              </a:solidFill>
              <a:latin typeface="Verdana"/>
              <a:cs typeface="Verdana"/>
            </a:endParaRPr>
          </a:p>
          <a:p>
            <a:pPr>
              <a:lnSpc>
                <a:spcPts val="3402"/>
              </a:lnSpc>
            </a:pPr>
            <a:r>
              <a:rPr sz="2800" b="1" dirty="0" smtClean="0">
                <a:solidFill>
                  <a:srgbClr val="000000"/>
                </a:solidFill>
                <a:latin typeface="Verdana"/>
                <a:cs typeface="Verdana"/>
              </a:rPr>
              <a:t> a</a:t>
            </a:r>
            <a:r>
              <a:rPr lang="en-US" sz="2800" b="1" dirty="0" smtClean="0">
                <a:solidFill>
                  <a:srgbClr val="000000"/>
                </a:solidFill>
                <a:latin typeface="Verdana"/>
                <a:cs typeface="Verdana"/>
              </a:rPr>
              <a:t> </a:t>
            </a:r>
            <a:r>
              <a:rPr sz="2800" b="1" dirty="0" smtClean="0">
                <a:solidFill>
                  <a:srgbClr val="000000"/>
                </a:solidFill>
                <a:latin typeface="Verdana"/>
                <a:cs typeface="Verdana"/>
              </a:rPr>
              <a:t>client </a:t>
            </a:r>
            <a:r>
              <a:rPr sz="2800" b="1" dirty="0">
                <a:solidFill>
                  <a:srgbClr val="000000"/>
                </a:solidFill>
                <a:latin typeface="Verdana"/>
                <a:cs typeface="Verdana"/>
              </a:rPr>
              <a:t>safety plan, and </a:t>
            </a:r>
            <a:r>
              <a:rPr sz="2800" b="1" dirty="0" smtClean="0">
                <a:solidFill>
                  <a:srgbClr val="000000"/>
                </a:solidFill>
                <a:latin typeface="Verdana"/>
                <a:cs typeface="Verdana"/>
              </a:rPr>
              <a:t>implements</a:t>
            </a:r>
            <a:r>
              <a:rPr lang="en-US" sz="2800" b="1" dirty="0">
                <a:solidFill>
                  <a:srgbClr val="000000"/>
                </a:solidFill>
                <a:cs typeface="Verdana"/>
              </a:rPr>
              <a:t> improvements to client safety as required</a:t>
            </a:r>
          </a:p>
          <a:p>
            <a:pPr marL="0" marR="0">
              <a:lnSpc>
                <a:spcPts val="3402"/>
              </a:lnSpc>
              <a:spcBef>
                <a:spcPts val="0"/>
              </a:spcBef>
              <a:spcAft>
                <a:spcPts val="0"/>
              </a:spcAft>
            </a:pPr>
            <a:endParaRPr sz="2800" b="1" dirty="0">
              <a:solidFill>
                <a:srgbClr val="000000"/>
              </a:solidFill>
              <a:latin typeface="Verdana"/>
              <a:cs typeface="Verdana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439993" y="2086762"/>
            <a:ext cx="8647246" cy="40145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3402"/>
              </a:lnSpc>
              <a:spcBef>
                <a:spcPts val="0"/>
              </a:spcBef>
              <a:spcAft>
                <a:spcPts val="0"/>
              </a:spcAft>
            </a:pPr>
            <a:r>
              <a:rPr sz="2800" dirty="0" smtClean="0">
                <a:solidFill>
                  <a:srgbClr val="000000"/>
                </a:solidFill>
                <a:latin typeface="Verdana"/>
                <a:cs typeface="Verdana"/>
              </a:rPr>
              <a:t>.</a:t>
            </a:r>
            <a:endParaRPr sz="2800" dirty="0">
              <a:solidFill>
                <a:srgbClr val="000000"/>
              </a:solidFill>
              <a:latin typeface="Verdana"/>
              <a:cs typeface="Verdana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342900" y="2925759"/>
            <a:ext cx="9312644" cy="743793"/>
          </a:xfrm>
          <a:prstGeom prst="rect">
            <a:avLst/>
          </a:prstGeom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5833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4800" b="1" dirty="0" smtClean="0">
                <a:solidFill>
                  <a:srgbClr val="000000"/>
                </a:solidFill>
                <a:latin typeface="Cooper Black" pitchFamily="18" charset="0"/>
                <a:cs typeface="Verdana"/>
              </a:rPr>
              <a:t>    </a:t>
            </a:r>
            <a:r>
              <a:rPr sz="4800" b="1" dirty="0" smtClean="0">
                <a:solidFill>
                  <a:srgbClr val="000000"/>
                </a:solidFill>
                <a:latin typeface="Cooper Black" pitchFamily="18" charset="0"/>
                <a:cs typeface="Verdana"/>
              </a:rPr>
              <a:t>CLIENT</a:t>
            </a:r>
            <a:r>
              <a:rPr lang="en-US" sz="4800" b="1" dirty="0" smtClean="0">
                <a:solidFill>
                  <a:srgbClr val="000000"/>
                </a:solidFill>
                <a:latin typeface="Cooper Black" pitchFamily="18" charset="0"/>
                <a:cs typeface="Verdana"/>
              </a:rPr>
              <a:t> </a:t>
            </a:r>
            <a:r>
              <a:rPr sz="4800" b="1" dirty="0" smtClean="0">
                <a:solidFill>
                  <a:srgbClr val="000000"/>
                </a:solidFill>
                <a:latin typeface="Cooper Black" pitchFamily="18" charset="0"/>
                <a:cs typeface="Verdana"/>
              </a:rPr>
              <a:t> </a:t>
            </a:r>
            <a:r>
              <a:rPr sz="4800" b="1" dirty="0">
                <a:solidFill>
                  <a:srgbClr val="000000"/>
                </a:solidFill>
                <a:latin typeface="Cooper Black" pitchFamily="18" charset="0"/>
                <a:cs typeface="Verdana"/>
              </a:rPr>
              <a:t>SAFETY: </a:t>
            </a:r>
            <a:endParaRPr sz="4800" b="1" dirty="0">
              <a:solidFill>
                <a:srgbClr val="000000"/>
              </a:solidFill>
              <a:latin typeface="Arial Rounded MT Bold" pitchFamily="34" charset="0"/>
              <a:cs typeface="Verdana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228082" y="3676100"/>
            <a:ext cx="9427462" cy="2923877"/>
          </a:xfrm>
          <a:prstGeom prst="rect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5833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4800" b="1" dirty="0" smtClean="0">
                <a:solidFill>
                  <a:srgbClr val="000000"/>
                </a:solidFill>
                <a:latin typeface="Arial Rounded MT Bold" pitchFamily="34" charset="0"/>
                <a:cs typeface="Verdana"/>
              </a:rPr>
              <a:t> ROLES &amp; </a:t>
            </a:r>
            <a:r>
              <a:rPr sz="4800" b="1" dirty="0" smtClean="0">
                <a:solidFill>
                  <a:srgbClr val="000000"/>
                </a:solidFill>
                <a:latin typeface="Arial Rounded MT Bold" pitchFamily="34" charset="0"/>
                <a:cs typeface="Verdana"/>
              </a:rPr>
              <a:t>RESPONSIBILITIES</a:t>
            </a:r>
            <a:endParaRPr sz="4800" b="1" dirty="0">
              <a:solidFill>
                <a:srgbClr val="000000"/>
              </a:solidFill>
              <a:latin typeface="Arial Rounded MT Bold" pitchFamily="34" charset="0"/>
              <a:cs typeface="Verdana"/>
            </a:endParaRPr>
          </a:p>
          <a:p>
            <a:pPr marL="0" marR="0">
              <a:lnSpc>
                <a:spcPts val="3402"/>
              </a:lnSpc>
              <a:spcBef>
                <a:spcPts val="0"/>
              </a:spcBef>
              <a:spcAft>
                <a:spcPts val="0"/>
              </a:spcAft>
            </a:pPr>
            <a:r>
              <a:rPr sz="2800" b="1" dirty="0">
                <a:solidFill>
                  <a:srgbClr val="000000"/>
                </a:solidFill>
                <a:latin typeface="Verdana"/>
                <a:cs typeface="Verdana"/>
              </a:rPr>
              <a:t>The organization clearly defines the roles,</a:t>
            </a:r>
          </a:p>
          <a:p>
            <a:pPr marL="0" marR="0">
              <a:lnSpc>
                <a:spcPts val="3402"/>
              </a:lnSpc>
              <a:spcBef>
                <a:spcPts val="0"/>
              </a:spcBef>
              <a:spcAft>
                <a:spcPts val="0"/>
              </a:spcAft>
            </a:pPr>
            <a:r>
              <a:rPr sz="2800" b="1" dirty="0">
                <a:solidFill>
                  <a:srgbClr val="000000"/>
                </a:solidFill>
                <a:latin typeface="Verdana"/>
                <a:cs typeface="Verdana"/>
              </a:rPr>
              <a:t>responsibilities, and accountabilities of</a:t>
            </a:r>
          </a:p>
          <a:p>
            <a:pPr>
              <a:lnSpc>
                <a:spcPts val="3402"/>
              </a:lnSpc>
            </a:pPr>
            <a:r>
              <a:rPr sz="2800" b="1" dirty="0">
                <a:solidFill>
                  <a:srgbClr val="000000"/>
                </a:solidFill>
                <a:latin typeface="Verdana"/>
                <a:cs typeface="Verdana"/>
              </a:rPr>
              <a:t>leader, staff, service providers, </a:t>
            </a:r>
            <a:r>
              <a:rPr sz="2800" b="1" dirty="0" smtClean="0">
                <a:solidFill>
                  <a:srgbClr val="000000"/>
                </a:solidFill>
                <a:latin typeface="Verdana"/>
                <a:cs typeface="Verdana"/>
              </a:rPr>
              <a:t>and</a:t>
            </a:r>
            <a:r>
              <a:rPr lang="en-US" sz="2800" b="1" dirty="0">
                <a:solidFill>
                  <a:srgbClr val="000000"/>
                </a:solidFill>
                <a:cs typeface="Verdana"/>
              </a:rPr>
              <a:t> volunteers for client care and </a:t>
            </a:r>
            <a:r>
              <a:rPr lang="en-US" sz="2800" b="1" dirty="0" smtClean="0">
                <a:solidFill>
                  <a:srgbClr val="000000"/>
                </a:solidFill>
                <a:cs typeface="Verdana"/>
              </a:rPr>
              <a:t>safety.</a:t>
            </a:r>
            <a:endParaRPr lang="en-US" sz="2800" b="1" dirty="0">
              <a:solidFill>
                <a:srgbClr val="000000"/>
              </a:solidFill>
              <a:cs typeface="Verdana"/>
            </a:endParaRPr>
          </a:p>
          <a:p>
            <a:pPr marL="0" marR="0">
              <a:lnSpc>
                <a:spcPts val="3402"/>
              </a:lnSpc>
              <a:spcBef>
                <a:spcPts val="0"/>
              </a:spcBef>
              <a:spcAft>
                <a:spcPts val="0"/>
              </a:spcAft>
            </a:pPr>
            <a:endParaRPr sz="2800" b="1" dirty="0">
              <a:solidFill>
                <a:srgbClr val="000000"/>
              </a:solidFill>
              <a:latin typeface="Verdana"/>
              <a:cs typeface="Verdana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342900" y="6471737"/>
            <a:ext cx="7517150" cy="40145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3402"/>
              </a:lnSpc>
              <a:spcBef>
                <a:spcPts val="0"/>
              </a:spcBef>
              <a:spcAft>
                <a:spcPts val="0"/>
              </a:spcAft>
            </a:pPr>
            <a:r>
              <a:rPr sz="2800" dirty="0" smtClean="0">
                <a:solidFill>
                  <a:srgbClr val="000000"/>
                </a:solidFill>
                <a:latin typeface="Verdana"/>
                <a:cs typeface="Verdana"/>
              </a:rPr>
              <a:t>.</a:t>
            </a:r>
            <a:endParaRPr sz="2800" dirty="0">
              <a:solidFill>
                <a:srgbClr val="000000"/>
              </a:solidFill>
              <a:latin typeface="Verdana"/>
              <a:cs typeface="Verdana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333524" y="357808"/>
            <a:ext cx="8872140" cy="1519833"/>
          </a:xfrm>
          <a:prstGeom prst="rect">
            <a:avLst/>
          </a:prstGeom>
        </p:spPr>
        <p:style>
          <a:lnRef idx="1">
            <a:schemeClr val="accent6"/>
          </a:lnRef>
          <a:fillRef idx="3">
            <a:schemeClr val="accent6"/>
          </a:fillRef>
          <a:effectRef idx="2">
            <a:schemeClr val="accent6"/>
          </a:effectRef>
          <a:fontRef idx="minor">
            <a:schemeClr val="lt1"/>
          </a:fontRef>
        </p:style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5833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4800" b="1" dirty="0" smtClean="0">
                <a:solidFill>
                  <a:srgbClr val="000000"/>
                </a:solidFill>
                <a:latin typeface="Cooper Black" pitchFamily="18" charset="0"/>
                <a:cs typeface="Verdana"/>
              </a:rPr>
              <a:t>   </a:t>
            </a:r>
            <a:r>
              <a:rPr sz="4800" b="1" dirty="0" smtClean="0">
                <a:solidFill>
                  <a:srgbClr val="000000"/>
                </a:solidFill>
                <a:latin typeface="Cooper Black" pitchFamily="18" charset="0"/>
                <a:cs typeface="Verdana"/>
              </a:rPr>
              <a:t>INT’L </a:t>
            </a:r>
            <a:r>
              <a:rPr lang="en-US" sz="4800" b="1" dirty="0" smtClean="0">
                <a:solidFill>
                  <a:srgbClr val="000000"/>
                </a:solidFill>
                <a:latin typeface="Cooper Black" pitchFamily="18" charset="0"/>
                <a:cs typeface="Verdana"/>
              </a:rPr>
              <a:t> </a:t>
            </a:r>
            <a:r>
              <a:rPr sz="4800" b="1" dirty="0" smtClean="0">
                <a:solidFill>
                  <a:srgbClr val="000000"/>
                </a:solidFill>
                <a:latin typeface="Cooper Black" pitchFamily="18" charset="0"/>
                <a:cs typeface="Verdana"/>
              </a:rPr>
              <a:t>PATIENT </a:t>
            </a:r>
            <a:r>
              <a:rPr lang="en-US" sz="4800" b="1" dirty="0" smtClean="0">
                <a:solidFill>
                  <a:srgbClr val="000000"/>
                </a:solidFill>
                <a:latin typeface="Cooper Black" pitchFamily="18" charset="0"/>
                <a:cs typeface="Verdana"/>
              </a:rPr>
              <a:t> </a:t>
            </a:r>
            <a:r>
              <a:rPr sz="4800" b="1" dirty="0" smtClean="0">
                <a:solidFill>
                  <a:srgbClr val="000000"/>
                </a:solidFill>
                <a:latin typeface="Cooper Black" pitchFamily="18" charset="0"/>
                <a:cs typeface="Verdana"/>
              </a:rPr>
              <a:t>SAFETY</a:t>
            </a:r>
            <a:endParaRPr sz="4800" b="1" dirty="0">
              <a:solidFill>
                <a:srgbClr val="000000"/>
              </a:solidFill>
              <a:latin typeface="Cooper Black" pitchFamily="18" charset="0"/>
              <a:cs typeface="Verdana"/>
            </a:endParaRPr>
          </a:p>
          <a:p>
            <a:pPr marL="0" marR="0">
              <a:lnSpc>
                <a:spcPts val="5833"/>
              </a:lnSpc>
              <a:spcBef>
                <a:spcPts val="50"/>
              </a:spcBef>
              <a:spcAft>
                <a:spcPts val="0"/>
              </a:spcAft>
            </a:pPr>
            <a:r>
              <a:rPr lang="en-US" sz="4800" b="1" dirty="0" smtClean="0">
                <a:solidFill>
                  <a:srgbClr val="000000"/>
                </a:solidFill>
                <a:latin typeface="Cooper Black" pitchFamily="18" charset="0"/>
                <a:cs typeface="Verdana"/>
              </a:rPr>
              <a:t>     </a:t>
            </a:r>
            <a:r>
              <a:rPr sz="4800" b="1" dirty="0" smtClean="0">
                <a:solidFill>
                  <a:srgbClr val="000000"/>
                </a:solidFill>
                <a:latin typeface="Cooper Black" pitchFamily="18" charset="0"/>
                <a:cs typeface="Verdana"/>
              </a:rPr>
              <a:t>GOALS</a:t>
            </a:r>
            <a:r>
              <a:rPr sz="3600" b="1" dirty="0">
                <a:solidFill>
                  <a:srgbClr val="000000"/>
                </a:solidFill>
                <a:latin typeface="Verdana"/>
                <a:cs typeface="Verdana"/>
              </a:rPr>
              <a:t>: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333524" y="2446040"/>
            <a:ext cx="9160172" cy="4514056"/>
          </a:xfrm>
          <a:prstGeom prst="rect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4375"/>
              </a:lnSpc>
              <a:spcBef>
                <a:spcPts val="0"/>
              </a:spcBef>
              <a:spcAft>
                <a:spcPts val="0"/>
              </a:spcAft>
            </a:pPr>
            <a:r>
              <a:rPr sz="4000" b="1" dirty="0">
                <a:solidFill>
                  <a:srgbClr val="000000"/>
                </a:solidFill>
                <a:latin typeface="Arial Rounded MT Bold" pitchFamily="34" charset="0"/>
                <a:cs typeface="Verdana"/>
              </a:rPr>
              <a:t>1.</a:t>
            </a:r>
            <a:r>
              <a:rPr sz="4000" b="1" spc="1324" dirty="0">
                <a:solidFill>
                  <a:srgbClr val="000000"/>
                </a:solidFill>
                <a:latin typeface="Arial Rounded MT Bold" pitchFamily="34" charset="0"/>
                <a:cs typeface="Verdana"/>
              </a:rPr>
              <a:t> </a:t>
            </a:r>
            <a:r>
              <a:rPr sz="4000" b="1" dirty="0">
                <a:solidFill>
                  <a:srgbClr val="000000"/>
                </a:solidFill>
                <a:latin typeface="Arial Rounded MT Bold" pitchFamily="34" charset="0"/>
                <a:cs typeface="Verdana"/>
              </a:rPr>
              <a:t>Identify patients correctly</a:t>
            </a:r>
          </a:p>
          <a:p>
            <a:pPr marL="0" marR="0">
              <a:lnSpc>
                <a:spcPts val="4375"/>
              </a:lnSpc>
              <a:spcBef>
                <a:spcPts val="0"/>
              </a:spcBef>
              <a:spcAft>
                <a:spcPts val="0"/>
              </a:spcAft>
            </a:pPr>
            <a:r>
              <a:rPr sz="4000" b="1" dirty="0">
                <a:solidFill>
                  <a:srgbClr val="000000"/>
                </a:solidFill>
                <a:latin typeface="Arial Rounded MT Bold" pitchFamily="34" charset="0"/>
                <a:cs typeface="Verdana"/>
              </a:rPr>
              <a:t>2.</a:t>
            </a:r>
            <a:r>
              <a:rPr sz="4000" b="1" spc="1324" dirty="0">
                <a:solidFill>
                  <a:srgbClr val="000000"/>
                </a:solidFill>
                <a:latin typeface="Arial Rounded MT Bold" pitchFamily="34" charset="0"/>
                <a:cs typeface="Verdana"/>
              </a:rPr>
              <a:t> </a:t>
            </a:r>
            <a:r>
              <a:rPr sz="4000" b="1" dirty="0">
                <a:solidFill>
                  <a:srgbClr val="000000"/>
                </a:solidFill>
                <a:latin typeface="Arial Rounded MT Bold" pitchFamily="34" charset="0"/>
                <a:cs typeface="Verdana"/>
              </a:rPr>
              <a:t>Improve </a:t>
            </a:r>
            <a:r>
              <a:rPr sz="4000" b="1" dirty="0" smtClean="0">
                <a:solidFill>
                  <a:srgbClr val="000000"/>
                </a:solidFill>
                <a:latin typeface="Arial Rounded MT Bold" pitchFamily="34" charset="0"/>
                <a:cs typeface="Verdana"/>
              </a:rPr>
              <a:t>effective</a:t>
            </a:r>
            <a:r>
              <a:rPr lang="en-US" sz="4000" b="1" dirty="0" smtClean="0">
                <a:solidFill>
                  <a:srgbClr val="000000"/>
                </a:solidFill>
                <a:latin typeface="Arial Rounded MT Bold" pitchFamily="34" charset="0"/>
                <a:cs typeface="Verdana"/>
              </a:rPr>
              <a:t> </a:t>
            </a:r>
            <a:r>
              <a:rPr sz="4000" b="1" dirty="0" smtClean="0">
                <a:solidFill>
                  <a:srgbClr val="000000"/>
                </a:solidFill>
                <a:latin typeface="Arial Rounded MT Bold" pitchFamily="34" charset="0"/>
                <a:cs typeface="Verdana"/>
              </a:rPr>
              <a:t>communication</a:t>
            </a:r>
            <a:r>
              <a:rPr sz="4000" b="1" dirty="0">
                <a:solidFill>
                  <a:srgbClr val="000000"/>
                </a:solidFill>
                <a:latin typeface="Arial Rounded MT Bold" pitchFamily="34" charset="0"/>
                <a:cs typeface="Verdana"/>
              </a:rPr>
              <a:t>.</a:t>
            </a:r>
          </a:p>
          <a:p>
            <a:pPr marL="0" marR="0">
              <a:lnSpc>
                <a:spcPts val="4375"/>
              </a:lnSpc>
              <a:spcBef>
                <a:spcPts val="0"/>
              </a:spcBef>
              <a:spcAft>
                <a:spcPts val="0"/>
              </a:spcAft>
            </a:pPr>
            <a:r>
              <a:rPr sz="4000" b="1" dirty="0">
                <a:solidFill>
                  <a:srgbClr val="000000"/>
                </a:solidFill>
                <a:latin typeface="Arial Rounded MT Bold" pitchFamily="34" charset="0"/>
                <a:cs typeface="Verdana"/>
              </a:rPr>
              <a:t>3.</a:t>
            </a:r>
            <a:r>
              <a:rPr sz="4000" b="1" spc="1324" dirty="0">
                <a:solidFill>
                  <a:srgbClr val="000000"/>
                </a:solidFill>
                <a:latin typeface="Arial Rounded MT Bold" pitchFamily="34" charset="0"/>
                <a:cs typeface="Verdana"/>
              </a:rPr>
              <a:t> </a:t>
            </a:r>
            <a:r>
              <a:rPr sz="4000" b="1" dirty="0">
                <a:solidFill>
                  <a:srgbClr val="000000"/>
                </a:solidFill>
                <a:latin typeface="Arial Rounded MT Bold" pitchFamily="34" charset="0"/>
                <a:cs typeface="Verdana"/>
              </a:rPr>
              <a:t>Improve the safety of </a:t>
            </a:r>
            <a:r>
              <a:rPr sz="4000" b="1" dirty="0" smtClean="0">
                <a:solidFill>
                  <a:srgbClr val="000000"/>
                </a:solidFill>
                <a:latin typeface="Arial Rounded MT Bold" pitchFamily="34" charset="0"/>
                <a:cs typeface="Verdana"/>
              </a:rPr>
              <a:t>high-</a:t>
            </a:r>
            <a:r>
              <a:rPr lang="en-US" sz="4000" b="1" dirty="0">
                <a:solidFill>
                  <a:srgbClr val="000000"/>
                </a:solidFill>
                <a:latin typeface="Arial Rounded MT Bold" pitchFamily="34" charset="0"/>
                <a:cs typeface="Verdana"/>
              </a:rPr>
              <a:t> </a:t>
            </a:r>
            <a:r>
              <a:rPr sz="4000" b="1" dirty="0" smtClean="0">
                <a:solidFill>
                  <a:srgbClr val="000000"/>
                </a:solidFill>
                <a:latin typeface="Arial Rounded MT Bold" pitchFamily="34" charset="0"/>
                <a:cs typeface="Verdana"/>
              </a:rPr>
              <a:t>alert </a:t>
            </a:r>
            <a:endParaRPr lang="en-US" sz="4000" b="1" dirty="0" smtClean="0">
              <a:solidFill>
                <a:srgbClr val="000000"/>
              </a:solidFill>
              <a:latin typeface="Arial Rounded MT Bold" pitchFamily="34" charset="0"/>
              <a:cs typeface="Verdana"/>
            </a:endParaRPr>
          </a:p>
          <a:p>
            <a:pPr marL="0" marR="0">
              <a:lnSpc>
                <a:spcPts val="4375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4000" b="1" dirty="0">
                <a:solidFill>
                  <a:srgbClr val="000000"/>
                </a:solidFill>
                <a:latin typeface="Arial Rounded MT Bold" pitchFamily="34" charset="0"/>
                <a:cs typeface="Verdana"/>
              </a:rPr>
              <a:t> </a:t>
            </a:r>
            <a:r>
              <a:rPr lang="en-US" sz="4000" b="1" dirty="0" smtClean="0">
                <a:solidFill>
                  <a:srgbClr val="000000"/>
                </a:solidFill>
                <a:latin typeface="Arial Rounded MT Bold" pitchFamily="34" charset="0"/>
                <a:cs typeface="Verdana"/>
              </a:rPr>
              <a:t>      </a:t>
            </a:r>
            <a:r>
              <a:rPr sz="4000" b="1" dirty="0" smtClean="0">
                <a:solidFill>
                  <a:srgbClr val="000000"/>
                </a:solidFill>
                <a:latin typeface="Arial Rounded MT Bold" pitchFamily="34" charset="0"/>
                <a:cs typeface="Verdana"/>
              </a:rPr>
              <a:t>medications</a:t>
            </a:r>
            <a:r>
              <a:rPr sz="4000" b="1" dirty="0">
                <a:solidFill>
                  <a:srgbClr val="000000"/>
                </a:solidFill>
                <a:latin typeface="Arial Rounded MT Bold" pitchFamily="34" charset="0"/>
                <a:cs typeface="Verdana"/>
              </a:rPr>
              <a:t>.</a:t>
            </a:r>
          </a:p>
          <a:p>
            <a:pPr>
              <a:lnSpc>
                <a:spcPts val="4375"/>
              </a:lnSpc>
            </a:pPr>
            <a:r>
              <a:rPr sz="4000" b="1" dirty="0">
                <a:solidFill>
                  <a:srgbClr val="000000"/>
                </a:solidFill>
                <a:latin typeface="Arial Rounded MT Bold" pitchFamily="34" charset="0"/>
                <a:cs typeface="Verdana"/>
              </a:rPr>
              <a:t>4.</a:t>
            </a:r>
            <a:r>
              <a:rPr sz="4000" b="1" spc="1324" dirty="0">
                <a:solidFill>
                  <a:srgbClr val="000000"/>
                </a:solidFill>
                <a:latin typeface="Arial Rounded MT Bold" pitchFamily="34" charset="0"/>
                <a:cs typeface="Verdana"/>
              </a:rPr>
              <a:t> </a:t>
            </a:r>
            <a:r>
              <a:rPr sz="4000" b="1" dirty="0">
                <a:solidFill>
                  <a:srgbClr val="000000"/>
                </a:solidFill>
                <a:latin typeface="Arial Rounded MT Bold" pitchFamily="34" charset="0"/>
                <a:cs typeface="Verdana"/>
              </a:rPr>
              <a:t>Ensure safe </a:t>
            </a:r>
            <a:r>
              <a:rPr sz="4000" b="1" dirty="0" smtClean="0">
                <a:solidFill>
                  <a:srgbClr val="000000"/>
                </a:solidFill>
                <a:latin typeface="Arial Rounded MT Bold" pitchFamily="34" charset="0"/>
                <a:cs typeface="Verdana"/>
              </a:rPr>
              <a:t>surgery</a:t>
            </a:r>
            <a:r>
              <a:rPr lang="en-US" sz="4000" b="1" dirty="0">
                <a:solidFill>
                  <a:srgbClr val="000000"/>
                </a:solidFill>
                <a:cs typeface="Verdana"/>
              </a:rPr>
              <a:t> </a:t>
            </a:r>
            <a:endParaRPr lang="en-US" sz="4000" b="1" dirty="0" smtClean="0">
              <a:solidFill>
                <a:srgbClr val="000000"/>
              </a:solidFill>
              <a:cs typeface="Verdana"/>
            </a:endParaRPr>
          </a:p>
          <a:p>
            <a:pPr>
              <a:lnSpc>
                <a:spcPts val="4375"/>
              </a:lnSpc>
            </a:pPr>
            <a:r>
              <a:rPr lang="en-US" sz="4000" b="1" dirty="0" smtClean="0">
                <a:solidFill>
                  <a:srgbClr val="000000"/>
                </a:solidFill>
                <a:latin typeface="Arial Rounded MT Bold" pitchFamily="34" charset="0"/>
                <a:cs typeface="Verdana"/>
              </a:rPr>
              <a:t>5.  Reduce </a:t>
            </a:r>
            <a:r>
              <a:rPr lang="en-US" sz="4000" b="1" dirty="0">
                <a:solidFill>
                  <a:srgbClr val="000000"/>
                </a:solidFill>
                <a:latin typeface="Arial Rounded MT Bold" pitchFamily="34" charset="0"/>
                <a:cs typeface="Verdana"/>
              </a:rPr>
              <a:t>the risk of health care</a:t>
            </a:r>
          </a:p>
          <a:p>
            <a:pPr>
              <a:lnSpc>
                <a:spcPts val="4375"/>
              </a:lnSpc>
            </a:pPr>
            <a:r>
              <a:rPr lang="en-US" sz="4000" b="1" dirty="0" smtClean="0">
                <a:solidFill>
                  <a:srgbClr val="000000"/>
                </a:solidFill>
                <a:latin typeface="Arial Rounded MT Bold" pitchFamily="34" charset="0"/>
                <a:cs typeface="Verdana"/>
              </a:rPr>
              <a:t>       associated </a:t>
            </a:r>
            <a:r>
              <a:rPr lang="en-US" sz="4000" b="1" dirty="0">
                <a:solidFill>
                  <a:srgbClr val="000000"/>
                </a:solidFill>
                <a:latin typeface="Arial Rounded MT Bold" pitchFamily="34" charset="0"/>
                <a:cs typeface="Verdana"/>
              </a:rPr>
              <a:t>infections</a:t>
            </a:r>
            <a:endParaRPr lang="en-US" sz="4000" b="1" dirty="0" smtClean="0">
              <a:solidFill>
                <a:srgbClr val="000000"/>
              </a:solidFill>
              <a:latin typeface="Arial Rounded MT Bold" pitchFamily="34" charset="0"/>
              <a:cs typeface="Verdana"/>
            </a:endParaRPr>
          </a:p>
          <a:p>
            <a:pPr marL="0" marR="0">
              <a:lnSpc>
                <a:spcPts val="4375"/>
              </a:lnSpc>
              <a:spcBef>
                <a:spcPts val="0"/>
              </a:spcBef>
              <a:spcAft>
                <a:spcPts val="0"/>
              </a:spcAft>
            </a:pPr>
            <a:endParaRPr sz="4000" b="1" dirty="0">
              <a:solidFill>
                <a:srgbClr val="000000"/>
              </a:solidFill>
              <a:latin typeface="Arial Rounded MT Bold" pitchFamily="34" charset="0"/>
              <a:cs typeface="Verdana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/>
          <p:nvPr/>
        </p:nvSpPr>
        <p:spPr>
          <a:xfrm>
            <a:off x="666674" y="0"/>
            <a:ext cx="8572965" cy="1519833"/>
          </a:xfrm>
          <a:prstGeom prst="rect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5833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4800" b="1" dirty="0" smtClean="0">
                <a:solidFill>
                  <a:srgbClr val="000000"/>
                </a:solidFill>
                <a:latin typeface="Cooper Black" pitchFamily="18" charset="0"/>
                <a:cs typeface="Verdana"/>
              </a:rPr>
              <a:t> </a:t>
            </a:r>
            <a:r>
              <a:rPr sz="4800" b="1" dirty="0" smtClean="0">
                <a:solidFill>
                  <a:srgbClr val="000000"/>
                </a:solidFill>
                <a:latin typeface="Cooper Black" pitchFamily="18" charset="0"/>
                <a:cs typeface="Verdana"/>
              </a:rPr>
              <a:t>WORKPLACE </a:t>
            </a:r>
            <a:r>
              <a:rPr sz="4800" b="1" dirty="0">
                <a:solidFill>
                  <a:srgbClr val="000000"/>
                </a:solidFill>
                <a:latin typeface="Cooper Black" pitchFamily="18" charset="0"/>
                <a:cs typeface="Verdana"/>
              </a:rPr>
              <a:t>VIOLENCE</a:t>
            </a:r>
          </a:p>
          <a:p>
            <a:pPr marL="0" marR="0">
              <a:lnSpc>
                <a:spcPts val="5833"/>
              </a:lnSpc>
              <a:spcBef>
                <a:spcPts val="50"/>
              </a:spcBef>
              <a:spcAft>
                <a:spcPts val="0"/>
              </a:spcAft>
            </a:pPr>
            <a:r>
              <a:rPr lang="en-US" sz="4800" b="1" dirty="0" smtClean="0">
                <a:solidFill>
                  <a:srgbClr val="000000"/>
                </a:solidFill>
                <a:latin typeface="Cooper Black" pitchFamily="18" charset="0"/>
                <a:cs typeface="Verdana"/>
              </a:rPr>
              <a:t>          </a:t>
            </a:r>
            <a:r>
              <a:rPr sz="4800" b="1" dirty="0" smtClean="0">
                <a:solidFill>
                  <a:srgbClr val="000000"/>
                </a:solidFill>
                <a:latin typeface="Cooper Black" pitchFamily="18" charset="0"/>
                <a:cs typeface="Verdana"/>
              </a:rPr>
              <a:t>PREVENTION</a:t>
            </a:r>
            <a:endParaRPr sz="4800" b="1" dirty="0">
              <a:solidFill>
                <a:srgbClr val="000000"/>
              </a:solidFill>
              <a:latin typeface="Cooper Black" pitchFamily="18" charset="0"/>
              <a:cs typeface="Verdana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412056" y="1525623"/>
            <a:ext cx="8695025" cy="38068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 algn="ctr">
              <a:lnSpc>
                <a:spcPts val="3159"/>
              </a:lnSpc>
              <a:spcBef>
                <a:spcPts val="0"/>
              </a:spcBef>
              <a:spcAft>
                <a:spcPts val="0"/>
              </a:spcAft>
            </a:pPr>
            <a:r>
              <a:rPr sz="2600" b="1" dirty="0">
                <a:solidFill>
                  <a:srgbClr val="000000"/>
                </a:solidFill>
                <a:latin typeface="Arial Rounded MT Bold" pitchFamily="34" charset="0"/>
                <a:cs typeface="Verdana"/>
              </a:rPr>
              <a:t>The organization prevents workplace violence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410433" y="1990704"/>
            <a:ext cx="9352971" cy="1487587"/>
          </a:xfrm>
          <a:prstGeom prst="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5833"/>
              </a:lnSpc>
              <a:spcBef>
                <a:spcPts val="0"/>
              </a:spcBef>
              <a:spcAft>
                <a:spcPts val="0"/>
              </a:spcAft>
            </a:pPr>
            <a:r>
              <a:rPr sz="4800" b="1" dirty="0">
                <a:solidFill>
                  <a:srgbClr val="000000"/>
                </a:solidFill>
                <a:latin typeface="Cooper Black" pitchFamily="18" charset="0"/>
                <a:cs typeface="Verdana"/>
              </a:rPr>
              <a:t>4 classifications </a:t>
            </a:r>
            <a:r>
              <a:rPr sz="4800" b="1" dirty="0" smtClean="0">
                <a:solidFill>
                  <a:srgbClr val="000000"/>
                </a:solidFill>
                <a:latin typeface="Cooper Black" pitchFamily="18" charset="0"/>
                <a:cs typeface="Verdana"/>
              </a:rPr>
              <a:t>of</a:t>
            </a:r>
            <a:r>
              <a:rPr lang="en-US" sz="4800" b="1" dirty="0" smtClean="0">
                <a:solidFill>
                  <a:srgbClr val="000000"/>
                </a:solidFill>
                <a:latin typeface="Cooper Black" pitchFamily="18" charset="0"/>
                <a:cs typeface="Verdana"/>
              </a:rPr>
              <a:t> </a:t>
            </a:r>
            <a:r>
              <a:rPr sz="4800" b="1" dirty="0" smtClean="0">
                <a:solidFill>
                  <a:srgbClr val="000000"/>
                </a:solidFill>
                <a:latin typeface="Cooper Black" pitchFamily="18" charset="0"/>
                <a:cs typeface="Verdana"/>
              </a:rPr>
              <a:t>workplace</a:t>
            </a:r>
            <a:endParaRPr lang="en-US" sz="4800" b="1" dirty="0" smtClean="0">
              <a:solidFill>
                <a:srgbClr val="000000"/>
              </a:solidFill>
              <a:latin typeface="Cooper Black" pitchFamily="18" charset="0"/>
              <a:cs typeface="Verdana"/>
            </a:endParaRPr>
          </a:p>
          <a:p>
            <a:pPr marL="0" marR="0">
              <a:lnSpc>
                <a:spcPts val="5833"/>
              </a:lnSpc>
              <a:spcBef>
                <a:spcPts val="0"/>
              </a:spcBef>
              <a:spcAft>
                <a:spcPts val="0"/>
              </a:spcAft>
            </a:pPr>
            <a:r>
              <a:rPr sz="4800" b="1" dirty="0" smtClean="0">
                <a:solidFill>
                  <a:srgbClr val="000000"/>
                </a:solidFill>
                <a:latin typeface="Cooper Black" pitchFamily="18" charset="0"/>
                <a:cs typeface="Verdana"/>
              </a:rPr>
              <a:t> </a:t>
            </a:r>
            <a:r>
              <a:rPr lang="en-US" sz="4800" b="1" dirty="0" smtClean="0">
                <a:solidFill>
                  <a:srgbClr val="000000"/>
                </a:solidFill>
                <a:latin typeface="Cooper Black" pitchFamily="18" charset="0"/>
                <a:cs typeface="Verdana"/>
              </a:rPr>
              <a:t>              </a:t>
            </a:r>
            <a:r>
              <a:rPr sz="4800" b="1" dirty="0" smtClean="0">
                <a:solidFill>
                  <a:srgbClr val="000000"/>
                </a:solidFill>
                <a:latin typeface="Cooper Black" pitchFamily="18" charset="0"/>
                <a:cs typeface="Verdana"/>
              </a:rPr>
              <a:t>violence</a:t>
            </a:r>
            <a:r>
              <a:rPr sz="4800" b="1" dirty="0">
                <a:solidFill>
                  <a:srgbClr val="000000"/>
                </a:solidFill>
                <a:latin typeface="Verdana"/>
                <a:cs typeface="Verdana"/>
              </a:rPr>
              <a:t>:</a:t>
            </a:r>
          </a:p>
        </p:txBody>
      </p:sp>
      <p:sp>
        <p:nvSpPr>
          <p:cNvPr id="6" name="object 6"/>
          <p:cNvSpPr txBox="1"/>
          <p:nvPr/>
        </p:nvSpPr>
        <p:spPr>
          <a:xfrm>
            <a:off x="329354" y="3707185"/>
            <a:ext cx="9092334" cy="365484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3159"/>
              </a:lnSpc>
            </a:pPr>
            <a:r>
              <a:rPr sz="2600" b="1" dirty="0">
                <a:solidFill>
                  <a:srgbClr val="000000"/>
                </a:solidFill>
                <a:latin typeface="Verdana"/>
                <a:cs typeface="Verdana"/>
              </a:rPr>
              <a:t>1</a:t>
            </a:r>
            <a:r>
              <a:rPr sz="2600" b="1" dirty="0">
                <a:solidFill>
                  <a:srgbClr val="000000"/>
                </a:solidFill>
                <a:latin typeface="Arial Rounded MT Bold" pitchFamily="34" charset="0"/>
                <a:cs typeface="Verdana"/>
              </a:rPr>
              <a:t>.</a:t>
            </a:r>
            <a:r>
              <a:rPr sz="2600" b="1" spc="-76" dirty="0">
                <a:solidFill>
                  <a:srgbClr val="000000"/>
                </a:solidFill>
                <a:latin typeface="Arial Rounded MT Bold" pitchFamily="34" charset="0"/>
                <a:cs typeface="Verdana"/>
              </a:rPr>
              <a:t> </a:t>
            </a:r>
            <a:r>
              <a:rPr sz="3200" b="1" dirty="0">
                <a:solidFill>
                  <a:srgbClr val="000000"/>
                </a:solidFill>
                <a:latin typeface="Arial Rounded MT Bold" pitchFamily="34" charset="0"/>
                <a:cs typeface="Verdana"/>
              </a:rPr>
              <a:t>CRIMINAL </a:t>
            </a:r>
            <a:r>
              <a:rPr sz="3200" b="1" dirty="0" smtClean="0">
                <a:solidFill>
                  <a:srgbClr val="000000"/>
                </a:solidFill>
                <a:latin typeface="Arial Rounded MT Bold" pitchFamily="34" charset="0"/>
                <a:cs typeface="Verdana"/>
              </a:rPr>
              <a:t>INTENT-</a:t>
            </a:r>
            <a:r>
              <a:rPr lang="en-US" sz="2600" b="1" dirty="0">
                <a:solidFill>
                  <a:srgbClr val="000000"/>
                </a:solidFill>
                <a:latin typeface="Arial Rounded MT Bold" pitchFamily="34" charset="0"/>
                <a:cs typeface="Verdana"/>
              </a:rPr>
              <a:t> </a:t>
            </a:r>
            <a:r>
              <a:rPr lang="en-US" sz="2600" dirty="0" smtClean="0">
                <a:solidFill>
                  <a:srgbClr val="000000"/>
                </a:solidFill>
                <a:latin typeface="Arial Rounded MT Bold" pitchFamily="34" charset="0"/>
                <a:cs typeface="Verdana"/>
              </a:rPr>
              <a:t>Perpetrator has no </a:t>
            </a:r>
          </a:p>
          <a:p>
            <a:pPr>
              <a:lnSpc>
                <a:spcPts val="3159"/>
              </a:lnSpc>
            </a:pPr>
            <a:r>
              <a:rPr lang="en-US" sz="2600" dirty="0">
                <a:solidFill>
                  <a:srgbClr val="000000"/>
                </a:solidFill>
                <a:latin typeface="Arial Rounded MT Bold" pitchFamily="34" charset="0"/>
                <a:cs typeface="Verdana"/>
              </a:rPr>
              <a:t> </a:t>
            </a:r>
            <a:r>
              <a:rPr lang="en-US" sz="2600" dirty="0" smtClean="0">
                <a:solidFill>
                  <a:srgbClr val="000000"/>
                </a:solidFill>
                <a:latin typeface="Arial Rounded MT Bold" pitchFamily="34" charset="0"/>
                <a:cs typeface="Verdana"/>
              </a:rPr>
              <a:t>     relationship to the workplace</a:t>
            </a:r>
          </a:p>
          <a:p>
            <a:pPr>
              <a:lnSpc>
                <a:spcPts val="3159"/>
              </a:lnSpc>
            </a:pPr>
            <a:r>
              <a:rPr lang="en-US" sz="2800" dirty="0" smtClean="0">
                <a:solidFill>
                  <a:srgbClr val="000000"/>
                </a:solidFill>
                <a:cs typeface="Verdana"/>
              </a:rPr>
              <a:t>2</a:t>
            </a:r>
            <a:r>
              <a:rPr lang="en-US" sz="2800" dirty="0">
                <a:solidFill>
                  <a:srgbClr val="000000"/>
                </a:solidFill>
                <a:cs typeface="Verdana"/>
              </a:rPr>
              <a:t>.</a:t>
            </a:r>
            <a:r>
              <a:rPr lang="en-US" sz="2800" spc="357" dirty="0">
                <a:solidFill>
                  <a:srgbClr val="000000"/>
                </a:solidFill>
                <a:cs typeface="Verdana"/>
              </a:rPr>
              <a:t> </a:t>
            </a:r>
            <a:r>
              <a:rPr lang="en-US" sz="3200" b="1" dirty="0">
                <a:solidFill>
                  <a:srgbClr val="000000"/>
                </a:solidFill>
                <a:latin typeface="Arial Rounded MT Bold" pitchFamily="34" charset="0"/>
                <a:cs typeface="Verdana"/>
              </a:rPr>
              <a:t>CLIENT OR CUSTOMER</a:t>
            </a:r>
            <a:r>
              <a:rPr lang="en-US" sz="3200" b="1" spc="889" dirty="0">
                <a:solidFill>
                  <a:srgbClr val="000000"/>
                </a:solidFill>
                <a:latin typeface="Arial Rounded MT Bold" pitchFamily="34" charset="0"/>
                <a:cs typeface="Verdana"/>
              </a:rPr>
              <a:t> </a:t>
            </a:r>
            <a:r>
              <a:rPr lang="en-US" sz="3200" b="1" dirty="0" smtClean="0">
                <a:solidFill>
                  <a:srgbClr val="000000"/>
                </a:solidFill>
                <a:cs typeface="Verdana"/>
              </a:rPr>
              <a:t>–</a:t>
            </a:r>
            <a:r>
              <a:rPr lang="en-US" sz="2800" dirty="0" smtClean="0">
                <a:solidFill>
                  <a:srgbClr val="000000"/>
                </a:solidFill>
                <a:latin typeface="Arial Rounded MT Bold" pitchFamily="34" charset="0"/>
                <a:cs typeface="Verdana"/>
              </a:rPr>
              <a:t>a client, visitor </a:t>
            </a:r>
          </a:p>
          <a:p>
            <a:pPr>
              <a:lnSpc>
                <a:spcPts val="3159"/>
              </a:lnSpc>
            </a:pPr>
            <a:r>
              <a:rPr lang="en-US" sz="2800" dirty="0">
                <a:solidFill>
                  <a:srgbClr val="000000"/>
                </a:solidFill>
                <a:latin typeface="Arial Rounded MT Bold" pitchFamily="34" charset="0"/>
                <a:cs typeface="Verdana"/>
              </a:rPr>
              <a:t> </a:t>
            </a:r>
            <a:r>
              <a:rPr lang="en-US" sz="2800" dirty="0" smtClean="0">
                <a:solidFill>
                  <a:srgbClr val="000000"/>
                </a:solidFill>
                <a:latin typeface="Arial Rounded MT Bold" pitchFamily="34" charset="0"/>
                <a:cs typeface="Verdana"/>
              </a:rPr>
              <a:t>     or family member of a client at the </a:t>
            </a:r>
            <a:r>
              <a:rPr lang="en-US" sz="2800" dirty="0" err="1" smtClean="0">
                <a:solidFill>
                  <a:srgbClr val="000000"/>
                </a:solidFill>
                <a:latin typeface="Arial Rounded MT Bold" pitchFamily="34" charset="0"/>
                <a:cs typeface="Verdana"/>
              </a:rPr>
              <a:t>worplace</a:t>
            </a:r>
            <a:endParaRPr lang="en-US" sz="2800" dirty="0">
              <a:solidFill>
                <a:srgbClr val="000000"/>
              </a:solidFill>
              <a:latin typeface="Arial Rounded MT Bold" pitchFamily="34" charset="0"/>
              <a:cs typeface="Verdana"/>
            </a:endParaRPr>
          </a:p>
          <a:p>
            <a:pPr>
              <a:lnSpc>
                <a:spcPts val="3117"/>
              </a:lnSpc>
            </a:pPr>
            <a:r>
              <a:rPr lang="en-US" sz="2800" b="1" dirty="0">
                <a:solidFill>
                  <a:srgbClr val="000000"/>
                </a:solidFill>
                <a:cs typeface="Verdana"/>
              </a:rPr>
              <a:t>3.</a:t>
            </a:r>
            <a:r>
              <a:rPr lang="en-US" sz="2800" b="1" spc="206" dirty="0">
                <a:solidFill>
                  <a:srgbClr val="000000"/>
                </a:solidFill>
                <a:cs typeface="Verdana"/>
              </a:rPr>
              <a:t> </a:t>
            </a:r>
            <a:r>
              <a:rPr lang="en-US" sz="3200" b="1" dirty="0">
                <a:solidFill>
                  <a:srgbClr val="000000"/>
                </a:solidFill>
                <a:latin typeface="Arial Rounded MT Bold" pitchFamily="34" charset="0"/>
                <a:cs typeface="Verdana"/>
              </a:rPr>
              <a:t>WORKER-TO-WORKER</a:t>
            </a:r>
            <a:r>
              <a:rPr lang="en-US" sz="3200" b="1" dirty="0">
                <a:solidFill>
                  <a:srgbClr val="000000"/>
                </a:solidFill>
                <a:cs typeface="Verdana"/>
              </a:rPr>
              <a:t> </a:t>
            </a:r>
            <a:r>
              <a:rPr lang="en-US" sz="2800" dirty="0">
                <a:solidFill>
                  <a:srgbClr val="000000"/>
                </a:solidFill>
                <a:latin typeface="Arial Rounded MT Bold" pitchFamily="34" charset="0"/>
                <a:cs typeface="Verdana"/>
              </a:rPr>
              <a:t>--- </a:t>
            </a:r>
            <a:r>
              <a:rPr lang="en-US" sz="2800" dirty="0" smtClean="0">
                <a:solidFill>
                  <a:srgbClr val="000000"/>
                </a:solidFill>
                <a:latin typeface="Arial Rounded MT Bold" pitchFamily="34" charset="0"/>
                <a:cs typeface="Verdana"/>
              </a:rPr>
              <a:t>a perpetrator is </a:t>
            </a:r>
          </a:p>
          <a:p>
            <a:pPr>
              <a:lnSpc>
                <a:spcPts val="3117"/>
              </a:lnSpc>
            </a:pPr>
            <a:r>
              <a:rPr lang="en-US" sz="2800" dirty="0">
                <a:solidFill>
                  <a:srgbClr val="000000"/>
                </a:solidFill>
                <a:latin typeface="Arial Rounded MT Bold" pitchFamily="34" charset="0"/>
                <a:cs typeface="Verdana"/>
              </a:rPr>
              <a:t> </a:t>
            </a:r>
            <a:r>
              <a:rPr lang="en-US" sz="2800" dirty="0" smtClean="0">
                <a:solidFill>
                  <a:srgbClr val="000000"/>
                </a:solidFill>
                <a:latin typeface="Arial Rounded MT Bold" pitchFamily="34" charset="0"/>
                <a:cs typeface="Verdana"/>
              </a:rPr>
              <a:t>     an employee or past employee of the </a:t>
            </a:r>
            <a:r>
              <a:rPr lang="en-US" sz="2800" dirty="0" err="1" smtClean="0">
                <a:solidFill>
                  <a:srgbClr val="000000"/>
                </a:solidFill>
                <a:latin typeface="Arial Rounded MT Bold" pitchFamily="34" charset="0"/>
                <a:cs typeface="Verdana"/>
              </a:rPr>
              <a:t>worplace</a:t>
            </a:r>
            <a:endParaRPr lang="en-US" sz="2800" dirty="0">
              <a:solidFill>
                <a:srgbClr val="000000"/>
              </a:solidFill>
              <a:latin typeface="Arial Rounded MT Bold" pitchFamily="34" charset="0"/>
              <a:cs typeface="Verdana"/>
            </a:endParaRPr>
          </a:p>
          <a:p>
            <a:pPr>
              <a:lnSpc>
                <a:spcPts val="3117"/>
              </a:lnSpc>
              <a:spcBef>
                <a:spcPts val="50"/>
              </a:spcBef>
            </a:pPr>
            <a:r>
              <a:rPr lang="en-US" sz="3200" dirty="0">
                <a:solidFill>
                  <a:srgbClr val="000000"/>
                </a:solidFill>
                <a:latin typeface="Arial Rounded MT Bold" pitchFamily="34" charset="0"/>
                <a:cs typeface="Verdana"/>
              </a:rPr>
              <a:t>4.</a:t>
            </a:r>
            <a:r>
              <a:rPr lang="en-US" sz="3200" spc="972" dirty="0">
                <a:solidFill>
                  <a:srgbClr val="000000"/>
                </a:solidFill>
                <a:latin typeface="Arial Rounded MT Bold" pitchFamily="34" charset="0"/>
                <a:cs typeface="Verdana"/>
              </a:rPr>
              <a:t> </a:t>
            </a:r>
            <a:r>
              <a:rPr lang="en-US" sz="3200" b="1" dirty="0">
                <a:solidFill>
                  <a:srgbClr val="000000"/>
                </a:solidFill>
                <a:latin typeface="Arial Rounded MT Bold" pitchFamily="34" charset="0"/>
                <a:cs typeface="Verdana"/>
              </a:rPr>
              <a:t>PERSONAL RELATIONSHIP </a:t>
            </a:r>
            <a:r>
              <a:rPr lang="en-US" sz="2800" b="1" dirty="0" smtClean="0">
                <a:solidFill>
                  <a:srgbClr val="000000"/>
                </a:solidFill>
                <a:latin typeface="Arial Rounded MT Bold" pitchFamily="34" charset="0"/>
                <a:cs typeface="Verdana"/>
              </a:rPr>
              <a:t>– </a:t>
            </a:r>
            <a:r>
              <a:rPr lang="en-US" sz="2800" dirty="0" smtClean="0">
                <a:solidFill>
                  <a:srgbClr val="000000"/>
                </a:solidFill>
                <a:latin typeface="Arial Rounded MT Bold" pitchFamily="34" charset="0"/>
                <a:cs typeface="Verdana"/>
              </a:rPr>
              <a:t>a perpetrator</a:t>
            </a:r>
          </a:p>
          <a:p>
            <a:pPr>
              <a:lnSpc>
                <a:spcPts val="3117"/>
              </a:lnSpc>
              <a:spcBef>
                <a:spcPts val="50"/>
              </a:spcBef>
            </a:pPr>
            <a:r>
              <a:rPr lang="en-US" sz="2800" dirty="0">
                <a:solidFill>
                  <a:srgbClr val="000000"/>
                </a:solidFill>
                <a:latin typeface="Arial Rounded MT Bold" pitchFamily="34" charset="0"/>
                <a:cs typeface="Verdana"/>
              </a:rPr>
              <a:t> </a:t>
            </a:r>
            <a:r>
              <a:rPr lang="en-US" sz="2800" dirty="0" smtClean="0">
                <a:solidFill>
                  <a:srgbClr val="000000"/>
                </a:solidFill>
                <a:latin typeface="Arial Rounded MT Bold" pitchFamily="34" charset="0"/>
                <a:cs typeface="Verdana"/>
              </a:rPr>
              <a:t>       has </a:t>
            </a:r>
            <a:r>
              <a:rPr lang="en-US" sz="2800" dirty="0">
                <a:solidFill>
                  <a:srgbClr val="000000"/>
                </a:solidFill>
                <a:latin typeface="Arial Rounded MT Bold" pitchFamily="34" charset="0"/>
                <a:cs typeface="Verdana"/>
              </a:rPr>
              <a:t> </a:t>
            </a:r>
            <a:r>
              <a:rPr lang="en-US" sz="2800" dirty="0" smtClean="0">
                <a:solidFill>
                  <a:srgbClr val="000000"/>
                </a:solidFill>
                <a:latin typeface="Arial Rounded MT Bold" pitchFamily="34" charset="0"/>
                <a:cs typeface="Verdana"/>
              </a:rPr>
              <a:t>a  relationship w/ an employee</a:t>
            </a:r>
            <a:endParaRPr lang="en-US" sz="2800" dirty="0">
              <a:solidFill>
                <a:srgbClr val="000000"/>
              </a:solidFill>
              <a:latin typeface="Arial Rounded MT Bold" pitchFamily="34" charset="0"/>
              <a:cs typeface="Verdana"/>
            </a:endParaRPr>
          </a:p>
          <a:p>
            <a:pPr marL="0" marR="0">
              <a:lnSpc>
                <a:spcPts val="3159"/>
              </a:lnSpc>
              <a:spcBef>
                <a:spcPts val="0"/>
              </a:spcBef>
              <a:spcAft>
                <a:spcPts val="0"/>
              </a:spcAft>
            </a:pPr>
            <a:r>
              <a:rPr sz="2800" spc="1776" dirty="0" smtClean="0">
                <a:solidFill>
                  <a:srgbClr val="000000"/>
                </a:solidFill>
                <a:latin typeface="Arial Rounded MT Bold" pitchFamily="34" charset="0"/>
                <a:cs typeface="Verdana"/>
              </a:rPr>
              <a:t> </a:t>
            </a:r>
            <a:endParaRPr lang="en-US" sz="2800" dirty="0" smtClean="0">
              <a:solidFill>
                <a:srgbClr val="000000"/>
              </a:solidFill>
              <a:latin typeface="Arial Rounded MT Bold" pitchFamily="34" charset="0"/>
              <a:cs typeface="Verdana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1038435" y="6255668"/>
            <a:ext cx="5991435" cy="37689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3159"/>
              </a:lnSpc>
              <a:spcBef>
                <a:spcPts val="0"/>
              </a:spcBef>
              <a:spcAft>
                <a:spcPts val="0"/>
              </a:spcAft>
            </a:pPr>
            <a:r>
              <a:rPr sz="2600" b="1" dirty="0" smtClean="0">
                <a:solidFill>
                  <a:srgbClr val="000000"/>
                </a:solidFill>
                <a:latin typeface="Verdana"/>
                <a:cs typeface="Verdana"/>
              </a:rPr>
              <a:t>.</a:t>
            </a:r>
            <a:endParaRPr sz="2600" b="1" dirty="0">
              <a:solidFill>
                <a:srgbClr val="000000"/>
              </a:solidFill>
              <a:latin typeface="Verdana"/>
              <a:cs typeface="Verdana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348680" y="213792"/>
            <a:ext cx="9505056" cy="6771084"/>
          </a:xfrm>
          <a:prstGeom prst="rect">
            <a:avLst/>
          </a:prstGeom>
          <a:ln/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vert="horz" wrap="square" lIns="0" tIns="0" rIns="0" bIns="0" rtlCol="0">
            <a:spAutoFit/>
          </a:bodyPr>
          <a:lstStyle/>
          <a:p>
            <a:pPr>
              <a:lnSpc>
                <a:spcPts val="4375"/>
              </a:lnSpc>
            </a:pPr>
            <a:r>
              <a:rPr lang="en-US" sz="4400" b="1" dirty="0" smtClean="0">
                <a:solidFill>
                  <a:srgbClr val="000000"/>
                </a:solidFill>
                <a:latin typeface="Cooper Black" pitchFamily="18" charset="0"/>
                <a:cs typeface="Verdana"/>
              </a:rPr>
              <a:t>CODE  WHITE</a:t>
            </a:r>
          </a:p>
          <a:p>
            <a:pPr>
              <a:lnSpc>
                <a:spcPts val="4375"/>
              </a:lnSpc>
            </a:pPr>
            <a:endParaRPr lang="en-US" sz="4400" b="1" dirty="0" smtClean="0">
              <a:solidFill>
                <a:srgbClr val="000000"/>
              </a:solidFill>
              <a:latin typeface="Cooper Black" pitchFamily="18" charset="0"/>
              <a:cs typeface="Verdana"/>
            </a:endParaRPr>
          </a:p>
          <a:p>
            <a:pPr marL="457200" indent="-457200">
              <a:lnSpc>
                <a:spcPts val="4375"/>
              </a:lnSpc>
              <a:buFont typeface="Wingdings" pitchFamily="2" charset="2"/>
              <a:buChar char="v"/>
            </a:pPr>
            <a:r>
              <a:rPr lang="en-US" sz="3200" b="1" dirty="0" smtClean="0">
                <a:solidFill>
                  <a:srgbClr val="000000"/>
                </a:solidFill>
                <a:latin typeface="Arial Rounded MT Bold" pitchFamily="34" charset="0"/>
                <a:cs typeface="Verdana"/>
              </a:rPr>
              <a:t>Prior to initiating Code White, the  senior most staff present on site should:</a:t>
            </a:r>
          </a:p>
          <a:p>
            <a:pPr>
              <a:lnSpc>
                <a:spcPts val="4375"/>
              </a:lnSpc>
            </a:pPr>
            <a:endParaRPr lang="en-US" sz="3200" b="1" dirty="0" smtClean="0">
              <a:solidFill>
                <a:srgbClr val="000000"/>
              </a:solidFill>
              <a:latin typeface="Arial Rounded MT Bold" pitchFamily="34" charset="0"/>
              <a:cs typeface="Verdana"/>
            </a:endParaRPr>
          </a:p>
          <a:p>
            <a:pPr marL="457200" indent="-457200">
              <a:lnSpc>
                <a:spcPts val="4375"/>
              </a:lnSpc>
              <a:buFont typeface="Wingdings" pitchFamily="2" charset="2"/>
              <a:buChar char="q"/>
            </a:pPr>
            <a:r>
              <a:rPr sz="3200" b="1" dirty="0" smtClean="0">
                <a:solidFill>
                  <a:srgbClr val="000000"/>
                </a:solidFill>
                <a:latin typeface="Arial Rounded MT Bold" pitchFamily="34" charset="0"/>
                <a:cs typeface="HIBAHQ+Verdana Bold"/>
              </a:rPr>
              <a:t>Find</a:t>
            </a:r>
            <a:r>
              <a:rPr sz="3200" b="1" spc="330" dirty="0" smtClean="0">
                <a:solidFill>
                  <a:srgbClr val="000000"/>
                </a:solidFill>
                <a:latin typeface="Arial Rounded MT Bold" pitchFamily="34" charset="0"/>
                <a:cs typeface="Times New Roman"/>
              </a:rPr>
              <a:t> </a:t>
            </a:r>
            <a:r>
              <a:rPr sz="3200" b="1" dirty="0">
                <a:solidFill>
                  <a:srgbClr val="000000"/>
                </a:solidFill>
                <a:latin typeface="Arial Rounded MT Bold" pitchFamily="34" charset="0"/>
                <a:cs typeface="Verdana"/>
              </a:rPr>
              <a:t>out why the abusive </a:t>
            </a:r>
            <a:r>
              <a:rPr sz="3200" b="1" dirty="0" smtClean="0">
                <a:solidFill>
                  <a:srgbClr val="000000"/>
                </a:solidFill>
                <a:latin typeface="Arial Rounded MT Bold" pitchFamily="34" charset="0"/>
                <a:cs typeface="Verdana"/>
              </a:rPr>
              <a:t>or</a:t>
            </a:r>
            <a:r>
              <a:rPr lang="en-US" sz="3200" b="1" dirty="0" smtClean="0">
                <a:solidFill>
                  <a:srgbClr val="000000"/>
                </a:solidFill>
                <a:latin typeface="Arial Rounded MT Bold" pitchFamily="34" charset="0"/>
                <a:cs typeface="Verdana"/>
              </a:rPr>
              <a:t> </a:t>
            </a:r>
            <a:r>
              <a:rPr sz="3200" b="1" dirty="0" smtClean="0">
                <a:solidFill>
                  <a:srgbClr val="000000"/>
                </a:solidFill>
                <a:latin typeface="Arial Rounded MT Bold" pitchFamily="34" charset="0"/>
                <a:cs typeface="Verdana"/>
              </a:rPr>
              <a:t>aggressive </a:t>
            </a:r>
            <a:endParaRPr lang="en-US" sz="3200" b="1" dirty="0" smtClean="0">
              <a:solidFill>
                <a:srgbClr val="000000"/>
              </a:solidFill>
              <a:latin typeface="Arial Rounded MT Bold" pitchFamily="34" charset="0"/>
              <a:cs typeface="Verdana"/>
            </a:endParaRPr>
          </a:p>
          <a:p>
            <a:pPr marL="0" marR="0">
              <a:lnSpc>
                <a:spcPts val="4375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3200" b="1" dirty="0" smtClean="0">
                <a:solidFill>
                  <a:srgbClr val="000000"/>
                </a:solidFill>
                <a:latin typeface="Arial Rounded MT Bold" pitchFamily="34" charset="0"/>
                <a:cs typeface="Verdana"/>
              </a:rPr>
              <a:t>    </a:t>
            </a:r>
            <a:r>
              <a:rPr sz="3200" b="1" dirty="0" smtClean="0">
                <a:solidFill>
                  <a:srgbClr val="000000"/>
                </a:solidFill>
                <a:latin typeface="Arial Rounded MT Bold" pitchFamily="34" charset="0"/>
                <a:cs typeface="Verdana"/>
              </a:rPr>
              <a:t>person </a:t>
            </a:r>
            <a:r>
              <a:rPr sz="3200" b="1" dirty="0">
                <a:solidFill>
                  <a:srgbClr val="000000"/>
                </a:solidFill>
                <a:latin typeface="Arial Rounded MT Bold" pitchFamily="34" charset="0"/>
                <a:cs typeface="Verdana"/>
              </a:rPr>
              <a:t>is upset </a:t>
            </a:r>
            <a:r>
              <a:rPr sz="3200" b="1" dirty="0" smtClean="0">
                <a:solidFill>
                  <a:srgbClr val="000000"/>
                </a:solidFill>
                <a:latin typeface="Arial Rounded MT Bold" pitchFamily="34" charset="0"/>
                <a:cs typeface="Verdana"/>
              </a:rPr>
              <a:t>or</a:t>
            </a:r>
            <a:r>
              <a:rPr lang="en-US" sz="3200" b="1" dirty="0" smtClean="0">
                <a:solidFill>
                  <a:srgbClr val="000000"/>
                </a:solidFill>
                <a:latin typeface="Arial Rounded MT Bold" pitchFamily="34" charset="0"/>
                <a:cs typeface="Verdana"/>
              </a:rPr>
              <a:t> </a:t>
            </a:r>
            <a:r>
              <a:rPr sz="3200" b="1" dirty="0" smtClean="0">
                <a:solidFill>
                  <a:srgbClr val="000000"/>
                </a:solidFill>
                <a:latin typeface="Arial Rounded MT Bold" pitchFamily="34" charset="0"/>
                <a:cs typeface="Verdana"/>
              </a:rPr>
              <a:t>angry</a:t>
            </a:r>
            <a:r>
              <a:rPr sz="3200" b="1" dirty="0">
                <a:solidFill>
                  <a:srgbClr val="000000"/>
                </a:solidFill>
                <a:latin typeface="Arial Rounded MT Bold" pitchFamily="34" charset="0"/>
                <a:cs typeface="Verdana"/>
              </a:rPr>
              <a:t>.</a:t>
            </a:r>
          </a:p>
          <a:p>
            <a:pPr marL="0" marR="0">
              <a:lnSpc>
                <a:spcPts val="4375"/>
              </a:lnSpc>
              <a:spcBef>
                <a:spcPts val="0"/>
              </a:spcBef>
              <a:spcAft>
                <a:spcPts val="0"/>
              </a:spcAft>
            </a:pPr>
            <a:r>
              <a:rPr sz="3200" b="1" dirty="0">
                <a:solidFill>
                  <a:srgbClr val="000000"/>
                </a:solidFill>
                <a:latin typeface="Arial Rounded MT Bold" pitchFamily="34" charset="0"/>
                <a:cs typeface="HIBAHQ+Verdana Bold"/>
              </a:rPr>
              <a:t>ꢀBe</a:t>
            </a:r>
            <a:r>
              <a:rPr sz="3200" b="1" spc="330" dirty="0">
                <a:solidFill>
                  <a:srgbClr val="000000"/>
                </a:solidFill>
                <a:latin typeface="Arial Rounded MT Bold" pitchFamily="34" charset="0"/>
                <a:cs typeface="Times New Roman"/>
              </a:rPr>
              <a:t> </a:t>
            </a:r>
            <a:r>
              <a:rPr sz="3200" b="1" dirty="0" smtClean="0">
                <a:solidFill>
                  <a:srgbClr val="000000"/>
                </a:solidFill>
                <a:latin typeface="Arial Rounded MT Bold" pitchFamily="34" charset="0"/>
                <a:cs typeface="Verdana"/>
              </a:rPr>
              <a:t>non-confrontational</a:t>
            </a:r>
            <a:endParaRPr sz="3200" b="1" dirty="0">
              <a:solidFill>
                <a:srgbClr val="000000"/>
              </a:solidFill>
              <a:latin typeface="Arial Rounded MT Bold" pitchFamily="34" charset="0"/>
              <a:cs typeface="Verdana"/>
            </a:endParaRPr>
          </a:p>
          <a:p>
            <a:pPr marL="0" marR="0">
              <a:lnSpc>
                <a:spcPts val="4375"/>
              </a:lnSpc>
              <a:spcBef>
                <a:spcPts val="0"/>
              </a:spcBef>
              <a:spcAft>
                <a:spcPts val="0"/>
              </a:spcAft>
            </a:pPr>
            <a:r>
              <a:rPr sz="3200" b="1" dirty="0">
                <a:solidFill>
                  <a:srgbClr val="000000"/>
                </a:solidFill>
                <a:latin typeface="Arial Rounded MT Bold" pitchFamily="34" charset="0"/>
                <a:cs typeface="HIBAHQ+Verdana Bold"/>
              </a:rPr>
              <a:t>ꢀTry</a:t>
            </a:r>
            <a:r>
              <a:rPr sz="3200" b="1" spc="328" dirty="0">
                <a:solidFill>
                  <a:srgbClr val="000000"/>
                </a:solidFill>
                <a:latin typeface="Arial Rounded MT Bold" pitchFamily="34" charset="0"/>
                <a:cs typeface="Times New Roman"/>
              </a:rPr>
              <a:t> </a:t>
            </a:r>
            <a:r>
              <a:rPr sz="3200" b="1" dirty="0">
                <a:solidFill>
                  <a:srgbClr val="000000"/>
                </a:solidFill>
                <a:latin typeface="Arial Rounded MT Bold" pitchFamily="34" charset="0"/>
                <a:cs typeface="Verdana"/>
              </a:rPr>
              <a:t>to disffuse the situation </a:t>
            </a:r>
            <a:r>
              <a:rPr sz="3200" b="1" dirty="0" smtClean="0">
                <a:solidFill>
                  <a:srgbClr val="000000"/>
                </a:solidFill>
                <a:latin typeface="Arial Rounded MT Bold" pitchFamily="34" charset="0"/>
                <a:cs typeface="Verdana"/>
              </a:rPr>
              <a:t>by</a:t>
            </a:r>
            <a:r>
              <a:rPr lang="en-US" sz="3200" b="1" dirty="0" smtClean="0">
                <a:solidFill>
                  <a:srgbClr val="000000"/>
                </a:solidFill>
                <a:latin typeface="Arial Rounded MT Bold" pitchFamily="34" charset="0"/>
                <a:cs typeface="Verdana"/>
              </a:rPr>
              <a:t> </a:t>
            </a:r>
            <a:r>
              <a:rPr sz="3200" b="1" dirty="0" smtClean="0">
                <a:solidFill>
                  <a:srgbClr val="000000"/>
                </a:solidFill>
                <a:latin typeface="Arial Rounded MT Bold" pitchFamily="34" charset="0"/>
                <a:cs typeface="Verdana"/>
              </a:rPr>
              <a:t>employing </a:t>
            </a:r>
            <a:endParaRPr lang="en-US" sz="3200" b="1" dirty="0" smtClean="0">
              <a:solidFill>
                <a:srgbClr val="000000"/>
              </a:solidFill>
              <a:latin typeface="Arial Rounded MT Bold" pitchFamily="34" charset="0"/>
              <a:cs typeface="Verdana"/>
            </a:endParaRPr>
          </a:p>
          <a:p>
            <a:pPr marL="0" marR="0">
              <a:lnSpc>
                <a:spcPts val="4375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3200" b="1" dirty="0">
                <a:solidFill>
                  <a:srgbClr val="000000"/>
                </a:solidFill>
                <a:latin typeface="Arial Rounded MT Bold" pitchFamily="34" charset="0"/>
                <a:cs typeface="Verdana"/>
              </a:rPr>
              <a:t> </a:t>
            </a:r>
            <a:r>
              <a:rPr lang="en-US" sz="3200" b="1" dirty="0" smtClean="0">
                <a:solidFill>
                  <a:srgbClr val="000000"/>
                </a:solidFill>
                <a:latin typeface="Arial Rounded MT Bold" pitchFamily="34" charset="0"/>
                <a:cs typeface="Verdana"/>
              </a:rPr>
              <a:t>   </a:t>
            </a:r>
            <a:r>
              <a:rPr sz="3200" b="1" dirty="0" smtClean="0">
                <a:solidFill>
                  <a:srgbClr val="000000"/>
                </a:solidFill>
                <a:latin typeface="Arial Rounded MT Bold" pitchFamily="34" charset="0"/>
                <a:cs typeface="Verdana"/>
              </a:rPr>
              <a:t>interpersonal and</a:t>
            </a:r>
            <a:r>
              <a:rPr lang="en-US" sz="3200" b="1" dirty="0" smtClean="0">
                <a:solidFill>
                  <a:srgbClr val="000000"/>
                </a:solidFill>
                <a:latin typeface="Arial Rounded MT Bold" pitchFamily="34" charset="0"/>
                <a:cs typeface="Verdana"/>
              </a:rPr>
              <a:t> </a:t>
            </a:r>
            <a:r>
              <a:rPr sz="3200" b="1" dirty="0" smtClean="0">
                <a:solidFill>
                  <a:srgbClr val="000000"/>
                </a:solidFill>
                <a:latin typeface="Arial Rounded MT Bold" pitchFamily="34" charset="0"/>
                <a:cs typeface="Verdana"/>
              </a:rPr>
              <a:t>communications </a:t>
            </a:r>
            <a:r>
              <a:rPr sz="3200" b="1" dirty="0">
                <a:solidFill>
                  <a:srgbClr val="000000"/>
                </a:solidFill>
                <a:latin typeface="Arial Rounded MT Bold" pitchFamily="34" charset="0"/>
                <a:cs typeface="Verdana"/>
              </a:rPr>
              <a:t>skills</a:t>
            </a:r>
          </a:p>
          <a:p>
            <a:pPr marL="0" marR="0">
              <a:lnSpc>
                <a:spcPts val="4375"/>
              </a:lnSpc>
              <a:spcBef>
                <a:spcPts val="0"/>
              </a:spcBef>
              <a:spcAft>
                <a:spcPts val="0"/>
              </a:spcAft>
            </a:pPr>
            <a:r>
              <a:rPr sz="3200" b="1" dirty="0">
                <a:solidFill>
                  <a:srgbClr val="000000"/>
                </a:solidFill>
                <a:latin typeface="Arial Rounded MT Bold" pitchFamily="34" charset="0"/>
                <a:cs typeface="HIBAHQ+Verdana Bold"/>
              </a:rPr>
              <a:t>ꢀCall</a:t>
            </a:r>
            <a:r>
              <a:rPr sz="3200" b="1" spc="332" dirty="0">
                <a:solidFill>
                  <a:srgbClr val="000000"/>
                </a:solidFill>
                <a:latin typeface="Arial Rounded MT Bold" pitchFamily="34" charset="0"/>
                <a:cs typeface="Times New Roman"/>
              </a:rPr>
              <a:t> </a:t>
            </a:r>
            <a:r>
              <a:rPr sz="3200" b="1" dirty="0">
                <a:solidFill>
                  <a:srgbClr val="000000"/>
                </a:solidFill>
                <a:latin typeface="Arial Rounded MT Bold" pitchFamily="34" charset="0"/>
                <a:cs typeface="Verdana"/>
              </a:rPr>
              <a:t>the Patient Services </a:t>
            </a:r>
            <a:r>
              <a:rPr sz="3200" b="1" dirty="0" smtClean="0">
                <a:solidFill>
                  <a:srgbClr val="000000"/>
                </a:solidFill>
                <a:latin typeface="Arial Rounded MT Bold" pitchFamily="34" charset="0"/>
                <a:cs typeface="Verdana"/>
              </a:rPr>
              <a:t>Officer</a:t>
            </a:r>
            <a:r>
              <a:rPr lang="en-US" sz="3200" b="1" dirty="0" smtClean="0">
                <a:solidFill>
                  <a:srgbClr val="000000"/>
                </a:solidFill>
                <a:latin typeface="Arial Rounded MT Bold" pitchFamily="34" charset="0"/>
                <a:cs typeface="Verdana"/>
              </a:rPr>
              <a:t> </a:t>
            </a:r>
            <a:r>
              <a:rPr sz="3200" b="1" dirty="0" smtClean="0">
                <a:solidFill>
                  <a:srgbClr val="000000"/>
                </a:solidFill>
                <a:latin typeface="Arial Rounded MT Bold" pitchFamily="34" charset="0"/>
                <a:cs typeface="Verdana"/>
              </a:rPr>
              <a:t>(PSO</a:t>
            </a:r>
            <a:r>
              <a:rPr sz="3200" b="1" dirty="0">
                <a:solidFill>
                  <a:srgbClr val="000000"/>
                </a:solidFill>
                <a:latin typeface="Arial Rounded MT Bold" pitchFamily="34" charset="0"/>
                <a:cs typeface="Verdana"/>
              </a:rPr>
              <a:t>) </a:t>
            </a:r>
            <a:r>
              <a:rPr sz="3200" b="1" dirty="0" smtClean="0">
                <a:solidFill>
                  <a:srgbClr val="000000"/>
                </a:solidFill>
                <a:latin typeface="Arial Rounded MT Bold" pitchFamily="34" charset="0"/>
                <a:cs typeface="Verdana"/>
              </a:rPr>
              <a:t>or</a:t>
            </a:r>
            <a:endParaRPr lang="en-US" sz="3200" b="1" dirty="0" smtClean="0">
              <a:solidFill>
                <a:srgbClr val="000000"/>
              </a:solidFill>
              <a:latin typeface="Arial Rounded MT Bold" pitchFamily="34" charset="0"/>
              <a:cs typeface="Verdana"/>
            </a:endParaRPr>
          </a:p>
          <a:p>
            <a:pPr marL="0" marR="0">
              <a:lnSpc>
                <a:spcPts val="4375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3200" b="1" dirty="0">
                <a:solidFill>
                  <a:srgbClr val="000000"/>
                </a:solidFill>
                <a:latin typeface="Arial Rounded MT Bold" pitchFamily="34" charset="0"/>
                <a:cs typeface="Verdana"/>
              </a:rPr>
              <a:t> </a:t>
            </a:r>
            <a:r>
              <a:rPr lang="en-US" sz="3200" b="1" dirty="0" smtClean="0">
                <a:solidFill>
                  <a:srgbClr val="000000"/>
                </a:solidFill>
                <a:latin typeface="Arial Rounded MT Bold" pitchFamily="34" charset="0"/>
                <a:cs typeface="Verdana"/>
              </a:rPr>
              <a:t> </a:t>
            </a:r>
            <a:r>
              <a:rPr sz="3200" b="1" dirty="0" smtClean="0">
                <a:solidFill>
                  <a:srgbClr val="000000"/>
                </a:solidFill>
                <a:latin typeface="Arial Rounded MT Bold" pitchFamily="34" charset="0"/>
                <a:cs typeface="Verdana"/>
              </a:rPr>
              <a:t> </a:t>
            </a:r>
            <a:r>
              <a:rPr lang="en-US" sz="3200" b="1" dirty="0" smtClean="0">
                <a:solidFill>
                  <a:srgbClr val="000000"/>
                </a:solidFill>
                <a:latin typeface="Arial Rounded MT Bold" pitchFamily="34" charset="0"/>
                <a:cs typeface="Verdana"/>
              </a:rPr>
              <a:t> </a:t>
            </a:r>
            <a:r>
              <a:rPr sz="3200" b="1" dirty="0" smtClean="0">
                <a:solidFill>
                  <a:srgbClr val="000000"/>
                </a:solidFill>
                <a:latin typeface="Arial Rounded MT Bold" pitchFamily="34" charset="0"/>
                <a:cs typeface="Verdana"/>
              </a:rPr>
              <a:t>Duty </a:t>
            </a:r>
            <a:r>
              <a:rPr sz="3200" b="1" dirty="0">
                <a:solidFill>
                  <a:srgbClr val="000000"/>
                </a:solidFill>
                <a:latin typeface="Arial Rounded MT Bold" pitchFamily="34" charset="0"/>
                <a:cs typeface="Verdana"/>
              </a:rPr>
              <a:t>Director to deal </a:t>
            </a:r>
            <a:r>
              <a:rPr sz="3200" b="1" dirty="0" smtClean="0">
                <a:solidFill>
                  <a:srgbClr val="000000"/>
                </a:solidFill>
                <a:latin typeface="Arial Rounded MT Bold" pitchFamily="34" charset="0"/>
                <a:cs typeface="Verdana"/>
              </a:rPr>
              <a:t>with</a:t>
            </a:r>
            <a:r>
              <a:rPr lang="en-US" sz="3200" b="1" dirty="0" smtClean="0">
                <a:solidFill>
                  <a:srgbClr val="000000"/>
                </a:solidFill>
                <a:latin typeface="Arial Rounded MT Bold" pitchFamily="34" charset="0"/>
                <a:cs typeface="Verdana"/>
              </a:rPr>
              <a:t> </a:t>
            </a:r>
            <a:r>
              <a:rPr sz="3200" b="1" dirty="0" smtClean="0">
                <a:solidFill>
                  <a:srgbClr val="000000"/>
                </a:solidFill>
                <a:latin typeface="Arial Rounded MT Bold" pitchFamily="34" charset="0"/>
                <a:cs typeface="Verdana"/>
              </a:rPr>
              <a:t>the person</a:t>
            </a:r>
            <a:endParaRPr sz="3200" b="1" dirty="0">
              <a:solidFill>
                <a:srgbClr val="000000"/>
              </a:solidFill>
              <a:latin typeface="Arial Rounded MT Bold" pitchFamily="34" charset="0"/>
              <a:cs typeface="Verdana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492697" y="1149896"/>
            <a:ext cx="9001000" cy="3949799"/>
          </a:xfrm>
          <a:prstGeom prst="rect">
            <a:avLst/>
          </a:prstGeom>
          <a:ln/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vert="horz" wrap="square" lIns="0" tIns="0" rIns="0" bIns="0" rtlCol="0">
            <a:spAutoFit/>
          </a:bodyPr>
          <a:lstStyle/>
          <a:p>
            <a:pPr>
              <a:lnSpc>
                <a:spcPts val="4375"/>
              </a:lnSpc>
            </a:pPr>
            <a:r>
              <a:rPr lang="en-US" sz="3600" b="1" dirty="0" smtClean="0">
                <a:solidFill>
                  <a:srgbClr val="000000"/>
                </a:solidFill>
                <a:latin typeface="Arial Rounded MT Bold" pitchFamily="34" charset="0"/>
                <a:cs typeface="HIBAHQ+Verdana Bold"/>
              </a:rPr>
              <a:t>ꢀIn</a:t>
            </a:r>
            <a:r>
              <a:rPr lang="en-US" sz="3600" b="1" spc="1561" dirty="0" smtClean="0">
                <a:solidFill>
                  <a:srgbClr val="000000"/>
                </a:solidFill>
                <a:latin typeface="Arial Rounded MT Bold" pitchFamily="34" charset="0"/>
                <a:cs typeface="Times New Roman"/>
              </a:rPr>
              <a:t> </a:t>
            </a:r>
            <a:r>
              <a:rPr lang="en-US" sz="3600" b="1" dirty="0" smtClean="0">
                <a:solidFill>
                  <a:srgbClr val="000000"/>
                </a:solidFill>
                <a:latin typeface="Arial Rounded MT Bold" pitchFamily="34" charset="0"/>
                <a:cs typeface="Verdana"/>
              </a:rPr>
              <a:t>instances where it is desired</a:t>
            </a:r>
          </a:p>
          <a:p>
            <a:pPr>
              <a:lnSpc>
                <a:spcPts val="4375"/>
              </a:lnSpc>
            </a:pPr>
            <a:r>
              <a:rPr lang="en-US" sz="3600" b="1" dirty="0" smtClean="0">
                <a:solidFill>
                  <a:srgbClr val="000000"/>
                </a:solidFill>
                <a:latin typeface="Arial Rounded MT Bold" pitchFamily="34" charset="0"/>
                <a:cs typeface="Verdana"/>
              </a:rPr>
              <a:t>    that a disruptive but non-</a:t>
            </a:r>
            <a:r>
              <a:rPr sz="3600" b="1" dirty="0" smtClean="0">
                <a:solidFill>
                  <a:srgbClr val="000000"/>
                </a:solidFill>
                <a:latin typeface="Arial Rounded MT Bold" pitchFamily="34" charset="0"/>
                <a:cs typeface="Verdana"/>
              </a:rPr>
              <a:t>threatening </a:t>
            </a:r>
            <a:endParaRPr lang="en-US" sz="3600" b="1" dirty="0" smtClean="0">
              <a:solidFill>
                <a:srgbClr val="000000"/>
              </a:solidFill>
              <a:latin typeface="Arial Rounded MT Bold" pitchFamily="34" charset="0"/>
              <a:cs typeface="Verdana"/>
            </a:endParaRPr>
          </a:p>
          <a:p>
            <a:pPr>
              <a:lnSpc>
                <a:spcPts val="4375"/>
              </a:lnSpc>
            </a:pPr>
            <a:r>
              <a:rPr lang="en-US" sz="3600" b="1" dirty="0" smtClean="0">
                <a:solidFill>
                  <a:srgbClr val="000000"/>
                </a:solidFill>
                <a:latin typeface="Arial Rounded MT Bold" pitchFamily="34" charset="0"/>
                <a:cs typeface="Verdana"/>
              </a:rPr>
              <a:t>    </a:t>
            </a:r>
            <a:r>
              <a:rPr sz="3600" b="1" dirty="0" smtClean="0">
                <a:solidFill>
                  <a:srgbClr val="000000"/>
                </a:solidFill>
                <a:latin typeface="Arial Rounded MT Bold" pitchFamily="34" charset="0"/>
                <a:cs typeface="Verdana"/>
              </a:rPr>
              <a:t>person leave the</a:t>
            </a:r>
            <a:r>
              <a:rPr lang="en-US" sz="3600" b="1" dirty="0" smtClean="0">
                <a:solidFill>
                  <a:srgbClr val="000000"/>
                </a:solidFill>
                <a:latin typeface="Arial Rounded MT Bold" pitchFamily="34" charset="0"/>
                <a:cs typeface="Verdana"/>
              </a:rPr>
              <a:t> </a:t>
            </a:r>
            <a:r>
              <a:rPr sz="3600" b="1" dirty="0" smtClean="0">
                <a:solidFill>
                  <a:srgbClr val="000000"/>
                </a:solidFill>
                <a:latin typeface="Arial Rounded MT Bold" pitchFamily="34" charset="0"/>
                <a:cs typeface="Verdana"/>
              </a:rPr>
              <a:t>hospital </a:t>
            </a:r>
            <a:r>
              <a:rPr sz="3600" b="1" dirty="0">
                <a:solidFill>
                  <a:srgbClr val="000000"/>
                </a:solidFill>
                <a:latin typeface="Arial Rounded MT Bold" pitchFamily="34" charset="0"/>
                <a:cs typeface="Verdana"/>
              </a:rPr>
              <a:t>premises, </a:t>
            </a:r>
            <a:endParaRPr lang="en-US" sz="3600" b="1" dirty="0" smtClean="0">
              <a:solidFill>
                <a:srgbClr val="000000"/>
              </a:solidFill>
              <a:latin typeface="Arial Rounded MT Bold" pitchFamily="34" charset="0"/>
              <a:cs typeface="Verdana"/>
            </a:endParaRPr>
          </a:p>
          <a:p>
            <a:pPr>
              <a:lnSpc>
                <a:spcPts val="4375"/>
              </a:lnSpc>
            </a:pPr>
            <a:r>
              <a:rPr lang="en-US" sz="3600" b="1" dirty="0">
                <a:solidFill>
                  <a:srgbClr val="000000"/>
                </a:solidFill>
                <a:latin typeface="Arial Rounded MT Bold" pitchFamily="34" charset="0"/>
                <a:cs typeface="Verdana"/>
              </a:rPr>
              <a:t> </a:t>
            </a:r>
            <a:r>
              <a:rPr lang="en-US" sz="3600" b="1" dirty="0" smtClean="0">
                <a:solidFill>
                  <a:srgbClr val="000000"/>
                </a:solidFill>
                <a:latin typeface="Arial Rounded MT Bold" pitchFamily="34" charset="0"/>
                <a:cs typeface="Verdana"/>
              </a:rPr>
              <a:t>   </a:t>
            </a:r>
            <a:r>
              <a:rPr sz="3600" b="1" dirty="0" smtClean="0">
                <a:solidFill>
                  <a:srgbClr val="000000"/>
                </a:solidFill>
                <a:latin typeface="Arial Rounded MT Bold" pitchFamily="34" charset="0"/>
                <a:cs typeface="Verdana"/>
              </a:rPr>
              <a:t>the Security</a:t>
            </a:r>
            <a:r>
              <a:rPr lang="en-US" sz="3600" b="1" dirty="0" smtClean="0">
                <a:solidFill>
                  <a:srgbClr val="000000"/>
                </a:solidFill>
                <a:latin typeface="Arial Rounded MT Bold" pitchFamily="34" charset="0"/>
                <a:cs typeface="Verdana"/>
              </a:rPr>
              <a:t> </a:t>
            </a:r>
            <a:r>
              <a:rPr sz="3600" b="1" dirty="0" smtClean="0">
                <a:solidFill>
                  <a:srgbClr val="000000"/>
                </a:solidFill>
                <a:latin typeface="Arial Rounded MT Bold" pitchFamily="34" charset="0"/>
                <a:cs typeface="Verdana"/>
              </a:rPr>
              <a:t>officer </a:t>
            </a:r>
            <a:r>
              <a:rPr sz="3600" b="1" dirty="0">
                <a:solidFill>
                  <a:srgbClr val="000000"/>
                </a:solidFill>
                <a:latin typeface="Arial Rounded MT Bold" pitchFamily="34" charset="0"/>
                <a:cs typeface="Verdana"/>
              </a:rPr>
              <a:t>should </a:t>
            </a:r>
            <a:r>
              <a:rPr sz="3600" b="1" dirty="0" smtClean="0">
                <a:solidFill>
                  <a:srgbClr val="000000"/>
                </a:solidFill>
                <a:latin typeface="Arial Rounded MT Bold" pitchFamily="34" charset="0"/>
                <a:cs typeface="Verdana"/>
              </a:rPr>
              <a:t>be</a:t>
            </a:r>
            <a:r>
              <a:rPr lang="en-US" sz="3600" b="1" dirty="0" smtClean="0">
                <a:solidFill>
                  <a:srgbClr val="000000"/>
                </a:solidFill>
                <a:latin typeface="Arial Rounded MT Bold" pitchFamily="34" charset="0"/>
                <a:cs typeface="Verdana"/>
              </a:rPr>
              <a:t>   </a:t>
            </a:r>
          </a:p>
          <a:p>
            <a:pPr>
              <a:lnSpc>
                <a:spcPts val="4375"/>
              </a:lnSpc>
            </a:pPr>
            <a:r>
              <a:rPr lang="en-US" sz="3600" b="1" dirty="0">
                <a:solidFill>
                  <a:srgbClr val="000000"/>
                </a:solidFill>
                <a:latin typeface="Arial Rounded MT Bold" pitchFamily="34" charset="0"/>
                <a:cs typeface="Verdana"/>
              </a:rPr>
              <a:t> </a:t>
            </a:r>
            <a:r>
              <a:rPr lang="en-US" sz="3600" b="1" dirty="0" smtClean="0">
                <a:solidFill>
                  <a:srgbClr val="000000"/>
                </a:solidFill>
                <a:latin typeface="Arial Rounded MT Bold" pitchFamily="34" charset="0"/>
                <a:cs typeface="Verdana"/>
              </a:rPr>
              <a:t>   </a:t>
            </a:r>
            <a:r>
              <a:rPr sz="3600" b="1" dirty="0" smtClean="0">
                <a:solidFill>
                  <a:srgbClr val="000000"/>
                </a:solidFill>
                <a:latin typeface="Arial Rounded MT Bold" pitchFamily="34" charset="0"/>
                <a:cs typeface="Verdana"/>
              </a:rPr>
              <a:t>present </a:t>
            </a:r>
            <a:r>
              <a:rPr lang="en-US" sz="3600" b="1" dirty="0" smtClean="0">
                <a:solidFill>
                  <a:srgbClr val="000000"/>
                </a:solidFill>
                <a:latin typeface="Arial Rounded MT Bold" pitchFamily="34" charset="0"/>
                <a:cs typeface="Verdana"/>
              </a:rPr>
              <a:t> </a:t>
            </a:r>
            <a:r>
              <a:rPr sz="3600" b="1" dirty="0" smtClean="0">
                <a:solidFill>
                  <a:srgbClr val="000000"/>
                </a:solidFill>
                <a:latin typeface="Arial Rounded MT Bold" pitchFamily="34" charset="0"/>
                <a:cs typeface="Verdana"/>
              </a:rPr>
              <a:t>to lend</a:t>
            </a:r>
            <a:r>
              <a:rPr lang="en-US" sz="3600" b="1" dirty="0" smtClean="0">
                <a:solidFill>
                  <a:srgbClr val="000000"/>
                </a:solidFill>
                <a:latin typeface="Arial Rounded MT Bold" pitchFamily="34" charset="0"/>
                <a:cs typeface="Verdana"/>
              </a:rPr>
              <a:t>  </a:t>
            </a:r>
            <a:r>
              <a:rPr sz="3600" b="1" dirty="0" smtClean="0">
                <a:solidFill>
                  <a:srgbClr val="000000"/>
                </a:solidFill>
                <a:latin typeface="Arial Rounded MT Bold" pitchFamily="34" charset="0"/>
                <a:cs typeface="Verdana"/>
              </a:rPr>
              <a:t>authority </a:t>
            </a:r>
            <a:r>
              <a:rPr sz="3600" b="1" dirty="0">
                <a:solidFill>
                  <a:srgbClr val="000000"/>
                </a:solidFill>
                <a:latin typeface="Arial Rounded MT Bold" pitchFamily="34" charset="0"/>
                <a:cs typeface="Verdana"/>
              </a:rPr>
              <a:t>to the </a:t>
            </a:r>
            <a:endParaRPr lang="en-US" sz="3600" b="1" dirty="0" smtClean="0">
              <a:solidFill>
                <a:srgbClr val="000000"/>
              </a:solidFill>
              <a:latin typeface="Arial Rounded MT Bold" pitchFamily="34" charset="0"/>
              <a:cs typeface="Verdana"/>
            </a:endParaRPr>
          </a:p>
          <a:p>
            <a:pPr>
              <a:lnSpc>
                <a:spcPts val="4375"/>
              </a:lnSpc>
            </a:pPr>
            <a:r>
              <a:rPr lang="en-US" sz="3600" b="1" dirty="0">
                <a:solidFill>
                  <a:srgbClr val="000000"/>
                </a:solidFill>
                <a:latin typeface="Arial Rounded MT Bold" pitchFamily="34" charset="0"/>
                <a:cs typeface="Verdana"/>
              </a:rPr>
              <a:t> </a:t>
            </a:r>
            <a:r>
              <a:rPr lang="en-US" sz="3600" b="1" dirty="0" smtClean="0">
                <a:solidFill>
                  <a:srgbClr val="000000"/>
                </a:solidFill>
                <a:latin typeface="Arial Rounded MT Bold" pitchFamily="34" charset="0"/>
                <a:cs typeface="Verdana"/>
              </a:rPr>
              <a:t>   </a:t>
            </a:r>
            <a:r>
              <a:rPr sz="3600" b="1" dirty="0" smtClean="0">
                <a:solidFill>
                  <a:srgbClr val="000000"/>
                </a:solidFill>
                <a:latin typeface="Arial Rounded MT Bold" pitchFamily="34" charset="0"/>
                <a:cs typeface="Verdana"/>
              </a:rPr>
              <a:t>request </a:t>
            </a:r>
            <a:r>
              <a:rPr sz="3600" b="1" dirty="0">
                <a:solidFill>
                  <a:srgbClr val="000000"/>
                </a:solidFill>
                <a:latin typeface="Arial Rounded MT Bold" pitchFamily="34" charset="0"/>
                <a:cs typeface="Verdana"/>
              </a:rPr>
              <a:t>that </a:t>
            </a:r>
            <a:r>
              <a:rPr sz="3600" b="1" dirty="0" smtClean="0">
                <a:solidFill>
                  <a:srgbClr val="000000"/>
                </a:solidFill>
                <a:latin typeface="Arial Rounded MT Bold" pitchFamily="34" charset="0"/>
                <a:cs typeface="Verdana"/>
              </a:rPr>
              <a:t>the</a:t>
            </a:r>
            <a:r>
              <a:rPr lang="en-US" sz="3600" b="1" dirty="0" smtClean="0">
                <a:solidFill>
                  <a:srgbClr val="000000"/>
                </a:solidFill>
                <a:latin typeface="Arial Rounded MT Bold" pitchFamily="34" charset="0"/>
                <a:cs typeface="Verdana"/>
              </a:rPr>
              <a:t> </a:t>
            </a:r>
            <a:r>
              <a:rPr sz="3600" b="1" dirty="0" smtClean="0">
                <a:solidFill>
                  <a:srgbClr val="000000"/>
                </a:solidFill>
                <a:latin typeface="Arial Rounded MT Bold" pitchFamily="34" charset="0"/>
                <a:cs typeface="Verdana"/>
              </a:rPr>
              <a:t>person </a:t>
            </a:r>
            <a:r>
              <a:rPr sz="3600" b="1" dirty="0">
                <a:solidFill>
                  <a:srgbClr val="000000"/>
                </a:solidFill>
                <a:latin typeface="Arial Rounded MT Bold" pitchFamily="34" charset="0"/>
                <a:cs typeface="Verdana"/>
              </a:rPr>
              <a:t>leave</a:t>
            </a:r>
            <a:r>
              <a:rPr sz="3600" b="1" dirty="0" smtClean="0">
                <a:solidFill>
                  <a:srgbClr val="000000"/>
                </a:solidFill>
                <a:latin typeface="Arial Rounded MT Bold" pitchFamily="34" charset="0"/>
                <a:cs typeface="Verdana"/>
              </a:rPr>
              <a:t>.</a:t>
            </a:r>
            <a:endParaRPr lang="en-US" sz="3600" b="1" dirty="0" smtClean="0">
              <a:solidFill>
                <a:srgbClr val="000000"/>
              </a:solidFill>
              <a:latin typeface="Arial Rounded MT Bold" pitchFamily="34" charset="0"/>
              <a:cs typeface="Verdana"/>
            </a:endParaRPr>
          </a:p>
          <a:p>
            <a:pPr>
              <a:lnSpc>
                <a:spcPts val="4375"/>
              </a:lnSpc>
            </a:pPr>
            <a:endParaRPr sz="3600" b="1" dirty="0">
              <a:solidFill>
                <a:srgbClr val="000000"/>
              </a:solidFill>
              <a:latin typeface="Arial Rounded MT Bold" pitchFamily="34" charset="0"/>
              <a:cs typeface="Verdana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342900" y="628645"/>
            <a:ext cx="8934772" cy="564257"/>
          </a:xfrm>
          <a:prstGeom prst="rect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vert="horz" wrap="square" lIns="0" tIns="0" rIns="0" bIns="0" rtlCol="0">
            <a:spAutoFit/>
          </a:bodyPr>
          <a:lstStyle/>
          <a:p>
            <a:pPr marL="0" marR="0" algn="ctr">
              <a:lnSpc>
                <a:spcPts val="4375"/>
              </a:lnSpc>
              <a:spcBef>
                <a:spcPts val="0"/>
              </a:spcBef>
              <a:spcAft>
                <a:spcPts val="0"/>
              </a:spcAft>
            </a:pPr>
            <a:r>
              <a:rPr sz="4000" b="1" dirty="0">
                <a:solidFill>
                  <a:srgbClr val="000000"/>
                </a:solidFill>
                <a:latin typeface="Cooper Black" pitchFamily="18" charset="0"/>
                <a:cs typeface="Verdana"/>
              </a:rPr>
              <a:t>When to activate Code White ?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342900" y="1739945"/>
            <a:ext cx="9438828" cy="5668218"/>
          </a:xfrm>
          <a:prstGeom prst="rect">
            <a:avLst/>
          </a:prstGeom>
          <a:ln/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3402"/>
              </a:lnSpc>
              <a:spcBef>
                <a:spcPts val="0"/>
              </a:spcBef>
              <a:spcAft>
                <a:spcPts val="0"/>
              </a:spcAft>
            </a:pPr>
            <a:r>
              <a:rPr sz="2800" b="1" dirty="0">
                <a:solidFill>
                  <a:srgbClr val="000000"/>
                </a:solidFill>
                <a:latin typeface="HIBAHQ+Verdana Bold"/>
                <a:cs typeface="HIBAHQ+Verdana Bold"/>
              </a:rPr>
              <a:t>ꢀ</a:t>
            </a:r>
            <a:r>
              <a:rPr sz="3600" b="1" dirty="0">
                <a:solidFill>
                  <a:srgbClr val="000000"/>
                </a:solidFill>
                <a:latin typeface="Arial Rounded MT Bold" pitchFamily="34" charset="0"/>
                <a:cs typeface="HIBAHQ+Verdana Bold"/>
              </a:rPr>
              <a:t>A</a:t>
            </a:r>
            <a:r>
              <a:rPr sz="3600" b="1" spc="257" dirty="0">
                <a:solidFill>
                  <a:srgbClr val="000000"/>
                </a:solidFill>
                <a:latin typeface="Arial Rounded MT Bold" pitchFamily="34" charset="0"/>
                <a:cs typeface="Times New Roman"/>
              </a:rPr>
              <a:t> </a:t>
            </a:r>
            <a:r>
              <a:rPr sz="3600" b="1" dirty="0">
                <a:solidFill>
                  <a:srgbClr val="000000"/>
                </a:solidFill>
                <a:latin typeface="Arial Rounded MT Bold" pitchFamily="34" charset="0"/>
                <a:cs typeface="Verdana"/>
              </a:rPr>
              <a:t>suspicious person is found </a:t>
            </a:r>
            <a:r>
              <a:rPr lang="en-US" sz="3600" b="1" dirty="0" smtClean="0">
                <a:solidFill>
                  <a:srgbClr val="000000"/>
                </a:solidFill>
                <a:latin typeface="Arial Rounded MT Bold" pitchFamily="34" charset="0"/>
                <a:cs typeface="Verdana"/>
              </a:rPr>
              <a:t> </a:t>
            </a:r>
            <a:r>
              <a:rPr sz="3600" b="1" dirty="0" smtClean="0">
                <a:solidFill>
                  <a:srgbClr val="000000"/>
                </a:solidFill>
                <a:latin typeface="Arial Rounded MT Bold" pitchFamily="34" charset="0"/>
                <a:cs typeface="Verdana"/>
              </a:rPr>
              <a:t>loitering</a:t>
            </a:r>
            <a:endParaRPr sz="3600" b="1" dirty="0">
              <a:solidFill>
                <a:srgbClr val="000000"/>
              </a:solidFill>
              <a:latin typeface="Arial Rounded MT Bold" pitchFamily="34" charset="0"/>
              <a:cs typeface="Verdana"/>
            </a:endParaRPr>
          </a:p>
          <a:p>
            <a:pPr marL="0" marR="0">
              <a:lnSpc>
                <a:spcPts val="3402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3600" b="1" dirty="0" smtClean="0">
                <a:solidFill>
                  <a:srgbClr val="000000"/>
                </a:solidFill>
                <a:latin typeface="Arial Rounded MT Bold" pitchFamily="34" charset="0"/>
                <a:cs typeface="Verdana"/>
              </a:rPr>
              <a:t>    </a:t>
            </a:r>
            <a:r>
              <a:rPr sz="3600" b="1" dirty="0" smtClean="0">
                <a:solidFill>
                  <a:srgbClr val="000000"/>
                </a:solidFill>
                <a:latin typeface="Arial Rounded MT Bold" pitchFamily="34" charset="0"/>
                <a:cs typeface="Verdana"/>
              </a:rPr>
              <a:t>around</a:t>
            </a:r>
            <a:r>
              <a:rPr sz="3600" b="1" dirty="0">
                <a:solidFill>
                  <a:srgbClr val="000000"/>
                </a:solidFill>
                <a:latin typeface="Arial Rounded MT Bold" pitchFamily="34" charset="0"/>
                <a:cs typeface="Verdana"/>
              </a:rPr>
              <a:t>.</a:t>
            </a:r>
          </a:p>
          <a:p>
            <a:pPr marL="0" marR="0">
              <a:lnSpc>
                <a:spcPts val="3402"/>
              </a:lnSpc>
              <a:spcBef>
                <a:spcPts val="0"/>
              </a:spcBef>
              <a:spcAft>
                <a:spcPts val="0"/>
              </a:spcAft>
            </a:pPr>
            <a:r>
              <a:rPr sz="3600" b="1" dirty="0">
                <a:solidFill>
                  <a:srgbClr val="000000"/>
                </a:solidFill>
                <a:latin typeface="Arial Rounded MT Bold" pitchFamily="34" charset="0"/>
                <a:cs typeface="HIBAHQ+Verdana Bold"/>
              </a:rPr>
              <a:t>ꢀA</a:t>
            </a:r>
            <a:r>
              <a:rPr sz="3600" b="1" spc="257" dirty="0">
                <a:solidFill>
                  <a:srgbClr val="000000"/>
                </a:solidFill>
                <a:latin typeface="Arial Rounded MT Bold" pitchFamily="34" charset="0"/>
                <a:cs typeface="Times New Roman"/>
              </a:rPr>
              <a:t> </a:t>
            </a:r>
            <a:r>
              <a:rPr sz="3600" b="1" dirty="0">
                <a:solidFill>
                  <a:srgbClr val="000000"/>
                </a:solidFill>
                <a:latin typeface="Arial Rounded MT Bold" pitchFamily="34" charset="0"/>
                <a:cs typeface="Verdana"/>
              </a:rPr>
              <a:t>person under the obvious influence of</a:t>
            </a:r>
          </a:p>
          <a:p>
            <a:pPr marL="0" marR="0">
              <a:lnSpc>
                <a:spcPts val="3402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3600" b="1" dirty="0" smtClean="0">
                <a:solidFill>
                  <a:srgbClr val="000000"/>
                </a:solidFill>
                <a:latin typeface="Arial Rounded MT Bold" pitchFamily="34" charset="0"/>
                <a:cs typeface="Verdana"/>
              </a:rPr>
              <a:t>   </a:t>
            </a:r>
            <a:r>
              <a:rPr sz="3600" b="1" dirty="0" smtClean="0">
                <a:solidFill>
                  <a:srgbClr val="000000"/>
                </a:solidFill>
                <a:latin typeface="Arial Rounded MT Bold" pitchFamily="34" charset="0"/>
                <a:cs typeface="Verdana"/>
              </a:rPr>
              <a:t>alcohol </a:t>
            </a:r>
            <a:r>
              <a:rPr sz="3600" b="1" dirty="0">
                <a:solidFill>
                  <a:srgbClr val="000000"/>
                </a:solidFill>
                <a:latin typeface="Arial Rounded MT Bold" pitchFamily="34" charset="0"/>
                <a:cs typeface="Verdana"/>
              </a:rPr>
              <a:t>or drugs refuses to </a:t>
            </a:r>
            <a:r>
              <a:rPr sz="3600" b="1" dirty="0" smtClean="0">
                <a:solidFill>
                  <a:srgbClr val="000000"/>
                </a:solidFill>
                <a:latin typeface="Arial Rounded MT Bold" pitchFamily="34" charset="0"/>
                <a:cs typeface="Verdana"/>
              </a:rPr>
              <a:t>leave</a:t>
            </a:r>
            <a:endParaRPr lang="en-US" sz="3600" b="1" dirty="0" smtClean="0">
              <a:solidFill>
                <a:srgbClr val="000000"/>
              </a:solidFill>
              <a:latin typeface="Arial Rounded MT Bold" pitchFamily="34" charset="0"/>
              <a:cs typeface="Verdana"/>
            </a:endParaRPr>
          </a:p>
          <a:p>
            <a:pPr marL="0" marR="0">
              <a:lnSpc>
                <a:spcPts val="3402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3600" b="1" dirty="0">
                <a:solidFill>
                  <a:srgbClr val="000000"/>
                </a:solidFill>
                <a:latin typeface="Arial Rounded MT Bold" pitchFamily="34" charset="0"/>
                <a:cs typeface="Verdana"/>
              </a:rPr>
              <a:t> </a:t>
            </a:r>
            <a:r>
              <a:rPr sz="3600" b="1" dirty="0" smtClean="0">
                <a:solidFill>
                  <a:srgbClr val="000000"/>
                </a:solidFill>
                <a:latin typeface="Arial Rounded MT Bold" pitchFamily="34" charset="0"/>
                <a:cs typeface="Verdana"/>
              </a:rPr>
              <a:t> </a:t>
            </a:r>
            <a:r>
              <a:rPr lang="en-US" sz="3600" b="1" dirty="0" smtClean="0">
                <a:solidFill>
                  <a:srgbClr val="000000"/>
                </a:solidFill>
                <a:latin typeface="Arial Rounded MT Bold" pitchFamily="34" charset="0"/>
                <a:cs typeface="Verdana"/>
              </a:rPr>
              <a:t> </a:t>
            </a:r>
            <a:r>
              <a:rPr sz="3600" b="1" dirty="0" smtClean="0">
                <a:solidFill>
                  <a:srgbClr val="000000"/>
                </a:solidFill>
                <a:latin typeface="Arial Rounded MT Bold" pitchFamily="34" charset="0"/>
                <a:cs typeface="Verdana"/>
              </a:rPr>
              <a:t>immediately</a:t>
            </a:r>
            <a:r>
              <a:rPr lang="en-US" sz="3600" b="1" dirty="0">
                <a:solidFill>
                  <a:srgbClr val="000000"/>
                </a:solidFill>
                <a:latin typeface="Arial Rounded MT Bold" pitchFamily="34" charset="0"/>
                <a:cs typeface="Verdana"/>
              </a:rPr>
              <a:t> </a:t>
            </a:r>
            <a:r>
              <a:rPr lang="en-US" sz="3600" b="1" dirty="0" smtClean="0">
                <a:solidFill>
                  <a:srgbClr val="000000"/>
                </a:solidFill>
                <a:latin typeface="Arial Rounded MT Bold" pitchFamily="34" charset="0"/>
                <a:cs typeface="Verdana"/>
              </a:rPr>
              <a:t> </a:t>
            </a:r>
            <a:r>
              <a:rPr sz="3600" b="1" dirty="0" smtClean="0">
                <a:solidFill>
                  <a:srgbClr val="000000"/>
                </a:solidFill>
                <a:latin typeface="Arial Rounded MT Bold" pitchFamily="34" charset="0"/>
                <a:cs typeface="Verdana"/>
              </a:rPr>
              <a:t>when told</a:t>
            </a:r>
            <a:r>
              <a:rPr lang="en-US" sz="3600" b="1" dirty="0" smtClean="0">
                <a:solidFill>
                  <a:srgbClr val="000000"/>
                </a:solidFill>
                <a:latin typeface="Arial Rounded MT Bold" pitchFamily="34" charset="0"/>
                <a:cs typeface="Verdana"/>
              </a:rPr>
              <a:t>.</a:t>
            </a:r>
            <a:endParaRPr sz="3600" b="1" dirty="0">
              <a:solidFill>
                <a:srgbClr val="000000"/>
              </a:solidFill>
              <a:latin typeface="Arial Rounded MT Bold" pitchFamily="34" charset="0"/>
              <a:cs typeface="Verdana"/>
            </a:endParaRPr>
          </a:p>
          <a:p>
            <a:pPr marL="0" marR="0">
              <a:lnSpc>
                <a:spcPts val="3402"/>
              </a:lnSpc>
              <a:spcBef>
                <a:spcPts val="0"/>
              </a:spcBef>
              <a:spcAft>
                <a:spcPts val="0"/>
              </a:spcAft>
            </a:pPr>
            <a:r>
              <a:rPr sz="3600" b="1" dirty="0">
                <a:solidFill>
                  <a:srgbClr val="000000"/>
                </a:solidFill>
                <a:latin typeface="Arial Rounded MT Bold" pitchFamily="34" charset="0"/>
                <a:cs typeface="HIBAHQ+Verdana Bold"/>
              </a:rPr>
              <a:t>ꢀAn</a:t>
            </a:r>
            <a:r>
              <a:rPr sz="3600" b="1" spc="260" dirty="0">
                <a:solidFill>
                  <a:srgbClr val="000000"/>
                </a:solidFill>
                <a:latin typeface="Arial Rounded MT Bold" pitchFamily="34" charset="0"/>
                <a:cs typeface="Times New Roman"/>
              </a:rPr>
              <a:t> </a:t>
            </a:r>
            <a:r>
              <a:rPr sz="3600" b="1" dirty="0">
                <a:solidFill>
                  <a:srgbClr val="000000"/>
                </a:solidFill>
                <a:latin typeface="Arial Rounded MT Bold" pitchFamily="34" charset="0"/>
                <a:cs typeface="Verdana"/>
              </a:rPr>
              <a:t>outsider is found trying </a:t>
            </a:r>
            <a:r>
              <a:rPr sz="3600" b="1" dirty="0" smtClean="0">
                <a:solidFill>
                  <a:srgbClr val="000000"/>
                </a:solidFill>
                <a:latin typeface="Arial Rounded MT Bold" pitchFamily="34" charset="0"/>
                <a:cs typeface="Verdana"/>
              </a:rPr>
              <a:t>to</a:t>
            </a:r>
            <a:r>
              <a:rPr lang="en-US" sz="3600" b="1" dirty="0" smtClean="0">
                <a:solidFill>
                  <a:srgbClr val="000000"/>
                </a:solidFill>
                <a:latin typeface="Arial Rounded MT Bold" pitchFamily="34" charset="0"/>
                <a:cs typeface="Verdana"/>
              </a:rPr>
              <a:t>  </a:t>
            </a:r>
          </a:p>
          <a:p>
            <a:pPr marL="0" marR="0">
              <a:lnSpc>
                <a:spcPts val="3402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3600" b="1" dirty="0">
                <a:solidFill>
                  <a:srgbClr val="000000"/>
                </a:solidFill>
                <a:latin typeface="Arial Rounded MT Bold" pitchFamily="34" charset="0"/>
                <a:cs typeface="Verdana"/>
              </a:rPr>
              <a:t> </a:t>
            </a:r>
            <a:r>
              <a:rPr lang="en-US" sz="3600" b="1" dirty="0" smtClean="0">
                <a:solidFill>
                  <a:srgbClr val="000000"/>
                </a:solidFill>
                <a:latin typeface="Arial Rounded MT Bold" pitchFamily="34" charset="0"/>
                <a:cs typeface="Verdana"/>
              </a:rPr>
              <a:t>   </a:t>
            </a:r>
            <a:r>
              <a:rPr sz="3600" b="1" dirty="0" smtClean="0">
                <a:solidFill>
                  <a:srgbClr val="000000"/>
                </a:solidFill>
                <a:latin typeface="Arial Rounded MT Bold" pitchFamily="34" charset="0"/>
                <a:cs typeface="Verdana"/>
              </a:rPr>
              <a:t>impersonate</a:t>
            </a:r>
            <a:r>
              <a:rPr lang="en-US" sz="3600" b="1" dirty="0" smtClean="0">
                <a:solidFill>
                  <a:srgbClr val="000000"/>
                </a:solidFill>
                <a:latin typeface="Arial Rounded MT Bold" pitchFamily="34" charset="0"/>
                <a:cs typeface="Verdana"/>
              </a:rPr>
              <a:t> </a:t>
            </a:r>
            <a:r>
              <a:rPr sz="3600" b="1" dirty="0" smtClean="0">
                <a:solidFill>
                  <a:srgbClr val="000000"/>
                </a:solidFill>
                <a:latin typeface="Arial Rounded MT Bold" pitchFamily="34" charset="0"/>
                <a:cs typeface="Verdana"/>
              </a:rPr>
              <a:t>a </a:t>
            </a:r>
            <a:r>
              <a:rPr sz="3600" b="1" dirty="0">
                <a:solidFill>
                  <a:srgbClr val="000000"/>
                </a:solidFill>
                <a:latin typeface="Arial Rounded MT Bold" pitchFamily="34" charset="0"/>
                <a:cs typeface="Verdana"/>
              </a:rPr>
              <a:t>doctor or any other staff.</a:t>
            </a:r>
          </a:p>
          <a:p>
            <a:pPr marL="0" marR="0">
              <a:lnSpc>
                <a:spcPts val="3402"/>
              </a:lnSpc>
              <a:spcBef>
                <a:spcPts val="0"/>
              </a:spcBef>
              <a:spcAft>
                <a:spcPts val="0"/>
              </a:spcAft>
            </a:pPr>
            <a:r>
              <a:rPr sz="3600" b="1" dirty="0">
                <a:solidFill>
                  <a:srgbClr val="000000"/>
                </a:solidFill>
                <a:latin typeface="Arial Rounded MT Bold" pitchFamily="34" charset="0"/>
                <a:cs typeface="HIBAHQ+Verdana Bold"/>
              </a:rPr>
              <a:t>ꢀA</a:t>
            </a:r>
            <a:r>
              <a:rPr sz="3600" b="1" spc="257" dirty="0">
                <a:solidFill>
                  <a:srgbClr val="000000"/>
                </a:solidFill>
                <a:latin typeface="Arial Rounded MT Bold" pitchFamily="34" charset="0"/>
                <a:cs typeface="Times New Roman"/>
              </a:rPr>
              <a:t> </a:t>
            </a:r>
            <a:r>
              <a:rPr sz="3600" b="1" dirty="0">
                <a:solidFill>
                  <a:srgbClr val="000000"/>
                </a:solidFill>
                <a:latin typeface="Arial Rounded MT Bold" pitchFamily="34" charset="0"/>
                <a:cs typeface="Verdana"/>
              </a:rPr>
              <a:t>person is trying to abduct a baby or </a:t>
            </a:r>
            <a:endParaRPr lang="en-US" sz="3600" b="1" dirty="0" smtClean="0">
              <a:solidFill>
                <a:srgbClr val="000000"/>
              </a:solidFill>
              <a:latin typeface="Arial Rounded MT Bold" pitchFamily="34" charset="0"/>
              <a:cs typeface="Verdana"/>
            </a:endParaRPr>
          </a:p>
          <a:p>
            <a:pPr marL="0" marR="0">
              <a:lnSpc>
                <a:spcPts val="3402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3600" b="1" dirty="0">
                <a:solidFill>
                  <a:srgbClr val="000000"/>
                </a:solidFill>
                <a:latin typeface="Arial Rounded MT Bold" pitchFamily="34" charset="0"/>
                <a:cs typeface="Verdana"/>
              </a:rPr>
              <a:t> </a:t>
            </a:r>
            <a:r>
              <a:rPr lang="en-US" sz="3600" b="1" dirty="0" smtClean="0">
                <a:solidFill>
                  <a:srgbClr val="000000"/>
                </a:solidFill>
                <a:latin typeface="Arial Rounded MT Bold" pitchFamily="34" charset="0"/>
                <a:cs typeface="Verdana"/>
              </a:rPr>
              <a:t>   </a:t>
            </a:r>
            <a:r>
              <a:rPr sz="3600" b="1" dirty="0" smtClean="0">
                <a:solidFill>
                  <a:srgbClr val="000000"/>
                </a:solidFill>
                <a:latin typeface="Arial Rounded MT Bold" pitchFamily="34" charset="0"/>
                <a:cs typeface="Verdana"/>
              </a:rPr>
              <a:t>child</a:t>
            </a:r>
            <a:endParaRPr sz="3600" b="1" dirty="0">
              <a:solidFill>
                <a:srgbClr val="000000"/>
              </a:solidFill>
              <a:latin typeface="Arial Rounded MT Bold" pitchFamily="34" charset="0"/>
              <a:cs typeface="Verdana"/>
            </a:endParaRPr>
          </a:p>
          <a:p>
            <a:pPr marL="0" marR="0">
              <a:lnSpc>
                <a:spcPts val="3402"/>
              </a:lnSpc>
              <a:spcBef>
                <a:spcPts val="0"/>
              </a:spcBef>
              <a:spcAft>
                <a:spcPts val="0"/>
              </a:spcAft>
            </a:pPr>
            <a:r>
              <a:rPr sz="3600" b="1" dirty="0">
                <a:solidFill>
                  <a:srgbClr val="000000"/>
                </a:solidFill>
                <a:latin typeface="Arial Rounded MT Bold" pitchFamily="34" charset="0"/>
                <a:cs typeface="HIBAHQ+Verdana Bold"/>
              </a:rPr>
              <a:t>ꢀA</a:t>
            </a:r>
            <a:r>
              <a:rPr sz="3600" b="1" spc="257" dirty="0">
                <a:solidFill>
                  <a:srgbClr val="000000"/>
                </a:solidFill>
                <a:latin typeface="Arial Rounded MT Bold" pitchFamily="34" charset="0"/>
                <a:cs typeface="Times New Roman"/>
              </a:rPr>
              <a:t> </a:t>
            </a:r>
            <a:r>
              <a:rPr sz="3600" b="1" dirty="0">
                <a:solidFill>
                  <a:srgbClr val="000000"/>
                </a:solidFill>
                <a:latin typeface="Arial Rounded MT Bold" pitchFamily="34" charset="0"/>
                <a:cs typeface="Verdana"/>
              </a:rPr>
              <a:t>person is found stalking or </a:t>
            </a:r>
            <a:r>
              <a:rPr sz="3600" b="1" dirty="0" smtClean="0">
                <a:solidFill>
                  <a:srgbClr val="000000"/>
                </a:solidFill>
                <a:latin typeface="Arial Rounded MT Bold" pitchFamily="34" charset="0"/>
                <a:cs typeface="Verdana"/>
              </a:rPr>
              <a:t>attempting</a:t>
            </a:r>
            <a:endParaRPr lang="en-US" sz="3600" b="1" dirty="0" smtClean="0">
              <a:solidFill>
                <a:srgbClr val="000000"/>
              </a:solidFill>
              <a:latin typeface="Arial Rounded MT Bold" pitchFamily="34" charset="0"/>
              <a:cs typeface="Verdana"/>
            </a:endParaRPr>
          </a:p>
          <a:p>
            <a:pPr marL="0" marR="0">
              <a:lnSpc>
                <a:spcPts val="3402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3600" b="1" dirty="0">
                <a:solidFill>
                  <a:srgbClr val="000000"/>
                </a:solidFill>
                <a:latin typeface="Arial Rounded MT Bold" pitchFamily="34" charset="0"/>
                <a:cs typeface="Verdana"/>
              </a:rPr>
              <a:t> </a:t>
            </a:r>
            <a:r>
              <a:rPr lang="en-US" sz="3600" b="1" dirty="0" smtClean="0">
                <a:solidFill>
                  <a:srgbClr val="000000"/>
                </a:solidFill>
                <a:latin typeface="Arial Rounded MT Bold" pitchFamily="34" charset="0"/>
                <a:cs typeface="Verdana"/>
              </a:rPr>
              <a:t> </a:t>
            </a:r>
            <a:r>
              <a:rPr sz="3600" b="1" dirty="0" smtClean="0">
                <a:solidFill>
                  <a:srgbClr val="000000"/>
                </a:solidFill>
                <a:latin typeface="Arial Rounded MT Bold" pitchFamily="34" charset="0"/>
                <a:cs typeface="Verdana"/>
              </a:rPr>
              <a:t> </a:t>
            </a:r>
            <a:r>
              <a:rPr lang="en-US" sz="3600" b="1" dirty="0" smtClean="0">
                <a:solidFill>
                  <a:srgbClr val="000000"/>
                </a:solidFill>
                <a:latin typeface="Arial Rounded MT Bold" pitchFamily="34" charset="0"/>
                <a:cs typeface="Verdana"/>
              </a:rPr>
              <a:t> </a:t>
            </a:r>
            <a:r>
              <a:rPr sz="3600" b="1" dirty="0" smtClean="0">
                <a:solidFill>
                  <a:srgbClr val="000000"/>
                </a:solidFill>
                <a:latin typeface="Arial Rounded MT Bold" pitchFamily="34" charset="0"/>
                <a:cs typeface="Verdana"/>
              </a:rPr>
              <a:t>t</a:t>
            </a:r>
            <a:r>
              <a:rPr lang="en-US" sz="3600" b="1" dirty="0" smtClean="0">
                <a:solidFill>
                  <a:srgbClr val="000000"/>
                </a:solidFill>
                <a:latin typeface="Arial Rounded MT Bold" pitchFamily="34" charset="0"/>
                <a:cs typeface="Verdana"/>
              </a:rPr>
              <a:t>o molest</a:t>
            </a:r>
            <a:r>
              <a:rPr lang="en-US" sz="3600" b="1" spc="956" dirty="0" smtClean="0">
                <a:solidFill>
                  <a:srgbClr val="000000"/>
                </a:solidFill>
                <a:latin typeface="Arial Rounded MT Bold" pitchFamily="34" charset="0"/>
                <a:cs typeface="Verdana"/>
              </a:rPr>
              <a:t> </a:t>
            </a:r>
            <a:r>
              <a:rPr lang="en-US" sz="3600" b="1" dirty="0">
                <a:solidFill>
                  <a:srgbClr val="000000"/>
                </a:solidFill>
                <a:latin typeface="Arial Rounded MT Bold" pitchFamily="34" charset="0"/>
                <a:cs typeface="Verdana"/>
              </a:rPr>
              <a:t>a </a:t>
            </a:r>
            <a:r>
              <a:rPr lang="en-US" sz="3600" b="1" dirty="0" smtClean="0">
                <a:solidFill>
                  <a:srgbClr val="000000"/>
                </a:solidFill>
                <a:latin typeface="Arial Rounded MT Bold" pitchFamily="34" charset="0"/>
                <a:cs typeface="Verdana"/>
              </a:rPr>
              <a:t>lady</a:t>
            </a:r>
            <a:endParaRPr lang="en-US" sz="2800" b="1" dirty="0" smtClean="0">
              <a:solidFill>
                <a:srgbClr val="000000"/>
              </a:solidFill>
              <a:latin typeface="Verdana"/>
              <a:cs typeface="Verdana"/>
            </a:endParaRPr>
          </a:p>
          <a:p>
            <a:pPr marL="0" marR="0">
              <a:lnSpc>
                <a:spcPts val="3402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2800" b="1" dirty="0" smtClean="0">
                <a:solidFill>
                  <a:srgbClr val="000000"/>
                </a:solidFill>
                <a:latin typeface="Verdana"/>
                <a:cs typeface="Verdana"/>
              </a:rPr>
              <a:t>   </a:t>
            </a:r>
          </a:p>
          <a:p>
            <a:pPr marL="0" marR="0">
              <a:lnSpc>
                <a:spcPts val="3402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2800" b="1" dirty="0">
                <a:solidFill>
                  <a:srgbClr val="000000"/>
                </a:solidFill>
                <a:latin typeface="Verdana"/>
                <a:cs typeface="Verdana"/>
              </a:rPr>
              <a:t> </a:t>
            </a:r>
            <a:r>
              <a:rPr lang="en-US" sz="2800" b="1" dirty="0" smtClean="0">
                <a:solidFill>
                  <a:srgbClr val="000000"/>
                </a:solidFill>
                <a:latin typeface="Verdana"/>
                <a:cs typeface="Verdana"/>
              </a:rPr>
              <a:t>  </a:t>
            </a:r>
            <a:endParaRPr sz="2800" b="1" dirty="0">
              <a:solidFill>
                <a:srgbClr val="000000"/>
              </a:solidFill>
              <a:latin typeface="Verdana"/>
              <a:cs typeface="Verdana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342899" y="501824"/>
            <a:ext cx="9229951" cy="2436564"/>
          </a:xfrm>
          <a:prstGeom prst="rect">
            <a:avLst/>
          </a:prstGeom>
          <a:ln/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vert="horz" wrap="square" lIns="0" tIns="0" rIns="0" bIns="0" rtlCol="0">
            <a:spAutoFit/>
          </a:bodyPr>
          <a:lstStyle/>
          <a:p>
            <a:pPr marL="123774" marR="0">
              <a:lnSpc>
                <a:spcPts val="4375"/>
              </a:lnSpc>
              <a:spcBef>
                <a:spcPts val="0"/>
              </a:spcBef>
              <a:spcAft>
                <a:spcPts val="0"/>
              </a:spcAft>
            </a:pPr>
            <a:r>
              <a:rPr sz="3600" b="1" dirty="0">
                <a:solidFill>
                  <a:srgbClr val="000000"/>
                </a:solidFill>
                <a:latin typeface="Arial Rounded MT Bold" pitchFamily="34" charset="0"/>
                <a:cs typeface="Verdana"/>
              </a:rPr>
              <a:t>To activate </a:t>
            </a:r>
            <a:r>
              <a:rPr lang="en-US" sz="3600" b="1" dirty="0" smtClean="0">
                <a:solidFill>
                  <a:srgbClr val="000000"/>
                </a:solidFill>
                <a:latin typeface="Arial Rounded MT Bold" pitchFamily="34" charset="0"/>
                <a:cs typeface="Verdana"/>
              </a:rPr>
              <a:t>   </a:t>
            </a:r>
            <a:r>
              <a:rPr lang="en-US" sz="3600" b="1" dirty="0" smtClean="0">
                <a:solidFill>
                  <a:srgbClr val="000000"/>
                </a:solidFill>
                <a:latin typeface="Verdana"/>
                <a:cs typeface="Verdana"/>
              </a:rPr>
              <a:t>"</a:t>
            </a:r>
            <a:r>
              <a:rPr sz="3600" b="1" dirty="0" smtClean="0">
                <a:solidFill>
                  <a:srgbClr val="000000"/>
                </a:solidFill>
                <a:latin typeface="Cooper Black" pitchFamily="18" charset="0"/>
                <a:cs typeface="Verdana"/>
              </a:rPr>
              <a:t>C</a:t>
            </a:r>
            <a:r>
              <a:rPr lang="en-US" sz="3600" b="1" dirty="0" smtClean="0">
                <a:solidFill>
                  <a:srgbClr val="000000"/>
                </a:solidFill>
                <a:latin typeface="Cooper Black" pitchFamily="18" charset="0"/>
                <a:cs typeface="Verdana"/>
              </a:rPr>
              <a:t>ODE WHITE</a:t>
            </a:r>
            <a:r>
              <a:rPr lang="en-US" sz="3600" b="1" dirty="0" smtClean="0">
                <a:solidFill>
                  <a:srgbClr val="000000"/>
                </a:solidFill>
                <a:latin typeface="Verdana"/>
                <a:cs typeface="Verdana"/>
              </a:rPr>
              <a:t>”</a:t>
            </a:r>
            <a:r>
              <a:rPr sz="3600" b="1" spc="1231" dirty="0" smtClean="0">
                <a:solidFill>
                  <a:srgbClr val="000000"/>
                </a:solidFill>
                <a:latin typeface="Verdana"/>
                <a:cs typeface="Verdana"/>
              </a:rPr>
              <a:t> </a:t>
            </a:r>
            <a:endParaRPr lang="en-US" sz="3600" b="1" spc="1231" dirty="0" smtClean="0">
              <a:solidFill>
                <a:srgbClr val="000000"/>
              </a:solidFill>
              <a:latin typeface="Verdana"/>
              <a:cs typeface="Verdana"/>
            </a:endParaRPr>
          </a:p>
          <a:p>
            <a:pPr marL="123774" marR="0">
              <a:lnSpc>
                <a:spcPts val="4375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3600" b="1" spc="1231" dirty="0">
                <a:solidFill>
                  <a:srgbClr val="000000"/>
                </a:solidFill>
                <a:latin typeface="Arial Rounded MT Bold" pitchFamily="34" charset="0"/>
                <a:cs typeface="Verdana"/>
              </a:rPr>
              <a:t> </a:t>
            </a:r>
            <a:r>
              <a:rPr lang="en-US" sz="3600" b="1" spc="1231" dirty="0" smtClean="0">
                <a:solidFill>
                  <a:srgbClr val="000000"/>
                </a:solidFill>
                <a:latin typeface="Arial Rounded MT Bold" pitchFamily="34" charset="0"/>
                <a:cs typeface="Verdana"/>
              </a:rPr>
              <a:t>   </a:t>
            </a:r>
            <a:r>
              <a:rPr sz="3600" b="1" dirty="0" smtClean="0">
                <a:solidFill>
                  <a:srgbClr val="000000"/>
                </a:solidFill>
                <a:latin typeface="Arial Rounded MT Bold" pitchFamily="34" charset="0"/>
                <a:cs typeface="Verdana"/>
              </a:rPr>
              <a:t>dial</a:t>
            </a:r>
            <a:r>
              <a:rPr sz="3600" b="1" spc="1233" dirty="0" smtClean="0">
                <a:solidFill>
                  <a:srgbClr val="000000"/>
                </a:solidFill>
                <a:latin typeface="Arial Rounded MT Bold" pitchFamily="34" charset="0"/>
                <a:cs typeface="Verdana"/>
              </a:rPr>
              <a:t> </a:t>
            </a:r>
            <a:r>
              <a:rPr sz="3600" b="1" dirty="0">
                <a:solidFill>
                  <a:srgbClr val="000000"/>
                </a:solidFill>
                <a:latin typeface="Arial Rounded MT Bold" pitchFamily="34" charset="0"/>
                <a:cs typeface="Verdana"/>
              </a:rPr>
              <a:t>9111</a:t>
            </a:r>
          </a:p>
          <a:p>
            <a:pPr marL="0" marR="0">
              <a:lnSpc>
                <a:spcPts val="3402"/>
              </a:lnSpc>
              <a:spcBef>
                <a:spcPts val="0"/>
              </a:spcBef>
              <a:spcAft>
                <a:spcPts val="0"/>
              </a:spcAft>
            </a:pPr>
            <a:r>
              <a:rPr sz="3600" b="1" dirty="0">
                <a:solidFill>
                  <a:srgbClr val="000000"/>
                </a:solidFill>
                <a:latin typeface="Arial Rounded MT Bold" pitchFamily="34" charset="0"/>
                <a:cs typeface="HIBAHQ+Verdana Bold"/>
              </a:rPr>
              <a:t>ꢀ</a:t>
            </a:r>
            <a:r>
              <a:rPr sz="3600" b="1" spc="258" dirty="0">
                <a:solidFill>
                  <a:srgbClr val="000000"/>
                </a:solidFill>
                <a:latin typeface="Arial Rounded MT Bold" pitchFamily="34" charset="0"/>
                <a:cs typeface="Times New Roman"/>
              </a:rPr>
              <a:t> </a:t>
            </a:r>
            <a:r>
              <a:rPr lang="en-US" sz="3600" b="1" spc="258" dirty="0">
                <a:solidFill>
                  <a:srgbClr val="000000"/>
                </a:solidFill>
                <a:latin typeface="Arial Rounded MT Bold" pitchFamily="34" charset="0"/>
                <a:cs typeface="Times New Roman"/>
              </a:rPr>
              <a:t>S</a:t>
            </a:r>
            <a:r>
              <a:rPr lang="en-US" sz="3600" b="1" spc="258" dirty="0" smtClean="0">
                <a:solidFill>
                  <a:srgbClr val="000000"/>
                </a:solidFill>
                <a:latin typeface="Arial Rounded MT Bold" pitchFamily="34" charset="0"/>
                <a:cs typeface="Times New Roman"/>
              </a:rPr>
              <a:t>tate your </a:t>
            </a:r>
            <a:r>
              <a:rPr lang="en-US" sz="3600" b="1" dirty="0">
                <a:solidFill>
                  <a:srgbClr val="000000"/>
                </a:solidFill>
                <a:latin typeface="Arial Rounded MT Bold" pitchFamily="34" charset="0"/>
                <a:cs typeface="Verdana"/>
              </a:rPr>
              <a:t>e</a:t>
            </a:r>
            <a:r>
              <a:rPr sz="3600" b="1" dirty="0" smtClean="0">
                <a:solidFill>
                  <a:srgbClr val="000000"/>
                </a:solidFill>
                <a:latin typeface="Arial Rounded MT Bold" pitchFamily="34" charset="0"/>
                <a:cs typeface="Verdana"/>
              </a:rPr>
              <a:t>xact</a:t>
            </a:r>
            <a:r>
              <a:rPr lang="en-US" sz="3600" b="1" dirty="0" smtClean="0">
                <a:solidFill>
                  <a:srgbClr val="000000"/>
                </a:solidFill>
                <a:latin typeface="Arial Rounded MT Bold" pitchFamily="34" charset="0"/>
                <a:cs typeface="Verdana"/>
              </a:rPr>
              <a:t> </a:t>
            </a:r>
            <a:r>
              <a:rPr sz="3600" b="1" dirty="0" smtClean="0">
                <a:solidFill>
                  <a:srgbClr val="000000"/>
                </a:solidFill>
                <a:latin typeface="Arial Rounded MT Bold" pitchFamily="34" charset="0"/>
                <a:cs typeface="Verdana"/>
              </a:rPr>
              <a:t> </a:t>
            </a:r>
            <a:r>
              <a:rPr sz="3600" b="1" dirty="0">
                <a:solidFill>
                  <a:srgbClr val="000000"/>
                </a:solidFill>
                <a:latin typeface="Arial Rounded MT Bold" pitchFamily="34" charset="0"/>
                <a:cs typeface="Verdana"/>
              </a:rPr>
              <a:t>location of incident </a:t>
            </a:r>
          </a:p>
          <a:p>
            <a:pPr>
              <a:lnSpc>
                <a:spcPts val="3402"/>
              </a:lnSpc>
            </a:pPr>
            <a:r>
              <a:rPr sz="3600" b="1" dirty="0">
                <a:solidFill>
                  <a:srgbClr val="000000"/>
                </a:solidFill>
                <a:latin typeface="Arial Rounded MT Bold" pitchFamily="34" charset="0"/>
                <a:cs typeface="HIBAHQ+Verdana Bold"/>
              </a:rPr>
              <a:t>ꢀ</a:t>
            </a:r>
            <a:r>
              <a:rPr sz="3600" b="1" spc="258" dirty="0">
                <a:solidFill>
                  <a:srgbClr val="000000"/>
                </a:solidFill>
                <a:latin typeface="Arial Rounded MT Bold" pitchFamily="34" charset="0"/>
                <a:cs typeface="Times New Roman"/>
              </a:rPr>
              <a:t> </a:t>
            </a:r>
            <a:r>
              <a:rPr sz="3600" b="1" dirty="0">
                <a:solidFill>
                  <a:srgbClr val="000000"/>
                </a:solidFill>
                <a:latin typeface="Arial Rounded MT Bold" pitchFamily="34" charset="0"/>
                <a:cs typeface="Verdana"/>
              </a:rPr>
              <a:t>Nature of </a:t>
            </a:r>
            <a:r>
              <a:rPr sz="3600" b="1" dirty="0" smtClean="0">
                <a:solidFill>
                  <a:srgbClr val="000000"/>
                </a:solidFill>
                <a:latin typeface="Arial Rounded MT Bold" pitchFamily="34" charset="0"/>
                <a:cs typeface="Verdana"/>
              </a:rPr>
              <a:t>incident</a:t>
            </a:r>
            <a:endParaRPr lang="en-US" sz="3600" b="1" dirty="0" smtClean="0">
              <a:solidFill>
                <a:srgbClr val="000000"/>
              </a:solidFill>
              <a:latin typeface="Arial Rounded MT Bold" pitchFamily="34" charset="0"/>
              <a:cs typeface="Verdana"/>
            </a:endParaRPr>
          </a:p>
          <a:p>
            <a:pPr>
              <a:lnSpc>
                <a:spcPts val="3402"/>
              </a:lnSpc>
            </a:pPr>
            <a:r>
              <a:rPr lang="en-US" sz="3600" b="1" dirty="0" smtClean="0">
                <a:solidFill>
                  <a:srgbClr val="000000"/>
                </a:solidFill>
                <a:latin typeface="Arial Rounded MT Bold" pitchFamily="34" charset="0"/>
                <a:cs typeface="HIBAHQ+Verdana Bold"/>
              </a:rPr>
              <a:t>ꢀ</a:t>
            </a:r>
            <a:r>
              <a:rPr lang="en-US" sz="3600" b="1" spc="258" dirty="0" smtClean="0">
                <a:solidFill>
                  <a:srgbClr val="000000"/>
                </a:solidFill>
                <a:latin typeface="Arial Rounded MT Bold" pitchFamily="34" charset="0"/>
                <a:cs typeface="Times New Roman"/>
              </a:rPr>
              <a:t> </a:t>
            </a:r>
            <a:r>
              <a:rPr lang="en-US" sz="3600" b="1" dirty="0">
                <a:solidFill>
                  <a:srgbClr val="000000"/>
                </a:solidFill>
                <a:latin typeface="Arial Rounded MT Bold" pitchFamily="34" charset="0"/>
                <a:cs typeface="Verdana"/>
              </a:rPr>
              <a:t>Your name and designation</a:t>
            </a:r>
            <a:r>
              <a:rPr lang="en-US" sz="3600" b="1" dirty="0" smtClean="0">
                <a:solidFill>
                  <a:srgbClr val="000000"/>
                </a:solidFill>
                <a:cs typeface="Verdana"/>
              </a:rPr>
              <a:t>.</a:t>
            </a:r>
            <a:endParaRPr lang="en-US" sz="3600" b="1" dirty="0">
              <a:solidFill>
                <a:srgbClr val="000000"/>
              </a:solidFill>
              <a:cs typeface="Verdana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457404" y="3525893"/>
            <a:ext cx="9115446" cy="56425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4375"/>
              </a:lnSpc>
              <a:spcBef>
                <a:spcPts val="0"/>
              </a:spcBef>
              <a:spcAft>
                <a:spcPts val="0"/>
              </a:spcAft>
            </a:pPr>
            <a:r>
              <a:rPr sz="3600" b="1" dirty="0" smtClean="0">
                <a:solidFill>
                  <a:srgbClr val="000000"/>
                </a:solidFill>
                <a:latin typeface="Cooper Black" pitchFamily="18" charset="0"/>
                <a:cs typeface="Verdana"/>
              </a:rPr>
              <a:t>THE</a:t>
            </a:r>
            <a:r>
              <a:rPr lang="en-US" sz="3600" b="1" dirty="0" smtClean="0">
                <a:solidFill>
                  <a:srgbClr val="000000"/>
                </a:solidFill>
                <a:latin typeface="Cooper Black" pitchFamily="18" charset="0"/>
                <a:cs typeface="Verdana"/>
              </a:rPr>
              <a:t> </a:t>
            </a:r>
            <a:r>
              <a:rPr sz="3600" b="1" dirty="0" smtClean="0">
                <a:solidFill>
                  <a:srgbClr val="000000"/>
                </a:solidFill>
                <a:latin typeface="Cooper Black" pitchFamily="18" charset="0"/>
                <a:cs typeface="Verdana"/>
              </a:rPr>
              <a:t> IN</a:t>
            </a:r>
            <a:r>
              <a:rPr lang="en-US" sz="3600" b="1" dirty="0" smtClean="0">
                <a:solidFill>
                  <a:srgbClr val="000000"/>
                </a:solidFill>
                <a:latin typeface="Cooper Black" pitchFamily="18" charset="0"/>
                <a:cs typeface="Verdana"/>
              </a:rPr>
              <a:t> </a:t>
            </a:r>
            <a:r>
              <a:rPr sz="3600" b="1" dirty="0" smtClean="0">
                <a:solidFill>
                  <a:srgbClr val="000000"/>
                </a:solidFill>
                <a:latin typeface="Cooper Black" pitchFamily="18" charset="0"/>
                <a:cs typeface="Verdana"/>
              </a:rPr>
              <a:t>-</a:t>
            </a:r>
            <a:r>
              <a:rPr lang="en-US" sz="3600" b="1" dirty="0" smtClean="0">
                <a:solidFill>
                  <a:srgbClr val="000000"/>
                </a:solidFill>
                <a:latin typeface="Cooper Black" pitchFamily="18" charset="0"/>
                <a:cs typeface="Verdana"/>
              </a:rPr>
              <a:t> </a:t>
            </a:r>
            <a:r>
              <a:rPr sz="3600" b="1" dirty="0" smtClean="0">
                <a:solidFill>
                  <a:srgbClr val="000000"/>
                </a:solidFill>
                <a:latin typeface="Cooper Black" pitchFamily="18" charset="0"/>
                <a:cs typeface="Verdana"/>
              </a:rPr>
              <a:t>CHARGE</a:t>
            </a:r>
            <a:endParaRPr sz="3600" b="1" dirty="0">
              <a:solidFill>
                <a:srgbClr val="000000"/>
              </a:solidFill>
              <a:latin typeface="Cooper Black" pitchFamily="18" charset="0"/>
              <a:cs typeface="Verdana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564704" y="4318248"/>
            <a:ext cx="9008146" cy="2462213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vert="horz" wrap="square" lIns="0" tIns="0" rIns="0" bIns="0" rtlCol="0">
            <a:spAutoFit/>
          </a:bodyPr>
          <a:lstStyle/>
          <a:p>
            <a:pPr marL="571500" marR="0" indent="-571500">
              <a:lnSpc>
                <a:spcPts val="3159"/>
              </a:lnSpc>
              <a:spcBef>
                <a:spcPts val="0"/>
              </a:spcBef>
              <a:spcAft>
                <a:spcPts val="0"/>
              </a:spcAft>
              <a:buFont typeface="Wingdings" pitchFamily="2" charset="2"/>
              <a:buChar char="v"/>
            </a:pPr>
            <a:r>
              <a:rPr sz="3600" b="1" dirty="0" smtClean="0">
                <a:solidFill>
                  <a:srgbClr val="000000"/>
                </a:solidFill>
                <a:latin typeface="Arial Rounded MT Bold" pitchFamily="34" charset="0"/>
                <a:ea typeface="Arial Unicode MS" pitchFamily="34" charset="-128"/>
                <a:cs typeface="Arial Unicode MS" pitchFamily="34" charset="-128"/>
              </a:rPr>
              <a:t>Log an incident report</a:t>
            </a:r>
            <a:endParaRPr lang="en-US" sz="3600" b="1" dirty="0" smtClean="0">
              <a:solidFill>
                <a:srgbClr val="000000"/>
              </a:solidFill>
              <a:latin typeface="Arial Rounded MT Bold" pitchFamily="34" charset="0"/>
              <a:ea typeface="Arial Unicode MS" pitchFamily="34" charset="-128"/>
              <a:cs typeface="Arial Unicode MS" pitchFamily="34" charset="-128"/>
            </a:endParaRPr>
          </a:p>
          <a:p>
            <a:pPr marL="0" marR="0">
              <a:lnSpc>
                <a:spcPts val="3159"/>
              </a:lnSpc>
              <a:spcBef>
                <a:spcPts val="0"/>
              </a:spcBef>
              <a:spcAft>
                <a:spcPts val="0"/>
              </a:spcAft>
            </a:pPr>
            <a:endParaRPr lang="en-US" sz="3600" b="1" dirty="0">
              <a:solidFill>
                <a:srgbClr val="000000"/>
              </a:solidFill>
              <a:latin typeface="Arial Unicode MS" pitchFamily="34" charset="-128"/>
              <a:ea typeface="Arial Unicode MS" pitchFamily="34" charset="-128"/>
              <a:cs typeface="Arial Unicode MS" pitchFamily="34" charset="-128"/>
            </a:endParaRPr>
          </a:p>
          <a:p>
            <a:pPr marL="571500" indent="-571500">
              <a:lnSpc>
                <a:spcPts val="3159"/>
              </a:lnSpc>
              <a:buFont typeface="Wingdings" pitchFamily="2" charset="2"/>
              <a:buChar char="v"/>
            </a:pPr>
            <a:r>
              <a:rPr lang="en-US" sz="3600" b="1" dirty="0" smtClean="0">
                <a:solidFill>
                  <a:srgbClr val="000000"/>
                </a:solidFill>
                <a:latin typeface="Arial Rounded MT Bold" pitchFamily="34" charset="0"/>
                <a:cs typeface="Verdana"/>
              </a:rPr>
              <a:t>mention </a:t>
            </a:r>
            <a:r>
              <a:rPr lang="en-US" sz="3600" b="1" dirty="0">
                <a:solidFill>
                  <a:srgbClr val="000000"/>
                </a:solidFill>
                <a:latin typeface="Arial Rounded MT Bold" pitchFamily="34" charset="0"/>
                <a:cs typeface="Verdana"/>
              </a:rPr>
              <a:t>if there</a:t>
            </a:r>
            <a:r>
              <a:rPr lang="en-US" sz="3600" b="1" spc="887" dirty="0">
                <a:solidFill>
                  <a:srgbClr val="000000"/>
                </a:solidFill>
                <a:latin typeface="Arial Rounded MT Bold" pitchFamily="34" charset="0"/>
                <a:cs typeface="Verdana"/>
              </a:rPr>
              <a:t> </a:t>
            </a:r>
            <a:r>
              <a:rPr lang="en-US" sz="3600" b="1" dirty="0">
                <a:solidFill>
                  <a:srgbClr val="000000"/>
                </a:solidFill>
                <a:latin typeface="Arial Rounded MT Bold" pitchFamily="34" charset="0"/>
                <a:cs typeface="Verdana"/>
              </a:rPr>
              <a:t>more than</a:t>
            </a:r>
            <a:r>
              <a:rPr lang="en-US" sz="3600" b="1" spc="889" dirty="0">
                <a:solidFill>
                  <a:srgbClr val="000000"/>
                </a:solidFill>
                <a:latin typeface="Arial Rounded MT Bold" pitchFamily="34" charset="0"/>
                <a:cs typeface="Verdana"/>
              </a:rPr>
              <a:t> </a:t>
            </a:r>
            <a:r>
              <a:rPr lang="en-US" sz="3600" b="1" dirty="0">
                <a:solidFill>
                  <a:srgbClr val="000000"/>
                </a:solidFill>
                <a:latin typeface="Arial Rounded MT Bold" pitchFamily="34" charset="0"/>
                <a:cs typeface="Verdana"/>
              </a:rPr>
              <a:t>5 </a:t>
            </a:r>
            <a:endParaRPr lang="en-US" sz="3600" b="1" dirty="0" smtClean="0">
              <a:solidFill>
                <a:srgbClr val="000000"/>
              </a:solidFill>
              <a:latin typeface="Arial Rounded MT Bold" pitchFamily="34" charset="0"/>
              <a:cs typeface="Verdana"/>
            </a:endParaRPr>
          </a:p>
          <a:p>
            <a:pPr>
              <a:lnSpc>
                <a:spcPts val="3159"/>
              </a:lnSpc>
            </a:pPr>
            <a:r>
              <a:rPr lang="en-US" sz="3600" b="1" dirty="0">
                <a:solidFill>
                  <a:srgbClr val="000000"/>
                </a:solidFill>
                <a:latin typeface="Arial Rounded MT Bold" pitchFamily="34" charset="0"/>
                <a:cs typeface="Verdana"/>
              </a:rPr>
              <a:t> </a:t>
            </a:r>
            <a:r>
              <a:rPr lang="en-US" sz="3600" b="1" dirty="0" smtClean="0">
                <a:solidFill>
                  <a:srgbClr val="000000"/>
                </a:solidFill>
                <a:latin typeface="Arial Rounded MT Bold" pitchFamily="34" charset="0"/>
                <a:cs typeface="Verdana"/>
              </a:rPr>
              <a:t>  minutes  delay </a:t>
            </a:r>
            <a:r>
              <a:rPr lang="en-US" sz="3600" b="1" dirty="0">
                <a:solidFill>
                  <a:srgbClr val="000000"/>
                </a:solidFill>
                <a:latin typeface="Arial Rounded MT Bold" pitchFamily="34" charset="0"/>
                <a:cs typeface="Verdana"/>
              </a:rPr>
              <a:t>the Code White </a:t>
            </a:r>
            <a:r>
              <a:rPr lang="en-US" sz="3600" b="1" dirty="0" smtClean="0">
                <a:solidFill>
                  <a:srgbClr val="000000"/>
                </a:solidFill>
                <a:latin typeface="Arial Rounded MT Bold" pitchFamily="34" charset="0"/>
                <a:cs typeface="Verdana"/>
              </a:rPr>
              <a:t>team</a:t>
            </a:r>
          </a:p>
          <a:p>
            <a:pPr>
              <a:lnSpc>
                <a:spcPts val="3159"/>
              </a:lnSpc>
            </a:pPr>
            <a:r>
              <a:rPr lang="en-US" sz="3600" b="1" dirty="0">
                <a:solidFill>
                  <a:srgbClr val="000000"/>
                </a:solidFill>
                <a:latin typeface="Arial Rounded MT Bold" pitchFamily="34" charset="0"/>
                <a:cs typeface="Verdana"/>
              </a:rPr>
              <a:t> </a:t>
            </a:r>
            <a:r>
              <a:rPr lang="en-US" sz="3600" b="1" dirty="0" smtClean="0">
                <a:solidFill>
                  <a:srgbClr val="000000"/>
                </a:solidFill>
                <a:latin typeface="Arial Rounded MT Bold" pitchFamily="34" charset="0"/>
                <a:cs typeface="Verdana"/>
              </a:rPr>
              <a:t>  members arriving on </a:t>
            </a:r>
            <a:r>
              <a:rPr lang="en-US" sz="3600" b="1" dirty="0">
                <a:solidFill>
                  <a:srgbClr val="000000"/>
                </a:solidFill>
                <a:latin typeface="Arial Rounded MT Bold" pitchFamily="34" charset="0"/>
                <a:cs typeface="Verdana"/>
              </a:rPr>
              <a:t>the scene</a:t>
            </a:r>
            <a:r>
              <a:rPr lang="en-US" sz="3600" b="1" dirty="0">
                <a:solidFill>
                  <a:srgbClr val="000000"/>
                </a:solidFill>
                <a:cs typeface="Verdana"/>
              </a:rPr>
              <a:t>.</a:t>
            </a:r>
          </a:p>
          <a:p>
            <a:pPr marL="0" marR="0">
              <a:lnSpc>
                <a:spcPts val="3159"/>
              </a:lnSpc>
              <a:spcBef>
                <a:spcPts val="0"/>
              </a:spcBef>
              <a:spcAft>
                <a:spcPts val="0"/>
              </a:spcAft>
            </a:pPr>
            <a:endParaRPr lang="en-US" sz="3600" b="1" dirty="0" smtClean="0">
              <a:solidFill>
                <a:srgbClr val="000000"/>
              </a:solidFill>
              <a:latin typeface="Arial Unicode MS" pitchFamily="34" charset="-128"/>
              <a:ea typeface="Arial Unicode MS" pitchFamily="34" charset="-128"/>
              <a:cs typeface="Arial Unicode MS" pitchFamily="34" charset="-128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420689" y="563270"/>
            <a:ext cx="9217024" cy="6719788"/>
          </a:xfrm>
          <a:prstGeom prst="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4375"/>
              </a:lnSpc>
              <a:spcBef>
                <a:spcPts val="0"/>
              </a:spcBef>
              <a:spcAft>
                <a:spcPts val="0"/>
              </a:spcAft>
            </a:pPr>
            <a:r>
              <a:rPr sz="3600" b="1" dirty="0">
                <a:solidFill>
                  <a:srgbClr val="000000"/>
                </a:solidFill>
                <a:latin typeface="Cooper Black" pitchFamily="18" charset="0"/>
                <a:cs typeface="Verdana"/>
              </a:rPr>
              <a:t>STAFF PRESENT IN THE SCENE:</a:t>
            </a:r>
          </a:p>
          <a:p>
            <a:pPr marL="0" marR="0">
              <a:lnSpc>
                <a:spcPts val="3159"/>
              </a:lnSpc>
              <a:spcBef>
                <a:spcPts val="0"/>
              </a:spcBef>
              <a:spcAft>
                <a:spcPts val="0"/>
              </a:spcAft>
            </a:pPr>
            <a:r>
              <a:rPr sz="3600" b="1" dirty="0">
                <a:solidFill>
                  <a:srgbClr val="000000"/>
                </a:solidFill>
                <a:latin typeface="Arial Rounded MT Bold" pitchFamily="34" charset="0"/>
                <a:cs typeface="HIBAHQ+Verdana Bold"/>
              </a:rPr>
              <a:t>ꢀRemain</a:t>
            </a:r>
            <a:r>
              <a:rPr sz="3600" b="1" spc="238" dirty="0">
                <a:solidFill>
                  <a:srgbClr val="000000"/>
                </a:solidFill>
                <a:latin typeface="Arial Rounded MT Bold" pitchFamily="34" charset="0"/>
                <a:cs typeface="Times New Roman"/>
              </a:rPr>
              <a:t> </a:t>
            </a:r>
            <a:r>
              <a:rPr sz="3600" b="1" dirty="0">
                <a:solidFill>
                  <a:srgbClr val="000000"/>
                </a:solidFill>
                <a:latin typeface="Arial Rounded MT Bold" pitchFamily="34" charset="0"/>
                <a:cs typeface="Verdana"/>
              </a:rPr>
              <a:t>calm, cautious and </a:t>
            </a:r>
            <a:r>
              <a:rPr sz="3600" b="1" dirty="0" smtClean="0">
                <a:solidFill>
                  <a:srgbClr val="000000"/>
                </a:solidFill>
                <a:latin typeface="Arial Rounded MT Bold" pitchFamily="34" charset="0"/>
                <a:cs typeface="Verdana"/>
              </a:rPr>
              <a:t>courteous;</a:t>
            </a:r>
            <a:endParaRPr lang="en-US" sz="3600" b="1" dirty="0" smtClean="0">
              <a:solidFill>
                <a:srgbClr val="000000"/>
              </a:solidFill>
              <a:latin typeface="Arial Rounded MT Bold" pitchFamily="34" charset="0"/>
              <a:cs typeface="Verdana"/>
            </a:endParaRPr>
          </a:p>
          <a:p>
            <a:pPr marL="0" marR="0">
              <a:lnSpc>
                <a:spcPts val="3159"/>
              </a:lnSpc>
              <a:spcBef>
                <a:spcPts val="0"/>
              </a:spcBef>
              <a:spcAft>
                <a:spcPts val="0"/>
              </a:spcAft>
            </a:pPr>
            <a:r>
              <a:rPr sz="3600" b="1" dirty="0" smtClean="0">
                <a:solidFill>
                  <a:srgbClr val="000000"/>
                </a:solidFill>
                <a:latin typeface="Arial Rounded MT Bold" pitchFamily="34" charset="0"/>
                <a:cs typeface="Verdana"/>
              </a:rPr>
              <a:t> </a:t>
            </a:r>
            <a:r>
              <a:rPr lang="en-US" sz="3600" b="1" dirty="0" smtClean="0">
                <a:solidFill>
                  <a:srgbClr val="000000"/>
                </a:solidFill>
                <a:latin typeface="Arial Rounded MT Bold" pitchFamily="34" charset="0"/>
                <a:cs typeface="Verdana"/>
              </a:rPr>
              <a:t>   </a:t>
            </a:r>
            <a:r>
              <a:rPr sz="3600" b="1" dirty="0" smtClean="0">
                <a:solidFill>
                  <a:srgbClr val="000000"/>
                </a:solidFill>
                <a:latin typeface="Arial Rounded MT Bold" pitchFamily="34" charset="0"/>
                <a:cs typeface="Verdana"/>
              </a:rPr>
              <a:t>be</a:t>
            </a:r>
            <a:r>
              <a:rPr lang="en-US" sz="3600" b="1" dirty="0" smtClean="0">
                <a:solidFill>
                  <a:srgbClr val="000000"/>
                </a:solidFill>
                <a:latin typeface="Arial Rounded MT Bold" pitchFamily="34" charset="0"/>
                <a:cs typeface="Verdana"/>
              </a:rPr>
              <a:t> </a:t>
            </a:r>
            <a:r>
              <a:rPr sz="3600" b="1" dirty="0" smtClean="0">
                <a:solidFill>
                  <a:srgbClr val="000000"/>
                </a:solidFill>
                <a:latin typeface="Arial Rounded MT Bold" pitchFamily="34" charset="0"/>
                <a:cs typeface="Verdana"/>
              </a:rPr>
              <a:t>assertive</a:t>
            </a:r>
            <a:r>
              <a:rPr sz="3600" b="1" dirty="0">
                <a:solidFill>
                  <a:srgbClr val="000000"/>
                </a:solidFill>
                <a:latin typeface="Arial Rounded MT Bold" pitchFamily="34" charset="0"/>
                <a:cs typeface="Verdana"/>
              </a:rPr>
              <a:t>, not aggressive, avoid </a:t>
            </a:r>
            <a:endParaRPr lang="en-US" sz="3600" b="1" dirty="0" smtClean="0">
              <a:solidFill>
                <a:srgbClr val="000000"/>
              </a:solidFill>
              <a:latin typeface="Arial Rounded MT Bold" pitchFamily="34" charset="0"/>
              <a:cs typeface="Verdana"/>
            </a:endParaRPr>
          </a:p>
          <a:p>
            <a:pPr marL="0" marR="0">
              <a:lnSpc>
                <a:spcPts val="3159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3600" b="1" dirty="0">
                <a:solidFill>
                  <a:srgbClr val="000000"/>
                </a:solidFill>
                <a:latin typeface="Arial Rounded MT Bold" pitchFamily="34" charset="0"/>
                <a:cs typeface="Verdana"/>
              </a:rPr>
              <a:t> </a:t>
            </a:r>
            <a:r>
              <a:rPr lang="en-US" sz="3600" b="1" dirty="0" smtClean="0">
                <a:solidFill>
                  <a:srgbClr val="000000"/>
                </a:solidFill>
                <a:latin typeface="Arial Rounded MT Bold" pitchFamily="34" charset="0"/>
                <a:cs typeface="Verdana"/>
              </a:rPr>
              <a:t>   </a:t>
            </a:r>
            <a:r>
              <a:rPr sz="3600" b="1" dirty="0" smtClean="0">
                <a:solidFill>
                  <a:srgbClr val="000000"/>
                </a:solidFill>
                <a:latin typeface="Arial Rounded MT Bold" pitchFamily="34" charset="0"/>
                <a:cs typeface="Verdana"/>
              </a:rPr>
              <a:t>creating </a:t>
            </a:r>
            <a:r>
              <a:rPr sz="3600" b="1" dirty="0">
                <a:solidFill>
                  <a:srgbClr val="000000"/>
                </a:solidFill>
                <a:latin typeface="Arial Rounded MT Bold" pitchFamily="34" charset="0"/>
                <a:cs typeface="Verdana"/>
              </a:rPr>
              <a:t>panic</a:t>
            </a:r>
            <a:r>
              <a:rPr sz="3600" b="1" dirty="0" smtClean="0">
                <a:solidFill>
                  <a:srgbClr val="000000"/>
                </a:solidFill>
                <a:latin typeface="Arial Rounded MT Bold" pitchFamily="34" charset="0"/>
                <a:cs typeface="Verdana"/>
              </a:rPr>
              <a:t>.</a:t>
            </a:r>
            <a:endParaRPr lang="en-US" sz="3600" b="1" dirty="0" smtClean="0">
              <a:solidFill>
                <a:srgbClr val="000000"/>
              </a:solidFill>
              <a:latin typeface="Arial Rounded MT Bold" pitchFamily="34" charset="0"/>
              <a:cs typeface="Verdana"/>
            </a:endParaRPr>
          </a:p>
          <a:p>
            <a:pPr marL="0" marR="0">
              <a:lnSpc>
                <a:spcPts val="3159"/>
              </a:lnSpc>
              <a:spcBef>
                <a:spcPts val="0"/>
              </a:spcBef>
              <a:spcAft>
                <a:spcPts val="0"/>
              </a:spcAft>
            </a:pPr>
            <a:endParaRPr sz="3600" b="1" dirty="0">
              <a:solidFill>
                <a:srgbClr val="000000"/>
              </a:solidFill>
              <a:latin typeface="Arial Rounded MT Bold" pitchFamily="34" charset="0"/>
              <a:cs typeface="Verdana"/>
            </a:endParaRPr>
          </a:p>
          <a:p>
            <a:pPr marL="0" marR="0">
              <a:lnSpc>
                <a:spcPts val="3159"/>
              </a:lnSpc>
              <a:spcBef>
                <a:spcPts val="0"/>
              </a:spcBef>
              <a:spcAft>
                <a:spcPts val="0"/>
              </a:spcAft>
            </a:pPr>
            <a:r>
              <a:rPr sz="3600" b="1" dirty="0">
                <a:solidFill>
                  <a:srgbClr val="000000"/>
                </a:solidFill>
                <a:latin typeface="Arial Rounded MT Bold" pitchFamily="34" charset="0"/>
                <a:cs typeface="HIBAHQ+Verdana Bold"/>
              </a:rPr>
              <a:t>ꢀConverse</a:t>
            </a:r>
            <a:r>
              <a:rPr sz="3600" b="1" spc="239" dirty="0">
                <a:solidFill>
                  <a:srgbClr val="000000"/>
                </a:solidFill>
                <a:latin typeface="Arial Rounded MT Bold" pitchFamily="34" charset="0"/>
                <a:cs typeface="Times New Roman"/>
              </a:rPr>
              <a:t> </a:t>
            </a:r>
            <a:r>
              <a:rPr sz="3600" b="1" dirty="0">
                <a:solidFill>
                  <a:srgbClr val="000000"/>
                </a:solidFill>
                <a:latin typeface="Arial Rounded MT Bold" pitchFamily="34" charset="0"/>
                <a:cs typeface="Verdana"/>
              </a:rPr>
              <a:t>and answer questions </a:t>
            </a:r>
            <a:endParaRPr lang="en-US" sz="3600" b="1" dirty="0" smtClean="0">
              <a:solidFill>
                <a:srgbClr val="000000"/>
              </a:solidFill>
              <a:latin typeface="Arial Rounded MT Bold" pitchFamily="34" charset="0"/>
              <a:cs typeface="Verdana"/>
            </a:endParaRPr>
          </a:p>
          <a:p>
            <a:pPr marL="0" marR="0">
              <a:lnSpc>
                <a:spcPts val="3159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3600" b="1" dirty="0">
                <a:solidFill>
                  <a:srgbClr val="000000"/>
                </a:solidFill>
                <a:latin typeface="Arial Rounded MT Bold" pitchFamily="34" charset="0"/>
                <a:cs typeface="Verdana"/>
              </a:rPr>
              <a:t> </a:t>
            </a:r>
            <a:r>
              <a:rPr lang="en-US" sz="3600" b="1" dirty="0" smtClean="0">
                <a:solidFill>
                  <a:srgbClr val="000000"/>
                </a:solidFill>
                <a:latin typeface="Arial Rounded MT Bold" pitchFamily="34" charset="0"/>
                <a:cs typeface="Verdana"/>
              </a:rPr>
              <a:t>    </a:t>
            </a:r>
            <a:r>
              <a:rPr sz="3600" b="1" dirty="0" smtClean="0">
                <a:solidFill>
                  <a:srgbClr val="000000"/>
                </a:solidFill>
                <a:latin typeface="Arial Rounded MT Bold" pitchFamily="34" charset="0"/>
                <a:cs typeface="Verdana"/>
              </a:rPr>
              <a:t>courteously.</a:t>
            </a:r>
            <a:endParaRPr lang="en-US" sz="3600" b="1" dirty="0" smtClean="0">
              <a:solidFill>
                <a:srgbClr val="000000"/>
              </a:solidFill>
              <a:latin typeface="Arial Rounded MT Bold" pitchFamily="34" charset="0"/>
              <a:cs typeface="Verdana"/>
            </a:endParaRPr>
          </a:p>
          <a:p>
            <a:pPr marL="0" marR="0">
              <a:lnSpc>
                <a:spcPts val="3159"/>
              </a:lnSpc>
              <a:spcBef>
                <a:spcPts val="0"/>
              </a:spcBef>
              <a:spcAft>
                <a:spcPts val="0"/>
              </a:spcAft>
            </a:pPr>
            <a:endParaRPr sz="3600" b="1" dirty="0">
              <a:solidFill>
                <a:srgbClr val="000000"/>
              </a:solidFill>
              <a:latin typeface="Arial Rounded MT Bold" pitchFamily="34" charset="0"/>
              <a:cs typeface="Verdana"/>
            </a:endParaRPr>
          </a:p>
          <a:p>
            <a:pPr marL="0" marR="0">
              <a:lnSpc>
                <a:spcPts val="3159"/>
              </a:lnSpc>
              <a:spcBef>
                <a:spcPts val="0"/>
              </a:spcBef>
              <a:spcAft>
                <a:spcPts val="0"/>
              </a:spcAft>
            </a:pPr>
            <a:r>
              <a:rPr sz="3600" b="1" dirty="0">
                <a:solidFill>
                  <a:srgbClr val="000000"/>
                </a:solidFill>
                <a:latin typeface="Arial Rounded MT Bold" pitchFamily="34" charset="0"/>
                <a:cs typeface="HIBAHQ+Verdana Bold"/>
              </a:rPr>
              <a:t>ꢀIn</a:t>
            </a:r>
            <a:r>
              <a:rPr sz="3600" b="1" spc="238" dirty="0">
                <a:solidFill>
                  <a:srgbClr val="000000"/>
                </a:solidFill>
                <a:latin typeface="Arial Rounded MT Bold" pitchFamily="34" charset="0"/>
                <a:cs typeface="Times New Roman"/>
              </a:rPr>
              <a:t> </a:t>
            </a:r>
            <a:r>
              <a:rPr sz="3600" b="1" dirty="0">
                <a:solidFill>
                  <a:srgbClr val="000000"/>
                </a:solidFill>
                <a:latin typeface="Arial Rounded MT Bold" pitchFamily="34" charset="0"/>
                <a:cs typeface="Verdana"/>
              </a:rPr>
              <a:t>the case of multiple offenders are </a:t>
            </a:r>
            <a:endParaRPr lang="en-US" sz="3600" b="1" dirty="0" smtClean="0">
              <a:solidFill>
                <a:srgbClr val="000000"/>
              </a:solidFill>
              <a:latin typeface="Arial Rounded MT Bold" pitchFamily="34" charset="0"/>
              <a:cs typeface="Verdana"/>
            </a:endParaRPr>
          </a:p>
          <a:p>
            <a:pPr marL="0" marR="0">
              <a:lnSpc>
                <a:spcPts val="3159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3600" b="1" dirty="0">
                <a:solidFill>
                  <a:srgbClr val="000000"/>
                </a:solidFill>
                <a:latin typeface="Arial Rounded MT Bold" pitchFamily="34" charset="0"/>
                <a:cs typeface="Verdana"/>
              </a:rPr>
              <a:t> </a:t>
            </a:r>
            <a:r>
              <a:rPr lang="en-US" sz="3600" b="1" dirty="0" smtClean="0">
                <a:solidFill>
                  <a:srgbClr val="000000"/>
                </a:solidFill>
                <a:latin typeface="Arial Rounded MT Bold" pitchFamily="34" charset="0"/>
                <a:cs typeface="Verdana"/>
              </a:rPr>
              <a:t>   </a:t>
            </a:r>
            <a:r>
              <a:rPr sz="3600" b="1" dirty="0" smtClean="0">
                <a:solidFill>
                  <a:srgbClr val="000000"/>
                </a:solidFill>
                <a:latin typeface="Arial Rounded MT Bold" pitchFamily="34" charset="0"/>
                <a:cs typeface="Verdana"/>
              </a:rPr>
              <a:t>involved,</a:t>
            </a:r>
            <a:r>
              <a:rPr lang="en-US" sz="3600" b="1" dirty="0">
                <a:solidFill>
                  <a:srgbClr val="000000"/>
                </a:solidFill>
                <a:latin typeface="Arial Rounded MT Bold" pitchFamily="34" charset="0"/>
                <a:cs typeface="Verdana"/>
              </a:rPr>
              <a:t> </a:t>
            </a:r>
            <a:r>
              <a:rPr sz="3600" b="1" dirty="0" smtClean="0">
                <a:solidFill>
                  <a:srgbClr val="000000"/>
                </a:solidFill>
                <a:latin typeface="Arial Rounded MT Bold" pitchFamily="34" charset="0"/>
                <a:cs typeface="Verdana"/>
              </a:rPr>
              <a:t>staff </a:t>
            </a:r>
            <a:r>
              <a:rPr sz="3600" b="1" dirty="0">
                <a:solidFill>
                  <a:srgbClr val="000000"/>
                </a:solidFill>
                <a:latin typeface="Arial Rounded MT Bold" pitchFamily="34" charset="0"/>
                <a:cs typeface="Verdana"/>
              </a:rPr>
              <a:t>of the adjacent </a:t>
            </a:r>
            <a:r>
              <a:rPr sz="3600" b="1" dirty="0" smtClean="0">
                <a:solidFill>
                  <a:srgbClr val="000000"/>
                </a:solidFill>
                <a:latin typeface="Arial Rounded MT Bold" pitchFamily="34" charset="0"/>
                <a:cs typeface="Verdana"/>
              </a:rPr>
              <a:t>areas</a:t>
            </a:r>
            <a:endParaRPr lang="en-US" sz="3600" b="1" dirty="0" smtClean="0">
              <a:solidFill>
                <a:srgbClr val="000000"/>
              </a:solidFill>
              <a:latin typeface="Arial Rounded MT Bold" pitchFamily="34" charset="0"/>
              <a:cs typeface="Verdana"/>
            </a:endParaRPr>
          </a:p>
          <a:p>
            <a:pPr marL="0" marR="0">
              <a:lnSpc>
                <a:spcPts val="3159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3600" b="1" dirty="0">
                <a:solidFill>
                  <a:srgbClr val="000000"/>
                </a:solidFill>
                <a:latin typeface="Arial Rounded MT Bold" pitchFamily="34" charset="0"/>
                <a:cs typeface="Verdana"/>
              </a:rPr>
              <a:t> </a:t>
            </a:r>
            <a:r>
              <a:rPr lang="en-US" sz="3600" b="1" dirty="0" smtClean="0">
                <a:solidFill>
                  <a:srgbClr val="000000"/>
                </a:solidFill>
                <a:latin typeface="Arial Rounded MT Bold" pitchFamily="34" charset="0"/>
                <a:cs typeface="Verdana"/>
              </a:rPr>
              <a:t>  </a:t>
            </a:r>
            <a:r>
              <a:rPr sz="3600" b="1" dirty="0" smtClean="0">
                <a:solidFill>
                  <a:srgbClr val="000000"/>
                </a:solidFill>
                <a:latin typeface="Arial Rounded MT Bold" pitchFamily="34" charset="0"/>
                <a:cs typeface="Verdana"/>
              </a:rPr>
              <a:t> </a:t>
            </a:r>
            <a:r>
              <a:rPr sz="3600" b="1" dirty="0" err="1" smtClean="0">
                <a:solidFill>
                  <a:srgbClr val="000000"/>
                </a:solidFill>
                <a:latin typeface="Arial Rounded MT Bold" pitchFamily="34" charset="0"/>
                <a:cs typeface="Verdana"/>
              </a:rPr>
              <a:t>shl</a:t>
            </a:r>
            <a:r>
              <a:rPr lang="en-US" sz="3600" b="1" dirty="0" err="1" smtClean="0">
                <a:solidFill>
                  <a:srgbClr val="000000"/>
                </a:solidFill>
                <a:latin typeface="Arial Rounded MT Bold" pitchFamily="34" charset="0"/>
                <a:cs typeface="Verdana"/>
              </a:rPr>
              <a:t>ou</a:t>
            </a:r>
            <a:r>
              <a:rPr sz="3600" b="1" dirty="0" err="1" smtClean="0">
                <a:solidFill>
                  <a:srgbClr val="000000"/>
                </a:solidFill>
                <a:latin typeface="Arial Rounded MT Bold" pitchFamily="34" charset="0"/>
                <a:cs typeface="Verdana"/>
              </a:rPr>
              <a:t>d</a:t>
            </a:r>
            <a:r>
              <a:rPr sz="3600" b="1" dirty="0" smtClean="0">
                <a:solidFill>
                  <a:srgbClr val="000000"/>
                </a:solidFill>
                <a:latin typeface="Arial Rounded MT Bold" pitchFamily="34" charset="0"/>
                <a:cs typeface="Verdana"/>
              </a:rPr>
              <a:t> </a:t>
            </a:r>
            <a:r>
              <a:rPr sz="3600" b="1" dirty="0">
                <a:solidFill>
                  <a:srgbClr val="000000"/>
                </a:solidFill>
                <a:latin typeface="Arial Rounded MT Bold" pitchFamily="34" charset="0"/>
                <a:cs typeface="Verdana"/>
              </a:rPr>
              <a:t>lock doors </a:t>
            </a:r>
            <a:r>
              <a:rPr lang="en-US" sz="3600" b="1" dirty="0" smtClean="0">
                <a:solidFill>
                  <a:srgbClr val="000000"/>
                </a:solidFill>
                <a:latin typeface="Arial Rounded MT Bold" pitchFamily="34" charset="0"/>
                <a:cs typeface="Verdana"/>
              </a:rPr>
              <a:t>&amp;</a:t>
            </a:r>
            <a:r>
              <a:rPr lang="en-US" sz="3600" b="1" dirty="0">
                <a:solidFill>
                  <a:srgbClr val="000000"/>
                </a:solidFill>
                <a:latin typeface="Arial Rounded MT Bold" pitchFamily="34" charset="0"/>
                <a:cs typeface="Verdana"/>
              </a:rPr>
              <a:t> </a:t>
            </a:r>
            <a:r>
              <a:rPr sz="3600" b="1" dirty="0" smtClean="0">
                <a:solidFill>
                  <a:srgbClr val="000000"/>
                </a:solidFill>
                <a:latin typeface="Arial Rounded MT Bold" pitchFamily="34" charset="0"/>
                <a:cs typeface="Verdana"/>
              </a:rPr>
              <a:t>stay </a:t>
            </a:r>
            <a:r>
              <a:rPr sz="3600" b="1" dirty="0">
                <a:solidFill>
                  <a:srgbClr val="000000"/>
                </a:solidFill>
                <a:latin typeface="Arial Rounded MT Bold" pitchFamily="34" charset="0"/>
                <a:cs typeface="Verdana"/>
              </a:rPr>
              <a:t>out of the </a:t>
            </a:r>
            <a:endParaRPr lang="en-US" sz="3600" b="1" dirty="0" smtClean="0">
              <a:solidFill>
                <a:srgbClr val="000000"/>
              </a:solidFill>
              <a:latin typeface="Arial Rounded MT Bold" pitchFamily="34" charset="0"/>
              <a:cs typeface="Verdana"/>
            </a:endParaRPr>
          </a:p>
          <a:p>
            <a:pPr marL="0" marR="0">
              <a:lnSpc>
                <a:spcPts val="3159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3600" b="1" dirty="0">
                <a:solidFill>
                  <a:srgbClr val="000000"/>
                </a:solidFill>
                <a:latin typeface="Arial Rounded MT Bold" pitchFamily="34" charset="0"/>
                <a:cs typeface="Verdana"/>
              </a:rPr>
              <a:t> </a:t>
            </a:r>
            <a:r>
              <a:rPr lang="en-US" sz="3600" b="1" dirty="0" smtClean="0">
                <a:solidFill>
                  <a:srgbClr val="000000"/>
                </a:solidFill>
                <a:latin typeface="Arial Rounded MT Bold" pitchFamily="34" charset="0"/>
                <a:cs typeface="Verdana"/>
              </a:rPr>
              <a:t>   </a:t>
            </a:r>
            <a:r>
              <a:rPr sz="3600" b="1" dirty="0" smtClean="0">
                <a:solidFill>
                  <a:srgbClr val="000000"/>
                </a:solidFill>
                <a:latin typeface="Arial Rounded MT Bold" pitchFamily="34" charset="0"/>
                <a:cs typeface="Verdana"/>
              </a:rPr>
              <a:t>danger </a:t>
            </a:r>
            <a:r>
              <a:rPr sz="3600" b="1" dirty="0">
                <a:solidFill>
                  <a:srgbClr val="000000"/>
                </a:solidFill>
                <a:latin typeface="Arial Rounded MT Bold" pitchFamily="34" charset="0"/>
                <a:cs typeface="Verdana"/>
              </a:rPr>
              <a:t>area</a:t>
            </a:r>
            <a:r>
              <a:rPr sz="3600" b="1" dirty="0" smtClean="0">
                <a:solidFill>
                  <a:srgbClr val="000000"/>
                </a:solidFill>
                <a:latin typeface="Arial Rounded MT Bold" pitchFamily="34" charset="0"/>
                <a:cs typeface="Verdana"/>
              </a:rPr>
              <a:t>.</a:t>
            </a:r>
            <a:endParaRPr lang="en-US" sz="3600" b="1" dirty="0" smtClean="0">
              <a:solidFill>
                <a:srgbClr val="000000"/>
              </a:solidFill>
              <a:latin typeface="Arial Rounded MT Bold" pitchFamily="34" charset="0"/>
              <a:cs typeface="Verdana"/>
            </a:endParaRPr>
          </a:p>
          <a:p>
            <a:pPr marL="0" marR="0">
              <a:lnSpc>
                <a:spcPts val="3159"/>
              </a:lnSpc>
              <a:spcBef>
                <a:spcPts val="0"/>
              </a:spcBef>
              <a:spcAft>
                <a:spcPts val="0"/>
              </a:spcAft>
            </a:pPr>
            <a:endParaRPr sz="3600" b="1" dirty="0">
              <a:solidFill>
                <a:srgbClr val="000000"/>
              </a:solidFill>
              <a:latin typeface="Arial Rounded MT Bold" pitchFamily="34" charset="0"/>
              <a:cs typeface="Verdana"/>
            </a:endParaRPr>
          </a:p>
          <a:p>
            <a:pPr marL="0" marR="0">
              <a:lnSpc>
                <a:spcPts val="3159"/>
              </a:lnSpc>
              <a:spcBef>
                <a:spcPts val="0"/>
              </a:spcBef>
              <a:spcAft>
                <a:spcPts val="0"/>
              </a:spcAft>
            </a:pPr>
            <a:r>
              <a:rPr sz="3600" b="1" dirty="0">
                <a:solidFill>
                  <a:srgbClr val="000000"/>
                </a:solidFill>
                <a:latin typeface="Arial Rounded MT Bold" pitchFamily="34" charset="0"/>
                <a:cs typeface="HIBAHQ+Verdana Bold"/>
              </a:rPr>
              <a:t>ꢀ</a:t>
            </a:r>
            <a:r>
              <a:rPr sz="3600" b="1" dirty="0" smtClean="0">
                <a:solidFill>
                  <a:srgbClr val="000000"/>
                </a:solidFill>
                <a:latin typeface="Arial Rounded MT Bold" pitchFamily="34" charset="0"/>
                <a:cs typeface="HIBAHQ+Verdana Bold"/>
              </a:rPr>
              <a:t>Take</a:t>
            </a:r>
            <a:r>
              <a:rPr sz="3600" b="1" dirty="0" smtClean="0">
                <a:solidFill>
                  <a:srgbClr val="000000"/>
                </a:solidFill>
                <a:latin typeface="Arial Rounded MT Bold" pitchFamily="34" charset="0"/>
                <a:cs typeface="Verdana"/>
              </a:rPr>
              <a:t> </a:t>
            </a:r>
            <a:r>
              <a:rPr sz="3600" b="1" dirty="0">
                <a:solidFill>
                  <a:srgbClr val="000000"/>
                </a:solidFill>
                <a:latin typeface="Arial Rounded MT Bold" pitchFamily="34" charset="0"/>
                <a:cs typeface="Verdana"/>
              </a:rPr>
              <a:t>note of the </a:t>
            </a:r>
            <a:r>
              <a:rPr sz="3600" b="1" dirty="0" smtClean="0">
                <a:solidFill>
                  <a:srgbClr val="000000"/>
                </a:solidFill>
                <a:latin typeface="Arial Rounded MT Bold" pitchFamily="34" charset="0"/>
                <a:cs typeface="Verdana"/>
              </a:rPr>
              <a:t>appearance,</a:t>
            </a:r>
            <a:r>
              <a:rPr lang="en-US" sz="3600" b="1" dirty="0" smtClean="0">
                <a:solidFill>
                  <a:srgbClr val="000000"/>
                </a:solidFill>
                <a:latin typeface="Arial Rounded MT Bold" pitchFamily="34" charset="0"/>
                <a:cs typeface="Verdana"/>
              </a:rPr>
              <a:t> </a:t>
            </a:r>
            <a:r>
              <a:rPr sz="3600" b="1" dirty="0" smtClean="0">
                <a:solidFill>
                  <a:srgbClr val="000000"/>
                </a:solidFill>
                <a:latin typeface="Arial Rounded MT Bold" pitchFamily="34" charset="0"/>
                <a:cs typeface="Verdana"/>
              </a:rPr>
              <a:t>clothing,</a:t>
            </a:r>
            <a:endParaRPr lang="en-US" sz="3600" b="1" dirty="0" smtClean="0">
              <a:solidFill>
                <a:srgbClr val="000000"/>
              </a:solidFill>
              <a:latin typeface="Arial Rounded MT Bold" pitchFamily="34" charset="0"/>
              <a:cs typeface="Verdana"/>
            </a:endParaRPr>
          </a:p>
          <a:p>
            <a:pPr marL="0" marR="0">
              <a:lnSpc>
                <a:spcPts val="3159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3600" b="1" dirty="0">
                <a:solidFill>
                  <a:srgbClr val="000000"/>
                </a:solidFill>
                <a:latin typeface="Arial Rounded MT Bold" pitchFamily="34" charset="0"/>
                <a:cs typeface="Verdana"/>
              </a:rPr>
              <a:t> </a:t>
            </a:r>
            <a:r>
              <a:rPr lang="en-US" sz="3600" b="1" dirty="0" smtClean="0">
                <a:solidFill>
                  <a:srgbClr val="000000"/>
                </a:solidFill>
                <a:latin typeface="Arial Rounded MT Bold" pitchFamily="34" charset="0"/>
                <a:cs typeface="Verdana"/>
              </a:rPr>
              <a:t>  </a:t>
            </a:r>
            <a:r>
              <a:rPr sz="3600" b="1" dirty="0" smtClean="0">
                <a:solidFill>
                  <a:srgbClr val="000000"/>
                </a:solidFill>
                <a:latin typeface="Arial Rounded MT Bold" pitchFamily="34" charset="0"/>
                <a:cs typeface="Verdana"/>
              </a:rPr>
              <a:t> </a:t>
            </a:r>
            <a:r>
              <a:rPr sz="3600" b="1" dirty="0">
                <a:solidFill>
                  <a:srgbClr val="000000"/>
                </a:solidFill>
                <a:latin typeface="Arial Rounded MT Bold" pitchFamily="34" charset="0"/>
                <a:cs typeface="Verdana"/>
              </a:rPr>
              <a:t>age </a:t>
            </a:r>
            <a:r>
              <a:rPr lang="en-US" sz="3600" b="1" dirty="0" smtClean="0">
                <a:solidFill>
                  <a:srgbClr val="000000"/>
                </a:solidFill>
                <a:latin typeface="Arial Rounded MT Bold" pitchFamily="34" charset="0"/>
                <a:cs typeface="Verdana"/>
              </a:rPr>
              <a:t>&amp; </a:t>
            </a:r>
            <a:r>
              <a:rPr sz="3600" b="1" dirty="0" smtClean="0">
                <a:solidFill>
                  <a:srgbClr val="000000"/>
                </a:solidFill>
                <a:latin typeface="Arial Rounded MT Bold" pitchFamily="34" charset="0"/>
                <a:cs typeface="Verdana"/>
              </a:rPr>
              <a:t>identifying </a:t>
            </a:r>
            <a:r>
              <a:rPr sz="3600" b="1" dirty="0">
                <a:solidFill>
                  <a:srgbClr val="000000"/>
                </a:solidFill>
                <a:latin typeface="Arial Rounded MT Bold" pitchFamily="34" charset="0"/>
                <a:cs typeface="Verdana"/>
              </a:rPr>
              <a:t>marks of </a:t>
            </a:r>
            <a:r>
              <a:rPr sz="3600" b="1" dirty="0" smtClean="0">
                <a:solidFill>
                  <a:srgbClr val="000000"/>
                </a:solidFill>
                <a:latin typeface="Arial Rounded MT Bold" pitchFamily="34" charset="0"/>
                <a:cs typeface="Verdana"/>
              </a:rPr>
              <a:t>the</a:t>
            </a:r>
            <a:r>
              <a:rPr lang="en-US" sz="3600" b="1" dirty="0">
                <a:solidFill>
                  <a:srgbClr val="000000"/>
                </a:solidFill>
                <a:latin typeface="Arial Rounded MT Bold" pitchFamily="34" charset="0"/>
                <a:cs typeface="Verdana"/>
              </a:rPr>
              <a:t> </a:t>
            </a:r>
            <a:r>
              <a:rPr lang="en-US" sz="3600" b="1" dirty="0" smtClean="0">
                <a:solidFill>
                  <a:srgbClr val="000000"/>
                </a:solidFill>
                <a:latin typeface="Arial Rounded MT Bold" pitchFamily="34" charset="0"/>
                <a:cs typeface="Verdana"/>
              </a:rPr>
              <a:t> </a:t>
            </a:r>
          </a:p>
          <a:p>
            <a:pPr marL="0" marR="0">
              <a:lnSpc>
                <a:spcPts val="3159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3600" b="1" dirty="0">
                <a:solidFill>
                  <a:srgbClr val="000000"/>
                </a:solidFill>
                <a:latin typeface="Arial Rounded MT Bold" pitchFamily="34" charset="0"/>
                <a:cs typeface="Verdana"/>
              </a:rPr>
              <a:t> </a:t>
            </a:r>
            <a:r>
              <a:rPr lang="en-US" sz="3600" b="1" dirty="0" smtClean="0">
                <a:solidFill>
                  <a:srgbClr val="000000"/>
                </a:solidFill>
                <a:latin typeface="Arial Rounded MT Bold" pitchFamily="34" charset="0"/>
                <a:cs typeface="Verdana"/>
              </a:rPr>
              <a:t>   </a:t>
            </a:r>
            <a:r>
              <a:rPr sz="3600" b="1" dirty="0" smtClean="0">
                <a:solidFill>
                  <a:srgbClr val="000000"/>
                </a:solidFill>
                <a:latin typeface="Arial Rounded MT Bold" pitchFamily="34" charset="0"/>
                <a:cs typeface="Verdana"/>
              </a:rPr>
              <a:t>aggressor</a:t>
            </a:r>
            <a:r>
              <a:rPr sz="3600" b="1" dirty="0">
                <a:solidFill>
                  <a:srgbClr val="000000"/>
                </a:solidFill>
                <a:latin typeface="Arial Rounded MT Bold" pitchFamily="34" charset="0"/>
                <a:cs typeface="Verdana"/>
              </a:rPr>
              <a:t>;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342900" y="628654"/>
            <a:ext cx="9510836" cy="2051844"/>
          </a:xfrm>
          <a:prstGeom prst="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3159"/>
              </a:lnSpc>
              <a:spcBef>
                <a:spcPts val="0"/>
              </a:spcBef>
              <a:spcAft>
                <a:spcPts val="0"/>
              </a:spcAft>
            </a:pPr>
            <a:r>
              <a:rPr sz="3600" b="1" dirty="0">
                <a:solidFill>
                  <a:srgbClr val="000000"/>
                </a:solidFill>
                <a:latin typeface="Arial Rounded MT Bold" pitchFamily="34" charset="0"/>
                <a:cs typeface="HIBAHQ+Verdana Bold"/>
              </a:rPr>
              <a:t>ꢀIf</a:t>
            </a:r>
            <a:r>
              <a:rPr sz="3600" b="1" spc="238" dirty="0">
                <a:solidFill>
                  <a:srgbClr val="000000"/>
                </a:solidFill>
                <a:latin typeface="Arial Rounded MT Bold" pitchFamily="34" charset="0"/>
                <a:cs typeface="Times New Roman"/>
              </a:rPr>
              <a:t> </a:t>
            </a:r>
            <a:r>
              <a:rPr sz="3600" b="1" dirty="0">
                <a:solidFill>
                  <a:srgbClr val="000000"/>
                </a:solidFill>
                <a:latin typeface="Arial Rounded MT Bold" pitchFamily="34" charset="0"/>
                <a:cs typeface="Verdana"/>
              </a:rPr>
              <a:t>assailant flees, make a note </a:t>
            </a:r>
            <a:r>
              <a:rPr sz="3600" b="1" dirty="0" smtClean="0">
                <a:solidFill>
                  <a:srgbClr val="000000"/>
                </a:solidFill>
                <a:latin typeface="Arial Rounded MT Bold" pitchFamily="34" charset="0"/>
                <a:cs typeface="Verdana"/>
              </a:rPr>
              <a:t>of</a:t>
            </a:r>
            <a:r>
              <a:rPr lang="en-US" sz="3600" b="1" dirty="0" smtClean="0">
                <a:solidFill>
                  <a:srgbClr val="000000"/>
                </a:solidFill>
                <a:latin typeface="Arial Rounded MT Bold" pitchFamily="34" charset="0"/>
                <a:cs typeface="Verdana"/>
              </a:rPr>
              <a:t> </a:t>
            </a:r>
            <a:r>
              <a:rPr sz="3600" b="1" dirty="0" smtClean="0">
                <a:solidFill>
                  <a:srgbClr val="000000"/>
                </a:solidFill>
                <a:latin typeface="Arial Rounded MT Bold" pitchFamily="34" charset="0"/>
                <a:cs typeface="Verdana"/>
              </a:rPr>
              <a:t>routes</a:t>
            </a:r>
            <a:r>
              <a:rPr lang="en-US" sz="3600" b="1" dirty="0">
                <a:solidFill>
                  <a:srgbClr val="000000"/>
                </a:solidFill>
                <a:latin typeface="Arial Rounded MT Bold" pitchFamily="34" charset="0"/>
                <a:cs typeface="Verdana"/>
              </a:rPr>
              <a:t> </a:t>
            </a:r>
            <a:r>
              <a:rPr lang="en-US" sz="3600" b="1" dirty="0" smtClean="0">
                <a:solidFill>
                  <a:srgbClr val="000000"/>
                </a:solidFill>
                <a:latin typeface="Arial Rounded MT Bold" pitchFamily="34" charset="0"/>
                <a:cs typeface="Verdana"/>
              </a:rPr>
              <a:t> </a:t>
            </a:r>
            <a:endParaRPr sz="3600" b="1" dirty="0">
              <a:solidFill>
                <a:srgbClr val="000000"/>
              </a:solidFill>
              <a:latin typeface="Arial Rounded MT Bold" pitchFamily="34" charset="0"/>
              <a:cs typeface="Verdana"/>
            </a:endParaRPr>
          </a:p>
          <a:p>
            <a:pPr marL="0" marR="0">
              <a:lnSpc>
                <a:spcPts val="3159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3600" b="1" dirty="0" smtClean="0">
                <a:solidFill>
                  <a:srgbClr val="000000"/>
                </a:solidFill>
                <a:latin typeface="Arial Rounded MT Bold" pitchFamily="34" charset="0"/>
                <a:cs typeface="Verdana"/>
              </a:rPr>
              <a:t>    </a:t>
            </a:r>
            <a:r>
              <a:rPr sz="3600" b="1" dirty="0" smtClean="0">
                <a:solidFill>
                  <a:srgbClr val="000000"/>
                </a:solidFill>
                <a:latin typeface="Arial Rounded MT Bold" pitchFamily="34" charset="0"/>
                <a:cs typeface="Verdana"/>
              </a:rPr>
              <a:t>taken,</a:t>
            </a:r>
            <a:r>
              <a:rPr lang="en-US" sz="3600" b="1" dirty="0" smtClean="0">
                <a:solidFill>
                  <a:srgbClr val="000000"/>
                </a:solidFill>
                <a:latin typeface="Arial Rounded MT Bold" pitchFamily="34" charset="0"/>
                <a:cs typeface="Verdana"/>
              </a:rPr>
              <a:t> </a:t>
            </a:r>
            <a:r>
              <a:rPr sz="3600" b="1" dirty="0" smtClean="0">
                <a:solidFill>
                  <a:srgbClr val="000000"/>
                </a:solidFill>
                <a:latin typeface="Arial Rounded MT Bold" pitchFamily="34" charset="0"/>
                <a:cs typeface="Verdana"/>
              </a:rPr>
              <a:t>vehicle </a:t>
            </a:r>
            <a:r>
              <a:rPr sz="3600" b="1" dirty="0">
                <a:solidFill>
                  <a:srgbClr val="000000"/>
                </a:solidFill>
                <a:latin typeface="Arial Rounded MT Bold" pitchFamily="34" charset="0"/>
                <a:cs typeface="Verdana"/>
              </a:rPr>
              <a:t>details and any other </a:t>
            </a:r>
            <a:r>
              <a:rPr lang="en-US" sz="3600" b="1" dirty="0" smtClean="0">
                <a:solidFill>
                  <a:srgbClr val="000000"/>
                </a:solidFill>
                <a:latin typeface="Arial Rounded MT Bold" pitchFamily="34" charset="0"/>
                <a:cs typeface="Verdana"/>
              </a:rPr>
              <a:t> </a:t>
            </a:r>
          </a:p>
          <a:p>
            <a:pPr marL="0" marR="0">
              <a:lnSpc>
                <a:spcPts val="3159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3600" b="1" dirty="0">
                <a:solidFill>
                  <a:srgbClr val="000000"/>
                </a:solidFill>
                <a:latin typeface="Arial Rounded MT Bold" pitchFamily="34" charset="0"/>
                <a:cs typeface="Verdana"/>
              </a:rPr>
              <a:t> </a:t>
            </a:r>
            <a:r>
              <a:rPr lang="en-US" sz="3600" b="1" dirty="0" smtClean="0">
                <a:solidFill>
                  <a:srgbClr val="000000"/>
                </a:solidFill>
                <a:latin typeface="Arial Rounded MT Bold" pitchFamily="34" charset="0"/>
                <a:cs typeface="Verdana"/>
              </a:rPr>
              <a:t>   </a:t>
            </a:r>
            <a:r>
              <a:rPr sz="3600" b="1" dirty="0" smtClean="0">
                <a:solidFill>
                  <a:srgbClr val="000000"/>
                </a:solidFill>
                <a:latin typeface="Arial Rounded MT Bold" pitchFamily="34" charset="0"/>
                <a:cs typeface="Verdana"/>
              </a:rPr>
              <a:t>pertinent info</a:t>
            </a:r>
            <a:endParaRPr lang="en-US" sz="3600" b="1" dirty="0" smtClean="0">
              <a:solidFill>
                <a:srgbClr val="000000"/>
              </a:solidFill>
              <a:latin typeface="Arial Rounded MT Bold" pitchFamily="34" charset="0"/>
              <a:cs typeface="Verdana"/>
            </a:endParaRPr>
          </a:p>
          <a:p>
            <a:pPr marL="0" marR="0">
              <a:lnSpc>
                <a:spcPts val="3159"/>
              </a:lnSpc>
              <a:spcBef>
                <a:spcPts val="0"/>
              </a:spcBef>
              <a:spcAft>
                <a:spcPts val="0"/>
              </a:spcAft>
            </a:pPr>
            <a:endParaRPr sz="3600" b="1" dirty="0">
              <a:solidFill>
                <a:srgbClr val="000000"/>
              </a:solidFill>
              <a:latin typeface="Arial Rounded MT Bold" pitchFamily="34" charset="0"/>
              <a:cs typeface="Verdana"/>
            </a:endParaRPr>
          </a:p>
          <a:p>
            <a:pPr marL="0" marR="0">
              <a:lnSpc>
                <a:spcPts val="3159"/>
              </a:lnSpc>
              <a:spcBef>
                <a:spcPts val="0"/>
              </a:spcBef>
              <a:spcAft>
                <a:spcPts val="0"/>
              </a:spcAft>
            </a:pPr>
            <a:r>
              <a:rPr sz="3600" b="1" dirty="0">
                <a:solidFill>
                  <a:srgbClr val="000000"/>
                </a:solidFill>
                <a:latin typeface="Arial Rounded MT Bold" pitchFamily="34" charset="0"/>
                <a:cs typeface="HIBAHQ+Verdana Bold"/>
              </a:rPr>
              <a:t>ꢀEnsure</a:t>
            </a:r>
            <a:r>
              <a:rPr sz="3600" b="1" spc="239" dirty="0">
                <a:solidFill>
                  <a:srgbClr val="000000"/>
                </a:solidFill>
                <a:latin typeface="Arial Rounded MT Bold" pitchFamily="34" charset="0"/>
                <a:cs typeface="Times New Roman"/>
              </a:rPr>
              <a:t> </a:t>
            </a:r>
            <a:r>
              <a:rPr sz="3600" b="1" dirty="0">
                <a:solidFill>
                  <a:srgbClr val="000000"/>
                </a:solidFill>
                <a:latin typeface="Arial Rounded MT Bold" pitchFamily="34" charset="0"/>
                <a:cs typeface="Verdana"/>
              </a:rPr>
              <a:t>the phone line is kept open.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492088" y="3385195"/>
            <a:ext cx="8850188" cy="3026470"/>
          </a:xfrm>
          <a:prstGeom prst="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vert="horz" wrap="square" lIns="0" tIns="0" rIns="0" bIns="0" rtlCol="0">
            <a:spAutoFit/>
          </a:bodyPr>
          <a:lstStyle/>
          <a:p>
            <a:pPr>
              <a:lnSpc>
                <a:spcPts val="3159"/>
              </a:lnSpc>
            </a:pPr>
            <a:endParaRPr lang="en-US" sz="4000" b="1" dirty="0" smtClean="0">
              <a:solidFill>
                <a:srgbClr val="000000"/>
              </a:solidFill>
              <a:latin typeface="Cooper Black" pitchFamily="18" charset="0"/>
              <a:cs typeface="Verdana"/>
            </a:endParaRPr>
          </a:p>
          <a:p>
            <a:pPr>
              <a:lnSpc>
                <a:spcPts val="3159"/>
              </a:lnSpc>
            </a:pPr>
            <a:r>
              <a:rPr lang="en-US" sz="4000" b="1" dirty="0" smtClean="0">
                <a:solidFill>
                  <a:srgbClr val="000000"/>
                </a:solidFill>
                <a:latin typeface="Cooper Black" pitchFamily="18" charset="0"/>
                <a:cs typeface="Verdana"/>
              </a:rPr>
              <a:t>CLIENT FLOW :</a:t>
            </a:r>
          </a:p>
          <a:p>
            <a:pPr>
              <a:lnSpc>
                <a:spcPts val="3159"/>
              </a:lnSpc>
            </a:pPr>
            <a:endParaRPr lang="en-US" sz="4000" b="1" dirty="0">
              <a:solidFill>
                <a:srgbClr val="000000"/>
              </a:solidFill>
              <a:latin typeface="Cooper Black" pitchFamily="18" charset="0"/>
              <a:cs typeface="Verdana"/>
            </a:endParaRPr>
          </a:p>
          <a:p>
            <a:pPr marL="0" marR="0">
              <a:lnSpc>
                <a:spcPts val="3159"/>
              </a:lnSpc>
              <a:spcBef>
                <a:spcPts val="0"/>
              </a:spcBef>
              <a:spcAft>
                <a:spcPts val="0"/>
              </a:spcAft>
            </a:pPr>
            <a:r>
              <a:rPr sz="3600" b="1" dirty="0" smtClean="0">
                <a:solidFill>
                  <a:srgbClr val="000000"/>
                </a:solidFill>
                <a:latin typeface="Arial Rounded MT Bold" pitchFamily="34" charset="0"/>
                <a:cs typeface="Verdana"/>
              </a:rPr>
              <a:t>1</a:t>
            </a:r>
            <a:r>
              <a:rPr sz="3600" b="1" dirty="0">
                <a:solidFill>
                  <a:srgbClr val="000000"/>
                </a:solidFill>
                <a:latin typeface="Arial Rounded MT Bold" pitchFamily="34" charset="0"/>
                <a:cs typeface="Verdana"/>
              </a:rPr>
              <a:t>.</a:t>
            </a:r>
            <a:r>
              <a:rPr sz="3600" b="1" spc="-76" dirty="0">
                <a:solidFill>
                  <a:srgbClr val="000000"/>
                </a:solidFill>
                <a:latin typeface="Arial Rounded MT Bold" pitchFamily="34" charset="0"/>
                <a:cs typeface="Verdana"/>
              </a:rPr>
              <a:t> </a:t>
            </a:r>
            <a:r>
              <a:rPr sz="3600" b="1" dirty="0">
                <a:solidFill>
                  <a:srgbClr val="000000"/>
                </a:solidFill>
                <a:latin typeface="Arial Rounded MT Bold" pitchFamily="34" charset="0"/>
                <a:cs typeface="Verdana"/>
              </a:rPr>
              <a:t>Starts</a:t>
            </a:r>
            <a:r>
              <a:rPr sz="3600" b="1" spc="889" dirty="0">
                <a:solidFill>
                  <a:srgbClr val="000000"/>
                </a:solidFill>
                <a:latin typeface="Arial Rounded MT Bold" pitchFamily="34" charset="0"/>
                <a:cs typeface="Verdana"/>
              </a:rPr>
              <a:t> </a:t>
            </a:r>
            <a:r>
              <a:rPr sz="3600" b="1" dirty="0">
                <a:solidFill>
                  <a:srgbClr val="000000"/>
                </a:solidFill>
                <a:latin typeface="Arial Rounded MT Bold" pitchFamily="34" charset="0"/>
                <a:cs typeface="Verdana"/>
              </a:rPr>
              <a:t>from the decision</a:t>
            </a:r>
            <a:r>
              <a:rPr sz="3600" b="1" spc="889" dirty="0">
                <a:solidFill>
                  <a:srgbClr val="000000"/>
                </a:solidFill>
                <a:latin typeface="Arial Rounded MT Bold" pitchFamily="34" charset="0"/>
                <a:cs typeface="Verdana"/>
              </a:rPr>
              <a:t> </a:t>
            </a:r>
            <a:r>
              <a:rPr sz="3600" b="1" dirty="0">
                <a:solidFill>
                  <a:srgbClr val="000000"/>
                </a:solidFill>
                <a:latin typeface="Arial Rounded MT Bold" pitchFamily="34" charset="0"/>
                <a:cs typeface="Verdana"/>
              </a:rPr>
              <a:t>made</a:t>
            </a:r>
          </a:p>
          <a:p>
            <a:pPr marL="0" marR="0">
              <a:lnSpc>
                <a:spcPts val="3159"/>
              </a:lnSpc>
              <a:spcBef>
                <a:spcPts val="423"/>
              </a:spcBef>
              <a:spcAft>
                <a:spcPts val="0"/>
              </a:spcAft>
            </a:pPr>
            <a:r>
              <a:rPr sz="3600" b="1" dirty="0">
                <a:solidFill>
                  <a:srgbClr val="000000"/>
                </a:solidFill>
                <a:latin typeface="Arial Rounded MT Bold" pitchFamily="34" charset="0"/>
                <a:cs typeface="Verdana"/>
              </a:rPr>
              <a:t>2.</a:t>
            </a:r>
            <a:r>
              <a:rPr sz="3600" b="1" spc="-76" dirty="0">
                <a:solidFill>
                  <a:srgbClr val="000000"/>
                </a:solidFill>
                <a:latin typeface="Arial Rounded MT Bold" pitchFamily="34" charset="0"/>
                <a:cs typeface="Verdana"/>
              </a:rPr>
              <a:t> </a:t>
            </a:r>
            <a:r>
              <a:rPr sz="3600" b="1" dirty="0">
                <a:solidFill>
                  <a:srgbClr val="000000"/>
                </a:solidFill>
                <a:latin typeface="Arial Rounded MT Bold" pitchFamily="34" charset="0"/>
                <a:cs typeface="Verdana"/>
              </a:rPr>
              <a:t>Time the bed manager </a:t>
            </a:r>
            <a:r>
              <a:rPr sz="3600" b="1" dirty="0" smtClean="0">
                <a:solidFill>
                  <a:srgbClr val="000000"/>
                </a:solidFill>
                <a:latin typeface="Arial Rounded MT Bold" pitchFamily="34" charset="0"/>
                <a:cs typeface="Verdana"/>
              </a:rPr>
              <a:t>inform</a:t>
            </a:r>
            <a:endParaRPr sz="3600" b="1" dirty="0">
              <a:solidFill>
                <a:srgbClr val="000000"/>
              </a:solidFill>
              <a:latin typeface="Arial Rounded MT Bold" pitchFamily="34" charset="0"/>
              <a:cs typeface="Verdana"/>
            </a:endParaRPr>
          </a:p>
          <a:p>
            <a:pPr>
              <a:lnSpc>
                <a:spcPts val="3159"/>
              </a:lnSpc>
              <a:spcBef>
                <a:spcPts val="423"/>
              </a:spcBef>
            </a:pPr>
            <a:r>
              <a:rPr sz="3600" b="1" dirty="0">
                <a:solidFill>
                  <a:srgbClr val="000000"/>
                </a:solidFill>
                <a:latin typeface="Arial Rounded MT Bold" pitchFamily="34" charset="0"/>
                <a:cs typeface="Verdana"/>
              </a:rPr>
              <a:t>3.</a:t>
            </a:r>
            <a:r>
              <a:rPr sz="3600" b="1" spc="-76" dirty="0">
                <a:solidFill>
                  <a:srgbClr val="000000"/>
                </a:solidFill>
                <a:latin typeface="Arial Rounded MT Bold" pitchFamily="34" charset="0"/>
                <a:cs typeface="Verdana"/>
              </a:rPr>
              <a:t> </a:t>
            </a:r>
            <a:r>
              <a:rPr sz="3600" b="1" dirty="0">
                <a:solidFill>
                  <a:srgbClr val="000000"/>
                </a:solidFill>
                <a:latin typeface="Arial Rounded MT Bold" pitchFamily="34" charset="0"/>
                <a:cs typeface="Verdana"/>
              </a:rPr>
              <a:t>Bed </a:t>
            </a:r>
            <a:r>
              <a:rPr sz="3600" b="1" dirty="0" smtClean="0">
                <a:solidFill>
                  <a:srgbClr val="000000"/>
                </a:solidFill>
                <a:latin typeface="Arial Rounded MT Bold" pitchFamily="34" charset="0"/>
                <a:cs typeface="Verdana"/>
              </a:rPr>
              <a:t>allocation</a:t>
            </a:r>
            <a:endParaRPr lang="en-US" sz="3600" b="1" dirty="0" smtClean="0">
              <a:solidFill>
                <a:srgbClr val="000000"/>
              </a:solidFill>
              <a:latin typeface="Arial Rounded MT Bold" pitchFamily="34" charset="0"/>
              <a:cs typeface="Verdana"/>
            </a:endParaRPr>
          </a:p>
          <a:p>
            <a:pPr>
              <a:lnSpc>
                <a:spcPts val="3159"/>
              </a:lnSpc>
              <a:spcBef>
                <a:spcPts val="423"/>
              </a:spcBef>
            </a:pPr>
            <a:r>
              <a:rPr lang="en-US" sz="3600" b="1" dirty="0" smtClean="0">
                <a:solidFill>
                  <a:srgbClr val="000000"/>
                </a:solidFill>
                <a:latin typeface="Arial Rounded MT Bold" pitchFamily="34" charset="0"/>
                <a:cs typeface="Verdana"/>
              </a:rPr>
              <a:t>4</a:t>
            </a:r>
            <a:r>
              <a:rPr lang="en-US" sz="3600" b="1" dirty="0">
                <a:solidFill>
                  <a:srgbClr val="000000"/>
                </a:solidFill>
                <a:latin typeface="Arial Rounded MT Bold" pitchFamily="34" charset="0"/>
                <a:cs typeface="Verdana"/>
              </a:rPr>
              <a:t>.</a:t>
            </a:r>
            <a:r>
              <a:rPr lang="en-US" sz="3600" b="1" spc="-76" dirty="0">
                <a:solidFill>
                  <a:srgbClr val="000000"/>
                </a:solidFill>
                <a:latin typeface="Arial Rounded MT Bold" pitchFamily="34" charset="0"/>
                <a:cs typeface="Verdana"/>
              </a:rPr>
              <a:t> </a:t>
            </a:r>
            <a:r>
              <a:rPr lang="en-US" sz="3600" b="1" dirty="0">
                <a:solidFill>
                  <a:srgbClr val="000000"/>
                </a:solidFill>
                <a:latin typeface="Arial Rounded MT Bold" pitchFamily="34" charset="0"/>
                <a:cs typeface="Verdana"/>
              </a:rPr>
              <a:t>Time patient </a:t>
            </a:r>
            <a:r>
              <a:rPr lang="en-US" sz="3600" b="1" dirty="0" smtClean="0">
                <a:solidFill>
                  <a:srgbClr val="000000"/>
                </a:solidFill>
                <a:latin typeface="Arial Rounded MT Bold" pitchFamily="34" charset="0"/>
                <a:cs typeface="Verdana"/>
              </a:rPr>
              <a:t>shifted.</a:t>
            </a:r>
            <a:endParaRPr lang="en-US" sz="3600" b="1" dirty="0">
              <a:solidFill>
                <a:srgbClr val="000000"/>
              </a:solidFill>
              <a:latin typeface="Arial Rounded MT Bold" pitchFamily="34" charset="0"/>
              <a:cs typeface="Verdana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1554784" y="2823753"/>
            <a:ext cx="7352142" cy="1451675"/>
          </a:xfrm>
        </p:spPr>
        <p:txBody>
          <a:bodyPr>
            <a:normAutofit/>
          </a:bodyPr>
          <a:lstStyle/>
          <a:p>
            <a:pPr algn="ctr"/>
            <a:r>
              <a:rPr lang="en-IN" sz="4400" b="1" dirty="0" smtClean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CLIENT FLOW</a:t>
            </a:r>
            <a:endParaRPr lang="en-IN" sz="4400" b="1" dirty="0">
              <a:solidFill>
                <a:srgbClr val="C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9834282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133605686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Aspect">
  <a:themeElements>
    <a:clrScheme name="Aspect">
      <a:dk1>
        <a:sysClr val="windowText" lastClr="000000"/>
      </a:dk1>
      <a:lt1>
        <a:sysClr val="window" lastClr="FFFFFF"/>
      </a:lt1>
      <a:dk2>
        <a:srgbClr val="323232"/>
      </a:dk2>
      <a:lt2>
        <a:srgbClr val="E3DED1"/>
      </a:lt2>
      <a:accent1>
        <a:srgbClr val="F07F09"/>
      </a:accent1>
      <a:accent2>
        <a:srgbClr val="9F2936"/>
      </a:accent2>
      <a:accent3>
        <a:srgbClr val="1B587C"/>
      </a:accent3>
      <a:accent4>
        <a:srgbClr val="4E8542"/>
      </a:accent4>
      <a:accent5>
        <a:srgbClr val="604878"/>
      </a:accent5>
      <a:accent6>
        <a:srgbClr val="C19859"/>
      </a:accent6>
      <a:hlink>
        <a:srgbClr val="6B9F25"/>
      </a:hlink>
      <a:folHlink>
        <a:srgbClr val="B26B02"/>
      </a:folHlink>
    </a:clrScheme>
    <a:fontScheme name="Aspect">
      <a:majorFont>
        <a:latin typeface="Verdana"/>
        <a:ea typeface=""/>
        <a:cs typeface=""/>
        <a:font script="Jpan" typeface="ＭＳ ゴシック"/>
        <a:font script="Hang" typeface="굴림"/>
        <a:font script="Hans" typeface="微软雅黑"/>
        <a:font script="Hant" typeface="微軟正黑體"/>
        <a:font script="Arab" typeface="Tahoma"/>
        <a:font script="Hebr" typeface="Tahoma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ajorFont>
      <a:minorFont>
        <a:latin typeface="Verdana"/>
        <a:ea typeface=""/>
        <a:cs typeface=""/>
        <a:font script="Jpan" typeface="ＭＳ ゴシック"/>
        <a:font script="Hang" typeface="굴림"/>
        <a:font script="Hans" typeface="微软雅黑"/>
        <a:font script="Hant" typeface="微軟正黑體"/>
        <a:font script="Arab" typeface="Tahoma"/>
        <a:font script="Hebr" typeface="Tahoma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Aspec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satMod val="270000"/>
              </a:schemeClr>
            </a:gs>
            <a:gs pos="25000">
              <a:schemeClr val="phClr">
                <a:tint val="60000"/>
                <a:satMod val="300000"/>
              </a:schemeClr>
            </a:gs>
            <a:gs pos="100000">
              <a:schemeClr val="phClr">
                <a:tint val="29000"/>
                <a:satMod val="40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45000"/>
                <a:satMod val="155000"/>
              </a:schemeClr>
            </a:gs>
            <a:gs pos="60000">
              <a:schemeClr val="phClr">
                <a:shade val="95000"/>
                <a:satMod val="150000"/>
              </a:schemeClr>
            </a:gs>
            <a:gs pos="100000">
              <a:schemeClr val="phClr">
                <a:tint val="87000"/>
                <a:satMod val="2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atMod val="150000"/>
            </a:schemeClr>
          </a:solidFill>
          <a:prstDash val="solid"/>
        </a:ln>
        <a:ln w="425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65500" dist="38100" dir="5400000" rotWithShape="0">
              <a:srgbClr val="000000">
                <a:alpha val="40000"/>
              </a:srgbClr>
            </a:outerShdw>
          </a:effectLst>
        </a:effectStyle>
        <a:effectStyle>
          <a:effectLst>
            <a:outerShdw blurRad="65500" dist="38100" dir="5400000" rotWithShape="0">
              <a:srgbClr val="000000">
                <a:alpha val="40000"/>
              </a:srgbClr>
            </a:outerShdw>
          </a:effectLst>
        </a:effectStyle>
        <a:effectStyle>
          <a:effectLst>
            <a:outerShdw blurRad="65500" dist="38100" dir="5400000" rotWithShape="0">
              <a:srgbClr val="000000">
                <a:alpha val="40000"/>
              </a:srgbClr>
            </a:outerShdw>
          </a:effectLst>
          <a:scene3d>
            <a:camera prst="orthographicFront" fov="0">
              <a:rot lat="0" lon="0" rev="0"/>
            </a:camera>
            <a:lightRig rig="contrasting" dir="t">
              <a:rot lat="0" lon="0" rev="12000000"/>
            </a:lightRig>
          </a:scene3d>
          <a:sp3d prstMaterial="powder">
            <a:bevelT h="508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shade val="35000"/>
                <a:satMod val="150000"/>
              </a:schemeClr>
            </a:gs>
            <a:gs pos="45000">
              <a:schemeClr val="phClr">
                <a:shade val="68000"/>
                <a:satMod val="155000"/>
              </a:schemeClr>
            </a:gs>
            <a:gs pos="100000">
              <a:schemeClr val="phClr">
                <a:tint val="70000"/>
                <a:satMod val="175000"/>
              </a:schemeClr>
            </a:gs>
          </a:gsLst>
          <a:lin ang="16200000" scaled="0"/>
        </a:gradFill>
        <a:blipFill>
          <a:blip xmlns:r="http://schemas.openxmlformats.org/officeDocument/2006/relationships" r:embed="rId1">
            <a:duotone>
              <a:schemeClr val="phClr">
                <a:shade val="800"/>
                <a:satMod val="150000"/>
              </a:schemeClr>
              <a:schemeClr val="phClr">
                <a:tint val="80000"/>
                <a:satMod val="150000"/>
              </a:schemeClr>
            </a:duotone>
          </a:blip>
          <a:tile tx="0" ty="0" sx="75000" sy="75000" flip="none" algn="tl"/>
        </a:blipFill>
      </a:bgFillStyleLst>
    </a:fmtScheme>
  </a:themeElements>
  <a:objectDefaults/>
  <a:extraClrSchemeLst/>
</a:theme>
</file>